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9" r:id="rId8"/>
    <p:sldId id="270" r:id="rId9"/>
    <p:sldId id="271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C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834E8C-EC88-27AA-FB69-C9615CC70992}" v="298" dt="2024-11-03T23:26:59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3016" y="2991069"/>
            <a:ext cx="6884895" cy="871418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solidFill>
                  <a:srgbClr val="595959"/>
                </a:solidFill>
              </a:rPr>
              <a:t>Advanced MVC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CDA4F-EA7E-FE51-1382-BB6C0AA1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 b="1" dirty="0"/>
              <a:t>CRUD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488C9-BBCC-3FDD-1D99-D00D905C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dirty="0"/>
              <a:t>C</a:t>
            </a:r>
            <a:r>
              <a:rPr lang="en-US" sz="3600" dirty="0"/>
              <a:t>reate</a:t>
            </a:r>
          </a:p>
          <a:p>
            <a:endParaRPr lang="en-US" sz="3600" dirty="0"/>
          </a:p>
          <a:p>
            <a:r>
              <a:rPr lang="en-US" sz="3600" b="1" dirty="0"/>
              <a:t>R</a:t>
            </a:r>
            <a:r>
              <a:rPr lang="en-US" sz="3600" dirty="0"/>
              <a:t>ead</a:t>
            </a:r>
          </a:p>
          <a:p>
            <a:endParaRPr lang="en-US" sz="3600" dirty="0"/>
          </a:p>
          <a:p>
            <a:r>
              <a:rPr lang="en-US" sz="3600" b="1" dirty="0"/>
              <a:t>U</a:t>
            </a:r>
            <a:r>
              <a:rPr lang="en-US" sz="3600" dirty="0"/>
              <a:t>pdate</a:t>
            </a:r>
          </a:p>
          <a:p>
            <a:endParaRPr lang="en-US" sz="3600" dirty="0"/>
          </a:p>
          <a:p>
            <a:r>
              <a:rPr lang="en-US" sz="3600" b="1" dirty="0"/>
              <a:t>D</a:t>
            </a:r>
            <a:r>
              <a:rPr lang="en-US" sz="3600" dirty="0"/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2174708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CEE41-79FF-756C-8914-30D1F312A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latin typeface="+mj-lt"/>
                <a:ea typeface="+mj-ea"/>
                <a:cs typeface="+mj-cs"/>
              </a:rPr>
              <a:t>Everything we have done so far is </a:t>
            </a:r>
            <a:r>
              <a:rPr lang="en-US" sz="7200" b="1" dirty="0">
                <a:ea typeface="+mj-lt"/>
                <a:cs typeface="+mj-lt"/>
              </a:rPr>
              <a:t>READ</a:t>
            </a:r>
            <a:endParaRPr lang="en-US" b="1" kern="12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80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75ED8-65C0-AE9D-47DA-6E3617C5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717149"/>
            <a:ext cx="9144000" cy="27640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7200" b="1" dirty="0"/>
              <a:t>Create</a:t>
            </a:r>
            <a:br>
              <a:rPr lang="en-US" sz="7200" b="1" dirty="0"/>
            </a:br>
            <a:br>
              <a:rPr lang="en-US" sz="7200" b="1" dirty="0"/>
            </a:br>
            <a:r>
              <a:rPr lang="en-US" sz="7200" b="1" dirty="0"/>
              <a:t>Adding</a:t>
            </a:r>
            <a:r>
              <a:rPr lang="en-US" sz="7200" b="1" kern="1200" dirty="0">
                <a:latin typeface="+mj-lt"/>
                <a:ea typeface="+mj-ea"/>
                <a:cs typeface="+mj-cs"/>
              </a:rPr>
              <a:t> new events to the 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055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93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88B9C-F4A8-0645-AB22-48677269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Event Model</a:t>
            </a:r>
          </a:p>
        </p:txBody>
      </p:sp>
      <p:pic>
        <p:nvPicPr>
          <p:cNvPr id="4" name="Content Placeholder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510B31C-E95B-93DD-0AB7-BAF10809D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8315" y="640080"/>
            <a:ext cx="7106773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2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93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53D8B-3AA1-134B-D3C5-FB39BE2E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Current Event Controller</a:t>
            </a:r>
          </a:p>
        </p:txBody>
      </p:sp>
      <p:pic>
        <p:nvPicPr>
          <p:cNvPr id="7" name="Content Placeholder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10A1104-A077-6658-6912-BC35F1D80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198964"/>
            <a:ext cx="7188199" cy="445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34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8F223-6B92-CFDB-32F5-7B23CA972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Creating the Form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8162567-41A2-382A-8476-8688D41B3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23190"/>
            <a:ext cx="11548872" cy="340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61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393C6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978FC-A4FE-C66F-967B-B83494F0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Completed Form Code</a:t>
            </a:r>
          </a:p>
        </p:txBody>
      </p:sp>
      <p:pic>
        <p:nvPicPr>
          <p:cNvPr id="5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19C444B-A48D-6A71-CBF5-E33F198A0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5650" y="643466"/>
            <a:ext cx="6004031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2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4082A5B-F755-4852-AFA8-F9A408B66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456E5B-C5E0-4CFC-8016-0F3B3A65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4076700" cy="4114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62D16-816E-4B59-AE6C-256B4F529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100" y="1943100"/>
            <a:ext cx="2933700" cy="1627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>
                <a:solidFill>
                  <a:srgbClr val="595959"/>
                </a:solidFill>
              </a:rPr>
              <a:t>Additional Code</a:t>
            </a: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670AA36-16D0-419A-5681-C4EEB61C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078" y="2577181"/>
            <a:ext cx="5976279" cy="567746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D299ABA-A283-328F-3478-5041F2CC9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077" y="3686796"/>
            <a:ext cx="5995987" cy="58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393C6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30881-D8A2-BE9A-46C6-D32AC59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Form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36EE5634-66A4-9A99-A469-C5CD7225D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6302" y="643466"/>
            <a:ext cx="610272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7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94CAD-FD1F-DF48-4CCA-F21E71B49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Creating the endpoint</a:t>
            </a:r>
          </a:p>
        </p:txBody>
      </p:sp>
      <p:pic>
        <p:nvPicPr>
          <p:cNvPr id="7" name="Content Placeholder 6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AE4501D8-35CA-7501-104C-407C689FF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65939"/>
            <a:ext cx="10905066" cy="42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3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39DDA-CEF3-A6F7-DB72-E3D030AE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creating a </a:t>
            </a: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</a:t>
            </a: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method in the controller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DE67736-48EA-B98A-AF07-37D02EE6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08754"/>
            <a:ext cx="11548872" cy="34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5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Advanced MVC</vt:lpstr>
      <vt:lpstr>CRUD</vt:lpstr>
      <vt:lpstr>Everything we have done so far is READ</vt:lpstr>
      <vt:lpstr>Create  Adding new events to the table</vt:lpstr>
      <vt:lpstr>Event Model</vt:lpstr>
      <vt:lpstr>Current Event Controller</vt:lpstr>
      <vt:lpstr>Creating the Form</vt:lpstr>
      <vt:lpstr>Completed Form Code</vt:lpstr>
      <vt:lpstr>Additional Code</vt:lpstr>
      <vt:lpstr>The Form</vt:lpstr>
      <vt:lpstr>Creating the endpoint</vt:lpstr>
      <vt:lpstr>Now creating a POST method in the controller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100</cp:revision>
  <dcterms:created xsi:type="dcterms:W3CDTF">2024-11-03T22:30:23Z</dcterms:created>
  <dcterms:modified xsi:type="dcterms:W3CDTF">2024-11-04T12:21:51Z</dcterms:modified>
</cp:coreProperties>
</file>