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2" r:id="rId8"/>
    <p:sldId id="260" r:id="rId9"/>
    <p:sldId id="265" r:id="rId10"/>
    <p:sldId id="264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10497-F784-12E5-8E79-8EC58A92BBF7}" v="97" dt="2025-11-25T16:37:01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Miah" userId="S::muhammed.miah@sandwell.ac.uk::0e20bf18-5ea6-47bf-82bb-ae77a37497ea" providerId="AD" clId="Web-{B0010497-F784-12E5-8E79-8EC58A92BBF7}"/>
    <pc:docChg chg="addSld delSld modSld sldOrd">
      <pc:chgData name="Muhammed Miah" userId="S::muhammed.miah@sandwell.ac.uk::0e20bf18-5ea6-47bf-82bb-ae77a37497ea" providerId="AD" clId="Web-{B0010497-F784-12E5-8E79-8EC58A92BBF7}" dt="2025-11-25T16:37:01.992" v="91" actId="1076"/>
      <pc:docMkLst>
        <pc:docMk/>
      </pc:docMkLst>
      <pc:sldChg chg="addSp delSp modSp">
        <pc:chgData name="Muhammed Miah" userId="S::muhammed.miah@sandwell.ac.uk::0e20bf18-5ea6-47bf-82bb-ae77a37497ea" providerId="AD" clId="Web-{B0010497-F784-12E5-8E79-8EC58A92BBF7}" dt="2025-11-25T16:36:17.803" v="80" actId="20577"/>
        <pc:sldMkLst>
          <pc:docMk/>
          <pc:sldMk cId="2109011322" sldId="260"/>
        </pc:sldMkLst>
        <pc:spChg chg="mod">
          <ac:chgData name="Muhammed Miah" userId="S::muhammed.miah@sandwell.ac.uk::0e20bf18-5ea6-47bf-82bb-ae77a37497ea" providerId="AD" clId="Web-{B0010497-F784-12E5-8E79-8EC58A92BBF7}" dt="2025-11-25T16:36:17.803" v="80" actId="20577"/>
          <ac:spMkLst>
            <pc:docMk/>
            <pc:sldMk cId="2109011322" sldId="260"/>
            <ac:spMk id="2" creationId="{BDFABEA4-FF25-8F54-723F-CFB9394A8D5F}"/>
          </ac:spMkLst>
        </pc:spChg>
        <pc:picChg chg="add mod">
          <ac:chgData name="Muhammed Miah" userId="S::muhammed.miah@sandwell.ac.uk::0e20bf18-5ea6-47bf-82bb-ae77a37497ea" providerId="AD" clId="Web-{B0010497-F784-12E5-8E79-8EC58A92BBF7}" dt="2025-11-25T16:33:57.076" v="11" actId="1076"/>
          <ac:picMkLst>
            <pc:docMk/>
            <pc:sldMk cId="2109011322" sldId="260"/>
            <ac:picMk id="3" creationId="{436A6C4F-7CAD-1120-149E-9DE90CCEC095}"/>
          </ac:picMkLst>
        </pc:picChg>
        <pc:picChg chg="del">
          <ac:chgData name="Muhammed Miah" userId="S::muhammed.miah@sandwell.ac.uk::0e20bf18-5ea6-47bf-82bb-ae77a37497ea" providerId="AD" clId="Web-{B0010497-F784-12E5-8E79-8EC58A92BBF7}" dt="2025-11-25T16:33:46.591" v="6"/>
          <ac:picMkLst>
            <pc:docMk/>
            <pc:sldMk cId="2109011322" sldId="260"/>
            <ac:picMk id="5" creationId="{4D98E83D-ACD3-8508-A10A-2396B54B6431}"/>
          </ac:picMkLst>
        </pc:picChg>
      </pc:sldChg>
      <pc:sldChg chg="addSp delSp modSp">
        <pc:chgData name="Muhammed Miah" userId="S::muhammed.miah@sandwell.ac.uk::0e20bf18-5ea6-47bf-82bb-ae77a37497ea" providerId="AD" clId="Web-{B0010497-F784-12E5-8E79-8EC58A92BBF7}" dt="2025-11-25T16:33:18.339" v="5" actId="1076"/>
        <pc:sldMkLst>
          <pc:docMk/>
          <pc:sldMk cId="600303302" sldId="262"/>
        </pc:sldMkLst>
        <pc:spChg chg="add del mod">
          <ac:chgData name="Muhammed Miah" userId="S::muhammed.miah@sandwell.ac.uk::0e20bf18-5ea6-47bf-82bb-ae77a37497ea" providerId="AD" clId="Web-{B0010497-F784-12E5-8E79-8EC58A92BBF7}" dt="2025-11-25T16:33:09.135" v="1"/>
          <ac:spMkLst>
            <pc:docMk/>
            <pc:sldMk cId="600303302" sldId="262"/>
            <ac:spMk id="5" creationId="{243F2D15-B3A0-91DE-51F6-129A934F87A2}"/>
          </ac:spMkLst>
        </pc:spChg>
        <pc:picChg chg="del">
          <ac:chgData name="Muhammed Miah" userId="S::muhammed.miah@sandwell.ac.uk::0e20bf18-5ea6-47bf-82bb-ae77a37497ea" providerId="AD" clId="Web-{B0010497-F784-12E5-8E79-8EC58A92BBF7}" dt="2025-11-25T16:33:07.948" v="0"/>
          <ac:picMkLst>
            <pc:docMk/>
            <pc:sldMk cId="600303302" sldId="262"/>
            <ac:picMk id="4" creationId="{98EC093E-F6BE-16DC-A4F0-6FD2987C9C35}"/>
          </ac:picMkLst>
        </pc:picChg>
        <pc:picChg chg="add mod ord">
          <ac:chgData name="Muhammed Miah" userId="S::muhammed.miah@sandwell.ac.uk::0e20bf18-5ea6-47bf-82bb-ae77a37497ea" providerId="AD" clId="Web-{B0010497-F784-12E5-8E79-8EC58A92BBF7}" dt="2025-11-25T16:33:18.339" v="5" actId="1076"/>
          <ac:picMkLst>
            <pc:docMk/>
            <pc:sldMk cId="600303302" sldId="262"/>
            <ac:picMk id="6" creationId="{76A0FA35-610D-1309-ACF0-EF32038C5A2E}"/>
          </ac:picMkLst>
        </pc:picChg>
        <pc:picChg chg="del">
          <ac:chgData name="Muhammed Miah" userId="S::muhammed.miah@sandwell.ac.uk::0e20bf18-5ea6-47bf-82bb-ae77a37497ea" providerId="AD" clId="Web-{B0010497-F784-12E5-8E79-8EC58A92BBF7}" dt="2025-11-25T16:33:10.401" v="2"/>
          <ac:picMkLst>
            <pc:docMk/>
            <pc:sldMk cId="600303302" sldId="262"/>
            <ac:picMk id="7" creationId="{CA145999-19CF-7B1D-13CF-EF0D70BF609E}"/>
          </ac:picMkLst>
        </pc:picChg>
      </pc:sldChg>
      <pc:sldChg chg="addSp modSp new del mod setBg">
        <pc:chgData name="Muhammed Miah" userId="S::muhammed.miah@sandwell.ac.uk::0e20bf18-5ea6-47bf-82bb-ae77a37497ea" providerId="AD" clId="Web-{B0010497-F784-12E5-8E79-8EC58A92BBF7}" dt="2025-11-25T16:36:19.600" v="81"/>
        <pc:sldMkLst>
          <pc:docMk/>
          <pc:sldMk cId="2177525888" sldId="263"/>
        </pc:sldMkLst>
        <pc:spChg chg="mod">
          <ac:chgData name="Muhammed Miah" userId="S::muhammed.miah@sandwell.ac.uk::0e20bf18-5ea6-47bf-82bb-ae77a37497ea" providerId="AD" clId="Web-{B0010497-F784-12E5-8E79-8EC58A92BBF7}" dt="2025-11-25T16:35:10.534" v="51"/>
          <ac:spMkLst>
            <pc:docMk/>
            <pc:sldMk cId="2177525888" sldId="263"/>
            <ac:spMk id="2" creationId="{AD0AC4C0-954F-1F8E-9595-F7B2F0F22F08}"/>
          </ac:spMkLst>
        </pc:spChg>
        <pc:spChg chg="mod">
          <ac:chgData name="Muhammed Miah" userId="S::muhammed.miah@sandwell.ac.uk::0e20bf18-5ea6-47bf-82bb-ae77a37497ea" providerId="AD" clId="Web-{B0010497-F784-12E5-8E79-8EC58A92BBF7}" dt="2025-11-25T16:35:10.534" v="51"/>
          <ac:spMkLst>
            <pc:docMk/>
            <pc:sldMk cId="2177525888" sldId="263"/>
            <ac:spMk id="3" creationId="{F7CE16B7-11E4-1DAE-A84E-5CE9DBD89FEC}"/>
          </ac:spMkLst>
        </pc:spChg>
        <pc:spChg chg="add">
          <ac:chgData name="Muhammed Miah" userId="S::muhammed.miah@sandwell.ac.uk::0e20bf18-5ea6-47bf-82bb-ae77a37497ea" providerId="AD" clId="Web-{B0010497-F784-12E5-8E79-8EC58A92BBF7}" dt="2025-11-25T16:35:10.534" v="51"/>
          <ac:spMkLst>
            <pc:docMk/>
            <pc:sldMk cId="2177525888" sldId="263"/>
            <ac:spMk id="9" creationId="{743AA782-23D1-4521-8CAD-47662984AA08}"/>
          </ac:spMkLst>
        </pc:spChg>
        <pc:spChg chg="add">
          <ac:chgData name="Muhammed Miah" userId="S::muhammed.miah@sandwell.ac.uk::0e20bf18-5ea6-47bf-82bb-ae77a37497ea" providerId="AD" clId="Web-{B0010497-F784-12E5-8E79-8EC58A92BBF7}" dt="2025-11-25T16:35:10.534" v="51"/>
          <ac:spMkLst>
            <pc:docMk/>
            <pc:sldMk cId="2177525888" sldId="263"/>
            <ac:spMk id="11" creationId="{650D18FE-0824-4A46-B22C-A86B52E5780A}"/>
          </ac:spMkLst>
        </pc:spChg>
        <pc:picChg chg="add mod">
          <ac:chgData name="Muhammed Miah" userId="S::muhammed.miah@sandwell.ac.uk::0e20bf18-5ea6-47bf-82bb-ae77a37497ea" providerId="AD" clId="Web-{B0010497-F784-12E5-8E79-8EC58A92BBF7}" dt="2025-11-25T16:35:10.534" v="51"/>
          <ac:picMkLst>
            <pc:docMk/>
            <pc:sldMk cId="2177525888" sldId="263"/>
            <ac:picMk id="4" creationId="{265E9141-E7F8-8D76-A591-9717DB55180C}"/>
          </ac:picMkLst>
        </pc:picChg>
      </pc:sldChg>
      <pc:sldChg chg="addSp delSp modSp new mod setBg">
        <pc:chgData name="Muhammed Miah" userId="S::muhammed.miah@sandwell.ac.uk::0e20bf18-5ea6-47bf-82bb-ae77a37497ea" providerId="AD" clId="Web-{B0010497-F784-12E5-8E79-8EC58A92BBF7}" dt="2025-11-25T16:37:01.992" v="91" actId="1076"/>
        <pc:sldMkLst>
          <pc:docMk/>
          <pc:sldMk cId="2356635260" sldId="264"/>
        </pc:sldMkLst>
        <pc:spChg chg="mod">
          <ac:chgData name="Muhammed Miah" userId="S::muhammed.miah@sandwell.ac.uk::0e20bf18-5ea6-47bf-82bb-ae77a37497ea" providerId="AD" clId="Web-{B0010497-F784-12E5-8E79-8EC58A92BBF7}" dt="2025-11-25T16:36:34.507" v="82"/>
          <ac:spMkLst>
            <pc:docMk/>
            <pc:sldMk cId="2356635260" sldId="264"/>
            <ac:spMk id="2" creationId="{FD19391A-BA44-B1E4-D49E-921AEB3F0D59}"/>
          </ac:spMkLst>
        </pc:spChg>
        <pc:spChg chg="del">
          <ac:chgData name="Muhammed Miah" userId="S::muhammed.miah@sandwell.ac.uk::0e20bf18-5ea6-47bf-82bb-ae77a37497ea" providerId="AD" clId="Web-{B0010497-F784-12E5-8E79-8EC58A92BBF7}" dt="2025-11-25T16:34:59.205" v="50"/>
          <ac:spMkLst>
            <pc:docMk/>
            <pc:sldMk cId="2356635260" sldId="264"/>
            <ac:spMk id="3" creationId="{4F585B26-1F68-8E2B-CDBD-747952B9C488}"/>
          </ac:spMkLst>
        </pc:spChg>
        <pc:spChg chg="add del">
          <ac:chgData name="Muhammed Miah" userId="S::muhammed.miah@sandwell.ac.uk::0e20bf18-5ea6-47bf-82bb-ae77a37497ea" providerId="AD" clId="Web-{B0010497-F784-12E5-8E79-8EC58A92BBF7}" dt="2025-11-25T16:36:37.897" v="83"/>
          <ac:spMkLst>
            <pc:docMk/>
            <pc:sldMk cId="2356635260" sldId="264"/>
            <ac:spMk id="8" creationId="{61E38078-ADDF-F6FA-BBA2-C2D96E33F8DE}"/>
          </ac:spMkLst>
        </pc:spChg>
        <pc:spChg chg="add">
          <ac:chgData name="Muhammed Miah" userId="S::muhammed.miah@sandwell.ac.uk::0e20bf18-5ea6-47bf-82bb-ae77a37497ea" providerId="AD" clId="Web-{B0010497-F784-12E5-8E79-8EC58A92BBF7}" dt="2025-11-25T16:36:34.507" v="82"/>
          <ac:spMkLst>
            <pc:docMk/>
            <pc:sldMk cId="2356635260" sldId="264"/>
            <ac:spMk id="11" creationId="{E9361D0E-0B35-42DA-8779-9780B96F55B1}"/>
          </ac:spMkLst>
        </pc:spChg>
        <pc:spChg chg="add">
          <ac:chgData name="Muhammed Miah" userId="S::muhammed.miah@sandwell.ac.uk::0e20bf18-5ea6-47bf-82bb-ae77a37497ea" providerId="AD" clId="Web-{B0010497-F784-12E5-8E79-8EC58A92BBF7}" dt="2025-11-25T16:36:34.507" v="82"/>
          <ac:spMkLst>
            <pc:docMk/>
            <pc:sldMk cId="2356635260" sldId="264"/>
            <ac:spMk id="13" creationId="{6EECC08E-F4F5-429A-B70B-B378AC0B0CE7}"/>
          </ac:spMkLst>
        </pc:spChg>
        <pc:picChg chg="add mod ord">
          <ac:chgData name="Muhammed Miah" userId="S::muhammed.miah@sandwell.ac.uk::0e20bf18-5ea6-47bf-82bb-ae77a37497ea" providerId="AD" clId="Web-{B0010497-F784-12E5-8E79-8EC58A92BBF7}" dt="2025-11-25T16:37:01.992" v="91" actId="1076"/>
          <ac:picMkLst>
            <pc:docMk/>
            <pc:sldMk cId="2356635260" sldId="264"/>
            <ac:picMk id="4" creationId="{41F462A4-5D46-952F-A897-363859100439}"/>
          </ac:picMkLst>
        </pc:picChg>
      </pc:sldChg>
      <pc:sldChg chg="addSp delSp modSp add replId">
        <pc:chgData name="Muhammed Miah" userId="S::muhammed.miah@sandwell.ac.uk::0e20bf18-5ea6-47bf-82bb-ae77a37497ea" providerId="AD" clId="Web-{B0010497-F784-12E5-8E79-8EC58A92BBF7}" dt="2025-11-25T16:36:13.443" v="76" actId="20577"/>
        <pc:sldMkLst>
          <pc:docMk/>
          <pc:sldMk cId="1106773234" sldId="265"/>
        </pc:sldMkLst>
        <pc:spChg chg="mod">
          <ac:chgData name="Muhammed Miah" userId="S::muhammed.miah@sandwell.ac.uk::0e20bf18-5ea6-47bf-82bb-ae77a37497ea" providerId="AD" clId="Web-{B0010497-F784-12E5-8E79-8EC58A92BBF7}" dt="2025-11-25T16:36:13.443" v="76" actId="20577"/>
          <ac:spMkLst>
            <pc:docMk/>
            <pc:sldMk cId="1106773234" sldId="265"/>
            <ac:spMk id="2" creationId="{DAF5CAC2-7BC3-9304-043B-30B7ED64A36B}"/>
          </ac:spMkLst>
        </pc:spChg>
        <pc:spChg chg="mod">
          <ac:chgData name="Muhammed Miah" userId="S::muhammed.miah@sandwell.ac.uk::0e20bf18-5ea6-47bf-82bb-ae77a37497ea" providerId="AD" clId="Web-{B0010497-F784-12E5-8E79-8EC58A92BBF7}" dt="2025-11-25T16:36:00.896" v="71" actId="20577"/>
          <ac:spMkLst>
            <pc:docMk/>
            <pc:sldMk cId="1106773234" sldId="265"/>
            <ac:spMk id="9" creationId="{6FFB1CB1-BCC1-DE06-45C2-15C69F0B678B}"/>
          </ac:spMkLst>
        </pc:spChg>
        <pc:picChg chg="del">
          <ac:chgData name="Muhammed Miah" userId="S::muhammed.miah@sandwell.ac.uk::0e20bf18-5ea6-47bf-82bb-ae77a37497ea" providerId="AD" clId="Web-{B0010497-F784-12E5-8E79-8EC58A92BBF7}" dt="2025-11-25T16:35:30.488" v="57"/>
          <ac:picMkLst>
            <pc:docMk/>
            <pc:sldMk cId="1106773234" sldId="265"/>
            <ac:picMk id="3" creationId="{A53A9CD6-42B0-FD03-DA27-F1D476C63052}"/>
          </ac:picMkLst>
        </pc:picChg>
        <pc:picChg chg="add mod">
          <ac:chgData name="Muhammed Miah" userId="S::muhammed.miah@sandwell.ac.uk::0e20bf18-5ea6-47bf-82bb-ae77a37497ea" providerId="AD" clId="Web-{B0010497-F784-12E5-8E79-8EC58A92BBF7}" dt="2025-11-25T16:35:40.270" v="62" actId="1076"/>
          <ac:picMkLst>
            <pc:docMk/>
            <pc:sldMk cId="1106773234" sldId="265"/>
            <ac:picMk id="5" creationId="{D2754330-DD2C-8FD9-167B-0A2C4699860D}"/>
          </ac:picMkLst>
        </pc:picChg>
      </pc:sldChg>
      <pc:sldChg chg="add del ord replId">
        <pc:chgData name="Muhammed Miah" userId="S::muhammed.miah@sandwell.ac.uk::0e20bf18-5ea6-47bf-82bb-ae77a37497ea" providerId="AD" clId="Web-{B0010497-F784-12E5-8E79-8EC58A92BBF7}" dt="2025-11-25T16:36:51.820" v="86"/>
        <pc:sldMkLst>
          <pc:docMk/>
          <pc:sldMk cId="250217548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6119-C7C3-52C7-D446-612E5C1B1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0C9A5-DBF7-A809-42D9-48A71AAD8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2F831-DA28-5F8E-212F-B967E17F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EB66-9A67-D933-620A-B13520A6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BCF06-6D2C-93D3-4146-74075D9D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7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440B-EFDA-7166-F542-C6E4CB9F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F9BB6-310F-FEEC-9E77-3881FE85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8B060-EC96-207F-D0C4-78A4993B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A240B-DDB4-64B7-4D8F-012D38A9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58C3A-1F17-745D-3504-75693E55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81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FD2C-EF59-D164-1A43-836DBE2C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06E0B-A49A-E184-50A5-0F3563B9B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21C5E-4B84-E4D3-1853-5F7AD893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65693-67CA-A675-9E1E-23925277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C753-2DC8-145A-EFC3-5975770A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1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CDB3-3779-8243-EB9F-F15A3757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E73C4-97AF-F613-C710-24D6B3BC0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DA9E7-0703-0741-3CB9-0BD3925A8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87EE8-87BE-72D9-E520-98D8AB03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1AEDA-C319-21EF-59B2-6E7483E6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F7D31-BA57-63A5-61B5-709A8D45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68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F65F-8A9B-C4FE-16E3-219B8B11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0CA6A-FC98-8964-D7E0-369AF762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D8D84-E024-A6F2-EEB0-B1DD4908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7561F-C861-8F8C-E823-F143D3C83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D7C4C-5E48-9F31-FE86-C33E1FBE8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E025E-547B-A325-8AFB-6D4CB7C1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3D3B12-4A84-F781-315A-3D4CF53C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7CD42-9BC0-619F-1BB8-2263651D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12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E426-012B-3FB0-2590-9655818D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E1A78-6756-073F-2B78-1161D73C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42750-6CC1-8CC5-DEBA-B0809002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D9DCB-B62A-7F58-A5FD-C0FD0633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8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3972C-E432-7BB1-DCB1-73AB1ED7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59A4C-D080-9F08-8909-4FCA5FE3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341C9-786D-0A4C-2B3D-BD915113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69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57C7-0140-A0C3-3D7C-BC7150CB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76F8-DCE8-3057-D212-579A4F352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44910-8648-371F-15BC-7F018050F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2B2A3-C216-1D1B-9732-41648686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0D56A-9BB6-C945-0E41-8100DF6D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AF9CC-EA42-31DD-DCBD-E94401C0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16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D8E8-4062-79E1-C98D-6DDE8B95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8A72C-0BE9-8A19-3286-68B12D4CA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E0D3-B43C-C7BC-5C21-74FF8711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27D15-597A-D134-1CAA-A1063350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D22D2-DE2F-5B2A-FBFE-4F9B84D0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22789-BD01-18C0-5218-0789999B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69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BB1C-0E6A-91A7-36EC-EB914350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6C82C-8212-380A-649D-1C009FFF8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DE733-6071-0B99-7C69-AE36096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65CF-3EC8-041D-F9D1-392EDF7D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97FAE-1E2D-B506-2A32-EEC0D9BF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72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2FD2A-2108-DB61-62B5-8F40EFD79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832C2-1D72-69DD-D3D5-B0E03CDE7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84543-1D42-E5FD-7259-45B19DE5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E41CA-E1AA-327F-B055-476DC002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FA88-BB26-77BB-0389-68AE2A00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410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2C046-9D87-EF5D-C579-BFA7F1FC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81FE5-C78B-F2ED-9E00-72671E056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19096-67D7-E74F-3599-8BF1DE863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199D8-285F-4940-8677-AD2FC979DF2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38F2-4AB8-AB77-E9F2-C5DA2AD06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DD44-A1C7-E1E6-A11B-5D58DEF0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6893C-BDE7-41CE-9695-C00B7F15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88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AA288-87A0-2811-37C1-3F262B4F6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021" y="2860279"/>
            <a:ext cx="6884895" cy="1134387"/>
          </a:xfrm>
        </p:spPr>
        <p:txBody>
          <a:bodyPr anchor="b">
            <a:normAutofit/>
          </a:bodyPr>
          <a:lstStyle/>
          <a:p>
            <a:r>
              <a:rPr lang="en-GB" sz="6600" b="1" dirty="0">
                <a:solidFill>
                  <a:srgbClr val="595959"/>
                </a:solidFill>
              </a:rPr>
              <a:t>Seed Data</a:t>
            </a:r>
          </a:p>
        </p:txBody>
      </p:sp>
    </p:spTree>
    <p:extLst>
      <p:ext uri="{BB962C8B-B14F-4D97-AF65-F5344CB8AC3E}">
        <p14:creationId xmlns:p14="http://schemas.microsoft.com/office/powerpoint/2010/main" val="80394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5CD6D-A0D1-764F-E234-096158F3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15" y="1808855"/>
            <a:ext cx="2552956" cy="3240290"/>
          </a:xfrm>
        </p:spPr>
        <p:txBody>
          <a:bodyPr>
            <a:normAutofit/>
          </a:bodyPr>
          <a:lstStyle/>
          <a:p>
            <a:pPr algn="ctr"/>
            <a:r>
              <a:rPr lang="en-GB" sz="2400">
                <a:solidFill>
                  <a:schemeClr val="tx1">
                    <a:lumMod val="65000"/>
                    <a:lumOff val="35000"/>
                  </a:schemeClr>
                </a:solidFill>
              </a:rPr>
              <a:t>What is Seed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BD0A-D964-11E0-6954-748A72F2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610" y="871442"/>
            <a:ext cx="4363748" cy="5115116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when you add data to your database by default</a:t>
            </a:r>
          </a:p>
          <a:p>
            <a:endParaRPr lang="en-GB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Allows you to preload your database with a set of data ready for you to test other functions</a:t>
            </a:r>
          </a:p>
          <a:p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50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971CD-6AE6-46E2-F2A0-5FEC71DC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2233048"/>
            <a:ext cx="2924843" cy="23978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Add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a new class in the Data folder called </a:t>
            </a:r>
            <a:r>
              <a:rPr lang="en-US" sz="3200" b="1" kern="12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SeedData</a:t>
            </a:r>
            <a:endParaRPr lang="en-US" sz="3200" b="1" kern="1200">
              <a:solidFill>
                <a:srgbClr val="595959"/>
              </a:solidFill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BA3FF-DF62-DFFC-1334-C7142452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1" b="2"/>
          <a:stretch/>
        </p:blipFill>
        <p:spPr>
          <a:xfrm>
            <a:off x="6405312" y="685799"/>
            <a:ext cx="411779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6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971CD-6AE6-46E2-F2A0-5FEC71DC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09" y="459210"/>
            <a:ext cx="4430104" cy="13922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Create a new method in Seed </a:t>
            </a:r>
            <a:r>
              <a:rPr lang="en-US" sz="3200" b="1" dirty="0" err="1">
                <a:solidFill>
                  <a:srgbClr val="595959"/>
                </a:solidFill>
              </a:rPr>
              <a:t>Data.cs</a:t>
            </a:r>
            <a:r>
              <a:rPr lang="en-US" sz="3200" b="1" dirty="0">
                <a:solidFill>
                  <a:srgbClr val="595959"/>
                </a:solidFill>
              </a:rPr>
              <a:t> called </a:t>
            </a:r>
            <a:r>
              <a:rPr lang="en-US" sz="3200" b="1" dirty="0" err="1">
                <a:solidFill>
                  <a:srgbClr val="595959"/>
                </a:solidFill>
              </a:rPr>
              <a:t>SeedHotelRooms</a:t>
            </a:r>
            <a:endParaRPr lang="en-US" dirty="0" err="1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CF41EA8-47DC-B4C8-A1C9-3A97DF5FD97C}"/>
              </a:ext>
            </a:extLst>
          </p:cNvPr>
          <p:cNvSpPr>
            <a:spLocks noGrp="1"/>
          </p:cNvSpPr>
          <p:nvPr/>
        </p:nvSpPr>
        <p:spPr>
          <a:xfrm>
            <a:off x="215622" y="2309927"/>
            <a:ext cx="4353116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595959"/>
                </a:solidFill>
              </a:rPr>
              <a:t>We first check to see if there is any data in Hotel Rooms table</a:t>
            </a:r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If there is none, we create a list of the different rooms we want to add </a:t>
            </a:r>
            <a:r>
              <a:rPr lang="en-US" sz="2000">
                <a:solidFill>
                  <a:srgbClr val="595959"/>
                </a:solidFill>
              </a:rPr>
              <a:t>in to the table</a:t>
            </a:r>
            <a:endParaRPr lang="en-US" sz="2000" dirty="0">
              <a:solidFill>
                <a:srgbClr val="595959"/>
              </a:solidFill>
            </a:endParaRPr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Then we use .</a:t>
            </a:r>
            <a:r>
              <a:rPr lang="en-US" sz="2000" dirty="0" err="1">
                <a:solidFill>
                  <a:srgbClr val="595959"/>
                </a:solidFill>
              </a:rPr>
              <a:t>AddRange</a:t>
            </a:r>
            <a:r>
              <a:rPr lang="en-US" sz="2000" dirty="0">
                <a:solidFill>
                  <a:srgbClr val="595959"/>
                </a:solidFill>
              </a:rPr>
              <a:t>() and pass the list through to add those rooms</a:t>
            </a:r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Finally, we save the changes</a:t>
            </a:r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6A0FA35-610D-1309-ACF0-EF32038C5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3962" y="234156"/>
            <a:ext cx="6753225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0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ABEA4-FF25-8F54-723F-CFB9394A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19" y="871442"/>
            <a:ext cx="3016529" cy="5115115"/>
          </a:xfrm>
        </p:spPr>
        <p:txBody>
          <a:bodyPr anchor="ctr">
            <a:normAutofit/>
          </a:bodyPr>
          <a:lstStyle/>
          <a:p>
            <a:pPr algn="ctr"/>
            <a:r>
              <a:rPr lang="en-GB" sz="2800" b="1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</a:rPr>
              <a:t>Add these lines of code to your Program.cs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9E00FD-1FAF-5020-FEBE-C26878FE0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234" y="3734206"/>
            <a:ext cx="5673320" cy="1253655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595959"/>
                </a:solidFill>
              </a:rPr>
              <a:t>This makes it so that it will run when the program is started and built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36A6C4F-7CAD-1120-149E-9DE90CCE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1857375"/>
            <a:ext cx="71151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1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E1F7E-AE73-89E5-E2EF-37A1B478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4487517-714C-E954-C0D2-A032A8634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5CAC2-7BC3-9304-043B-30B7ED64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19" y="871442"/>
            <a:ext cx="3016529" cy="5115115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ea typeface="+mj-lt"/>
                <a:cs typeface="+mj-lt"/>
              </a:rPr>
              <a:t>Seed Bookings</a:t>
            </a:r>
            <a:endParaRPr lang="en-GB" sz="3600" b="1">
              <a:solidFill>
                <a:schemeClr val="tx1">
                  <a:lumMod val="65000"/>
                  <a:lumOff val="35000"/>
                </a:schemeClr>
              </a:solidFill>
              <a:ea typeface="+mj-lt"/>
              <a:cs typeface="+mj-lt"/>
            </a:endParaRPr>
          </a:p>
          <a:p>
            <a:pPr algn="ctr"/>
            <a:endParaRPr lang="en-GB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5D1139-14CF-B834-6FD8-919F80F9A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B1CB1-BCC1-DE06-45C2-15C69F0B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234" y="4734331"/>
            <a:ext cx="5673320" cy="1253655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ea typeface="+mn-lt"/>
                <a:cs typeface="+mn-lt"/>
              </a:rPr>
              <a:t>Slightly different as we need to pass through the hotel room</a:t>
            </a:r>
            <a:endParaRPr lang="en-US"/>
          </a:p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ea typeface="+mn-lt"/>
                <a:cs typeface="+mn-lt"/>
              </a:rPr>
              <a:t>Similar to the Create Post Method</a:t>
            </a:r>
            <a:r>
              <a:rPr lang="en-US" dirty="0">
                <a:solidFill>
                  <a:srgbClr val="595959"/>
                </a:solidFill>
                <a:ea typeface="+mn-lt"/>
                <a:cs typeface="+mn-lt"/>
              </a:rPr>
              <a:t> </a:t>
            </a:r>
          </a:p>
          <a:p>
            <a:pPr>
              <a:buFont typeface="Arial"/>
              <a:buChar char="•"/>
            </a:pPr>
            <a:endParaRPr lang="en-US" dirty="0">
              <a:solidFill>
                <a:srgbClr val="595959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b="1" dirty="0">
              <a:solidFill>
                <a:srgbClr val="595959"/>
              </a:solidFill>
            </a:endParaRP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2754330-DD2C-8FD9-167B-0A2C46998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673" y="679010"/>
            <a:ext cx="6963918" cy="351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7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9391A-BA44-B1E4-D49E-921AEB3F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19" y="871442"/>
            <a:ext cx="3016529" cy="511511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Update the Program.cs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1F462A4-5D46-952F-A897-36385910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909" y="2777116"/>
            <a:ext cx="7073495" cy="130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3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A53A9-D9A1-43D6-F608-6B99D13B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83" y="2679149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Try </a:t>
            </a:r>
            <a:r>
              <a:rPr lang="en-US" sz="9600" b="1" dirty="0">
                <a:solidFill>
                  <a:srgbClr val="595959"/>
                </a:solidFill>
              </a:rPr>
              <a:t>It Out</a:t>
            </a:r>
            <a:endParaRPr lang="en-US" sz="96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2136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DD39FE071D564795067ADFDB96A36A" ma:contentTypeVersion="17" ma:contentTypeDescription="Create a new document." ma:contentTypeScope="" ma:versionID="bda3f28456a59b603796b53fa3956e20">
  <xsd:schema xmlns:xsd="http://www.w3.org/2001/XMLSchema" xmlns:xs="http://www.w3.org/2001/XMLSchema" xmlns:p="http://schemas.microsoft.com/office/2006/metadata/properties" xmlns:ns3="0399ea55-a39e-4834-8b03-d5f211c695e6" xmlns:ns4="e0aebca0-090b-4af8-98ba-5797179d3e9a" targetNamespace="http://schemas.microsoft.com/office/2006/metadata/properties" ma:root="true" ma:fieldsID="9c15a7cb593d8d0dbff9bf05870a18c6" ns3:_="" ns4:_="">
    <xsd:import namespace="0399ea55-a39e-4834-8b03-d5f211c695e6"/>
    <xsd:import namespace="e0aebca0-090b-4af8-98ba-5797179d3e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9ea55-a39e-4834-8b03-d5f211c695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aebca0-090b-4af8-98ba-5797179d3e9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99ea55-a39e-4834-8b03-d5f211c695e6" xsi:nil="true"/>
  </documentManagement>
</p:properties>
</file>

<file path=customXml/itemProps1.xml><?xml version="1.0" encoding="utf-8"?>
<ds:datastoreItem xmlns:ds="http://schemas.openxmlformats.org/officeDocument/2006/customXml" ds:itemID="{EFE3FFD9-CDBC-4B70-AEC5-E6521B18B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99ea55-a39e-4834-8b03-d5f211c695e6"/>
    <ds:schemaRef ds:uri="e0aebca0-090b-4af8-98ba-5797179d3e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2E9494-67D5-4D1C-B5B2-A6497D68D6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0AE162-DCCA-4477-A441-790B9489E89F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0399ea55-a39e-4834-8b03-d5f211c695e6"/>
    <ds:schemaRef ds:uri="http://purl.org/dc/terms/"/>
    <ds:schemaRef ds:uri="http://schemas.microsoft.com/office/infopath/2007/PartnerControls"/>
    <ds:schemaRef ds:uri="http://purl.org/dc/dcmitype/"/>
    <ds:schemaRef ds:uri="e0aebca0-090b-4af8-98ba-5797179d3e9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Seed Data</vt:lpstr>
      <vt:lpstr>What is Seed Data?</vt:lpstr>
      <vt:lpstr>Add a new class in the Data folder called SeedData</vt:lpstr>
      <vt:lpstr>Create a new method in Seed Data.cs called SeedHotelRooms</vt:lpstr>
      <vt:lpstr>Add these lines of code to your Program.cs</vt:lpstr>
      <vt:lpstr>Seed Bookings </vt:lpstr>
      <vt:lpstr>Update the Program.cs</vt:lpstr>
      <vt:lpstr>Try It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Miah</dc:creator>
  <cp:lastModifiedBy>Muhammed Miah</cp:lastModifiedBy>
  <cp:revision>72</cp:revision>
  <dcterms:created xsi:type="dcterms:W3CDTF">2024-11-10T00:06:21Z</dcterms:created>
  <dcterms:modified xsi:type="dcterms:W3CDTF">2025-11-25T16:37:05Z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0x010100EADD39FE071D564795067ADFDB96A36A</vt:lpwstr>
  </property>
</Properties>
</file>