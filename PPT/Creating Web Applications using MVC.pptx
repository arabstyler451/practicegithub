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6" r:id="rId44"/>
    <p:sldId id="301" r:id="rId45"/>
    <p:sldId id="302" r:id="rId46"/>
    <p:sldId id="303" r:id="rId47"/>
    <p:sldId id="304" r:id="rId48"/>
    <p:sldId id="305" r:id="rId4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0A6C77-B39C-4756-8BCA-5824445D0FB9}" v="1016" dt="2023-02-26T02:21:21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D60A6C77-B39C-4756-8BCA-5824445D0FB9}"/>
    <pc:docChg chg="modSld">
      <pc:chgData name="" userId="" providerId="" clId="Web-{D60A6C77-B39C-4756-8BCA-5824445D0FB9}" dt="2023-02-26T01:31:05.738" v="9" actId="20577"/>
      <pc:docMkLst>
        <pc:docMk/>
      </pc:docMkLst>
      <pc:sldChg chg="modSp">
        <pc:chgData name="" userId="" providerId="" clId="Web-{D60A6C77-B39C-4756-8BCA-5824445D0FB9}" dt="2023-02-26T01:31:05.738" v="9" actId="20577"/>
        <pc:sldMkLst>
          <pc:docMk/>
          <pc:sldMk cId="109857222" sldId="256"/>
        </pc:sldMkLst>
        <pc:spChg chg="mod">
          <ac:chgData name="" userId="" providerId="" clId="Web-{D60A6C77-B39C-4756-8BCA-5824445D0FB9}" dt="2023-02-26T01:31:05.738" v="9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Muhammed Miah" userId="S::muhammed.miah@sandwell.ac.uk::0e20bf18-5ea6-47bf-82bb-ae77a37497ea" providerId="AD" clId="Web-{D60A6C77-B39C-4756-8BCA-5824445D0FB9}"/>
    <pc:docChg chg="addSld delSld modSld sldOrd">
      <pc:chgData name="Muhammed Miah" userId="S::muhammed.miah@sandwell.ac.uk::0e20bf18-5ea6-47bf-82bb-ae77a37497ea" providerId="AD" clId="Web-{D60A6C77-B39C-4756-8BCA-5824445D0FB9}" dt="2023-02-26T02:21:25.124" v="1013"/>
      <pc:docMkLst>
        <pc:docMk/>
      </pc:docMkLst>
      <pc:sldChg chg="addSp modSp mod setBg addAnim">
        <pc:chgData name="Muhammed Miah" userId="S::muhammed.miah@sandwell.ac.uk::0e20bf18-5ea6-47bf-82bb-ae77a37497ea" providerId="AD" clId="Web-{D60A6C77-B39C-4756-8BCA-5824445D0FB9}" dt="2023-02-26T02:11:35.512" v="832"/>
        <pc:sldMkLst>
          <pc:docMk/>
          <pc:sldMk cId="109857222" sldId="256"/>
        </pc:sldMkLst>
        <pc:spChg chg="mod">
          <ac:chgData name="Muhammed Miah" userId="S::muhammed.miah@sandwell.ac.uk::0e20bf18-5ea6-47bf-82bb-ae77a37497ea" providerId="AD" clId="Web-{D60A6C77-B39C-4756-8BCA-5824445D0FB9}" dt="2023-02-26T02:11:35.512" v="83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uhammed Miah" userId="S::muhammed.miah@sandwell.ac.uk::0e20bf18-5ea6-47bf-82bb-ae77a37497ea" providerId="AD" clId="Web-{D60A6C77-B39C-4756-8BCA-5824445D0FB9}" dt="2023-02-26T02:11:35.512" v="83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35.512" v="830"/>
          <ac:spMkLst>
            <pc:docMk/>
            <pc:sldMk cId="109857222" sldId="256"/>
            <ac:spMk id="9" creationId="{9B7AD9F6-8CE7-4299-8FC6-328F4DCD3FF9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35.512" v="830"/>
          <ac:spMkLst>
            <pc:docMk/>
            <pc:sldMk cId="109857222" sldId="256"/>
            <ac:spMk id="11" creationId="{F49775AF-8896-43EE-92C6-83497D6DC56F}"/>
          </ac:spMkLst>
        </pc:spChg>
        <pc:picChg chg="add">
          <ac:chgData name="Muhammed Miah" userId="S::muhammed.miah@sandwell.ac.uk::0e20bf18-5ea6-47bf-82bb-ae77a37497ea" providerId="AD" clId="Web-{D60A6C77-B39C-4756-8BCA-5824445D0FB9}" dt="2023-02-26T02:11:35.512" v="830"/>
          <ac:picMkLst>
            <pc:docMk/>
            <pc:sldMk cId="109857222" sldId="256"/>
            <ac:picMk id="5" creationId="{54DB28D1-9AF0-CC81-ED55-70A25775E479}"/>
          </ac:picMkLst>
        </pc:picChg>
      </pc:sldChg>
      <pc:sldChg chg="modSp new del">
        <pc:chgData name="Muhammed Miah" userId="S::muhammed.miah@sandwell.ac.uk::0e20bf18-5ea6-47bf-82bb-ae77a37497ea" providerId="AD" clId="Web-{D60A6C77-B39C-4756-8BCA-5824445D0FB9}" dt="2023-02-26T02:10:49.652" v="829"/>
        <pc:sldMkLst>
          <pc:docMk/>
          <pc:sldMk cId="3971060424" sldId="257"/>
        </pc:sldMkLst>
        <pc:spChg chg="mod">
          <ac:chgData name="Muhammed Miah" userId="S::muhammed.miah@sandwell.ac.uk::0e20bf18-5ea6-47bf-82bb-ae77a37497ea" providerId="AD" clId="Web-{D60A6C77-B39C-4756-8BCA-5824445D0FB9}" dt="2023-02-26T01:31:34.613" v="17" actId="20577"/>
          <ac:spMkLst>
            <pc:docMk/>
            <pc:sldMk cId="3971060424" sldId="257"/>
            <ac:spMk id="2" creationId="{2474D3E4-A84F-B133-F9EE-D94B26ECFBF0}"/>
          </ac:spMkLst>
        </pc:spChg>
      </pc:sldChg>
      <pc:sldChg chg="modSp new del">
        <pc:chgData name="Muhammed Miah" userId="S::muhammed.miah@sandwell.ac.uk::0e20bf18-5ea6-47bf-82bb-ae77a37497ea" providerId="AD" clId="Web-{D60A6C77-B39C-4756-8BCA-5824445D0FB9}" dt="2023-02-26T02:10:46.746" v="828"/>
        <pc:sldMkLst>
          <pc:docMk/>
          <pc:sldMk cId="2906613350" sldId="258"/>
        </pc:sldMkLst>
        <pc:spChg chg="mod">
          <ac:chgData name="Muhammed Miah" userId="S::muhammed.miah@sandwell.ac.uk::0e20bf18-5ea6-47bf-82bb-ae77a37497ea" providerId="AD" clId="Web-{D60A6C77-B39C-4756-8BCA-5824445D0FB9}" dt="2023-02-26T01:31:46.863" v="26" actId="20577"/>
          <ac:spMkLst>
            <pc:docMk/>
            <pc:sldMk cId="2906613350" sldId="258"/>
            <ac:spMk id="2" creationId="{4202924B-FA06-B839-EDE9-B47E9B5A194B}"/>
          </ac:spMkLst>
        </pc:spChg>
      </pc:sldChg>
      <pc:sldChg chg="addSp modSp new mod setBg">
        <pc:chgData name="Muhammed Miah" userId="S::muhammed.miah@sandwell.ac.uk::0e20bf18-5ea6-47bf-82bb-ae77a37497ea" providerId="AD" clId="Web-{D60A6C77-B39C-4756-8BCA-5824445D0FB9}" dt="2023-02-26T02:11:40.559" v="833"/>
        <pc:sldMkLst>
          <pc:docMk/>
          <pc:sldMk cId="2310115546" sldId="259"/>
        </pc:sldMkLst>
        <pc:spChg chg="mod">
          <ac:chgData name="Muhammed Miah" userId="S::muhammed.miah@sandwell.ac.uk::0e20bf18-5ea6-47bf-82bb-ae77a37497ea" providerId="AD" clId="Web-{D60A6C77-B39C-4756-8BCA-5824445D0FB9}" dt="2023-02-26T02:11:40.559" v="833"/>
          <ac:spMkLst>
            <pc:docMk/>
            <pc:sldMk cId="2310115546" sldId="259"/>
            <ac:spMk id="2" creationId="{F48711CE-CC2D-2991-C076-5879D61BABBD}"/>
          </ac:spMkLst>
        </pc:spChg>
        <pc:spChg chg="mod">
          <ac:chgData name="Muhammed Miah" userId="S::muhammed.miah@sandwell.ac.uk::0e20bf18-5ea6-47bf-82bb-ae77a37497ea" providerId="AD" clId="Web-{D60A6C77-B39C-4756-8BCA-5824445D0FB9}" dt="2023-02-26T02:11:40.559" v="833"/>
          <ac:spMkLst>
            <pc:docMk/>
            <pc:sldMk cId="2310115546" sldId="259"/>
            <ac:spMk id="3" creationId="{6AB19DF6-A6B1-DF03-B5AA-E961AC58544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40.559" v="833"/>
          <ac:spMkLst>
            <pc:docMk/>
            <pc:sldMk cId="2310115546" sldId="259"/>
            <ac:spMk id="8" creationId="{777A147A-9ED8-46B4-8660-1B3C2AA880B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40.559" v="833"/>
          <ac:spMkLst>
            <pc:docMk/>
            <pc:sldMk cId="2310115546" sldId="259"/>
            <ac:spMk id="10" creationId="{5D6C15A0-C087-4593-8414-2B4EC1CDC3DE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1:53.626" v="839"/>
        <pc:sldMkLst>
          <pc:docMk/>
          <pc:sldMk cId="3626124149" sldId="260"/>
        </pc:sldMkLst>
        <pc:spChg chg="mod">
          <ac:chgData name="Muhammed Miah" userId="S::muhammed.miah@sandwell.ac.uk::0e20bf18-5ea6-47bf-82bb-ae77a37497ea" providerId="AD" clId="Web-{D60A6C77-B39C-4756-8BCA-5824445D0FB9}" dt="2023-02-26T02:11:53.626" v="839"/>
          <ac:spMkLst>
            <pc:docMk/>
            <pc:sldMk cId="3626124149" sldId="260"/>
            <ac:spMk id="2" creationId="{2EFAEF5A-7BA2-6D69-6509-C9BC63951ABB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3:33.023" v="40"/>
          <ac:spMkLst>
            <pc:docMk/>
            <pc:sldMk cId="3626124149" sldId="260"/>
            <ac:spMk id="3" creationId="{9D68E06E-AF70-5EDA-A377-5252C44F07DC}"/>
          </ac:spMkLst>
        </pc:spChg>
        <pc:spChg chg="add del mod">
          <ac:chgData name="Muhammed Miah" userId="S::muhammed.miah@sandwell.ac.uk::0e20bf18-5ea6-47bf-82bb-ae77a37497ea" providerId="AD" clId="Web-{D60A6C77-B39C-4756-8BCA-5824445D0FB9}" dt="2023-02-26T02:11:50.064" v="837"/>
          <ac:spMkLst>
            <pc:docMk/>
            <pc:sldMk cId="3626124149" sldId="260"/>
            <ac:spMk id="5" creationId="{48D4F679-E120-1310-1511-F1D98DB10D2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53.626" v="839"/>
          <ac:spMkLst>
            <pc:docMk/>
            <pc:sldMk cId="3626124149" sldId="260"/>
            <ac:spMk id="9" creationId="{6753252F-4873-4F63-801D-CC719279A7D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53.626" v="839"/>
          <ac:spMkLst>
            <pc:docMk/>
            <pc:sldMk cId="3626124149" sldId="260"/>
            <ac:spMk id="11" creationId="{047C8CCB-F95D-4249-92DD-651249D3535A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1:53.626" v="839"/>
          <ac:picMkLst>
            <pc:docMk/>
            <pc:sldMk cId="3626124149" sldId="260"/>
            <ac:picMk id="4" creationId="{7DD364DA-E349-A92B-68B8-0F8EA5AF6371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1:57.798" v="840"/>
        <pc:sldMkLst>
          <pc:docMk/>
          <pc:sldMk cId="4153385700" sldId="261"/>
        </pc:sldMkLst>
        <pc:spChg chg="mod">
          <ac:chgData name="Muhammed Miah" userId="S::muhammed.miah@sandwell.ac.uk::0e20bf18-5ea6-47bf-82bb-ae77a37497ea" providerId="AD" clId="Web-{D60A6C77-B39C-4756-8BCA-5824445D0FB9}" dt="2023-02-26T02:11:57.798" v="840"/>
          <ac:spMkLst>
            <pc:docMk/>
            <pc:sldMk cId="4153385700" sldId="261"/>
            <ac:spMk id="2" creationId="{400F0593-D60A-8D40-F843-2A8998F1FA8D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4:18.290" v="52"/>
          <ac:spMkLst>
            <pc:docMk/>
            <pc:sldMk cId="4153385700" sldId="261"/>
            <ac:spMk id="3" creationId="{0CF0DF3C-3744-9B47-6763-9F70859304F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57.798" v="840"/>
          <ac:spMkLst>
            <pc:docMk/>
            <pc:sldMk cId="4153385700" sldId="261"/>
            <ac:spMk id="9" creationId="{6753252F-4873-4F63-801D-CC719279A7D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1:57.798" v="840"/>
          <ac:spMkLst>
            <pc:docMk/>
            <pc:sldMk cId="4153385700" sldId="261"/>
            <ac:spMk id="11" creationId="{047C8CCB-F95D-4249-92DD-651249D3535A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1:57.798" v="840"/>
          <ac:picMkLst>
            <pc:docMk/>
            <pc:sldMk cId="4153385700" sldId="261"/>
            <ac:picMk id="4" creationId="{15F7592A-C7AA-A1BD-ADFD-433B586E587F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2:01.861" v="841"/>
        <pc:sldMkLst>
          <pc:docMk/>
          <pc:sldMk cId="3345590813" sldId="262"/>
        </pc:sldMkLst>
        <pc:spChg chg="mod">
          <ac:chgData name="Muhammed Miah" userId="S::muhammed.miah@sandwell.ac.uk::0e20bf18-5ea6-47bf-82bb-ae77a37497ea" providerId="AD" clId="Web-{D60A6C77-B39C-4756-8BCA-5824445D0FB9}" dt="2023-02-26T02:12:01.861" v="841"/>
          <ac:spMkLst>
            <pc:docMk/>
            <pc:sldMk cId="3345590813" sldId="262"/>
            <ac:spMk id="2" creationId="{423EEBA1-DDC5-A886-F143-8D35AC182078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5:10.588" v="65"/>
          <ac:spMkLst>
            <pc:docMk/>
            <pc:sldMk cId="3345590813" sldId="262"/>
            <ac:spMk id="3" creationId="{1EB8CABD-6DC2-0CE9-D2EE-F8180095F43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01.861" v="841"/>
          <ac:spMkLst>
            <pc:docMk/>
            <pc:sldMk cId="3345590813" sldId="262"/>
            <ac:spMk id="9" creationId="{6753252F-4873-4F63-801D-CC719279A7D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01.861" v="841"/>
          <ac:spMkLst>
            <pc:docMk/>
            <pc:sldMk cId="3345590813" sldId="262"/>
            <ac:spMk id="11" creationId="{047C8CCB-F95D-4249-92DD-651249D3535A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2:01.861" v="841"/>
          <ac:picMkLst>
            <pc:docMk/>
            <pc:sldMk cId="3345590813" sldId="262"/>
            <ac:picMk id="4" creationId="{5C3DDFC8-FE7D-C4DE-10F5-A73B8350578F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2:05.205" v="842"/>
        <pc:sldMkLst>
          <pc:docMk/>
          <pc:sldMk cId="897838830" sldId="263"/>
        </pc:sldMkLst>
        <pc:spChg chg="mod">
          <ac:chgData name="Muhammed Miah" userId="S::muhammed.miah@sandwell.ac.uk::0e20bf18-5ea6-47bf-82bb-ae77a37497ea" providerId="AD" clId="Web-{D60A6C77-B39C-4756-8BCA-5824445D0FB9}" dt="2023-02-26T02:12:05.205" v="842"/>
          <ac:spMkLst>
            <pc:docMk/>
            <pc:sldMk cId="897838830" sldId="263"/>
            <ac:spMk id="2" creationId="{64589E1B-0555-20D1-C0B9-F3F4F4C926DD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5:36.873" v="72"/>
          <ac:spMkLst>
            <pc:docMk/>
            <pc:sldMk cId="897838830" sldId="263"/>
            <ac:spMk id="3" creationId="{6B51E76F-4F05-CD66-9058-4469B609A354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05.205" v="842"/>
          <ac:spMkLst>
            <pc:docMk/>
            <pc:sldMk cId="897838830" sldId="263"/>
            <ac:spMk id="9" creationId="{6753252F-4873-4F63-801D-CC719279A7D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05.205" v="842"/>
          <ac:spMkLst>
            <pc:docMk/>
            <pc:sldMk cId="897838830" sldId="263"/>
            <ac:spMk id="11" creationId="{047C8CCB-F95D-4249-92DD-651249D3535A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2:05.205" v="842"/>
          <ac:picMkLst>
            <pc:docMk/>
            <pc:sldMk cId="897838830" sldId="263"/>
            <ac:picMk id="4" creationId="{93A61A12-CAEE-302B-BF1F-52666E23C10B}"/>
          </ac:picMkLst>
        </pc:picChg>
      </pc:sldChg>
      <pc:sldChg chg="addSp delSp modSp new mod setBg addAnim">
        <pc:chgData name="Muhammed Miah" userId="S::muhammed.miah@sandwell.ac.uk::0e20bf18-5ea6-47bf-82bb-ae77a37497ea" providerId="AD" clId="Web-{D60A6C77-B39C-4756-8BCA-5824445D0FB9}" dt="2023-02-26T02:12:09.205" v="844"/>
        <pc:sldMkLst>
          <pc:docMk/>
          <pc:sldMk cId="3114027925" sldId="264"/>
        </pc:sldMkLst>
        <pc:spChg chg="mod">
          <ac:chgData name="Muhammed Miah" userId="S::muhammed.miah@sandwell.ac.uk::0e20bf18-5ea6-47bf-82bb-ae77a37497ea" providerId="AD" clId="Web-{D60A6C77-B39C-4756-8BCA-5824445D0FB9}" dt="2023-02-26T02:12:09.205" v="843"/>
          <ac:spMkLst>
            <pc:docMk/>
            <pc:sldMk cId="3114027925" sldId="264"/>
            <ac:spMk id="2" creationId="{DC29EB04-2CAD-7FE8-392E-7B93CDB2F1D0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6:18.873" v="103"/>
          <ac:spMkLst>
            <pc:docMk/>
            <pc:sldMk cId="3114027925" sldId="264"/>
            <ac:spMk id="3" creationId="{02D6C6E4-54AE-5788-BE3D-A79EB92B550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09.205" v="843"/>
          <ac:spMkLst>
            <pc:docMk/>
            <pc:sldMk cId="3114027925" sldId="264"/>
            <ac:spMk id="7" creationId="{2A8AA5BC-4F7A-4226-8F99-6D824B226A97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09.205" v="843"/>
          <ac:spMkLst>
            <pc:docMk/>
            <pc:sldMk cId="3114027925" sldId="264"/>
            <ac:spMk id="9" creationId="{192416F2-BC84-4D7C-80C6-6296C10C3819}"/>
          </ac:spMkLst>
        </pc:spChg>
        <pc:cxnChg chg="add">
          <ac:chgData name="Muhammed Miah" userId="S::muhammed.miah@sandwell.ac.uk::0e20bf18-5ea6-47bf-82bb-ae77a37497ea" providerId="AD" clId="Web-{D60A6C77-B39C-4756-8BCA-5824445D0FB9}" dt="2023-02-26T02:12:09.205" v="843"/>
          <ac:cxnSpMkLst>
            <pc:docMk/>
            <pc:sldMk cId="3114027925" sldId="264"/>
            <ac:cxnSpMk id="11" creationId="{2330623A-AB89-4E04-AC9A-2BAFBF85AE3A}"/>
          </ac:cxnSpMkLst>
        </pc:cxnChg>
      </pc:sldChg>
      <pc:sldChg chg="addSp delSp modSp new mod setBg addAnim">
        <pc:chgData name="Muhammed Miah" userId="S::muhammed.miah@sandwell.ac.uk::0e20bf18-5ea6-47bf-82bb-ae77a37497ea" providerId="AD" clId="Web-{D60A6C77-B39C-4756-8BCA-5824445D0FB9}" dt="2023-02-26T02:12:32.767" v="848"/>
        <pc:sldMkLst>
          <pc:docMk/>
          <pc:sldMk cId="3328347847" sldId="265"/>
        </pc:sldMkLst>
        <pc:spChg chg="mod ord">
          <ac:chgData name="Muhammed Miah" userId="S::muhammed.miah@sandwell.ac.uk::0e20bf18-5ea6-47bf-82bb-ae77a37497ea" providerId="AD" clId="Web-{D60A6C77-B39C-4756-8BCA-5824445D0FB9}" dt="2023-02-26T02:12:32.767" v="847"/>
          <ac:spMkLst>
            <pc:docMk/>
            <pc:sldMk cId="3328347847" sldId="265"/>
            <ac:spMk id="2" creationId="{8FBBF4D6-4FB9-670A-F957-7CD656A0BFC0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7:36.609" v="105"/>
          <ac:spMkLst>
            <pc:docMk/>
            <pc:sldMk cId="3328347847" sldId="265"/>
            <ac:spMk id="3" creationId="{BA0C7803-FC60-3D43-3E3F-D747E501CA23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2:26.580" v="846"/>
          <ac:spMkLst>
            <pc:docMk/>
            <pc:sldMk cId="3328347847" sldId="265"/>
            <ac:spMk id="8" creationId="{AC2EC8D1-65A5-64C6-B1FE-F059C2170A57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2:32.767" v="847"/>
          <ac:spMkLst>
            <pc:docMk/>
            <pc:sldMk cId="3328347847" sldId="265"/>
            <ac:spMk id="11" creationId="{D7A453D2-15D8-4403-815F-291FA16340D9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2:32.767" v="847"/>
          <ac:spMkLst>
            <pc:docMk/>
            <pc:sldMk cId="3328347847" sldId="265"/>
            <ac:spMk id="13" creationId="{8161EA6B-09CA-445B-AB0D-8DF76FA92DEF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2:32.767" v="847"/>
          <ac:spMkLst>
            <pc:docMk/>
            <pc:sldMk cId="3328347847" sldId="265"/>
            <ac:spMk id="23" creationId="{B8114C98-A349-4111-A123-E8EAB86ABE30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2:32.767" v="847"/>
          <ac:spMkLst>
            <pc:docMk/>
            <pc:sldMk cId="3328347847" sldId="265"/>
            <ac:spMk id="37" creationId="{E2D3D3F2-ABBB-4453-B1C5-1BEBF7E4DD5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32.767" v="847"/>
          <ac:spMkLst>
            <pc:docMk/>
            <pc:sldMk cId="3328347847" sldId="265"/>
            <ac:spMk id="48" creationId="{ED49FE6D-E54D-4A15-9572-966ED42F812E}"/>
          </ac:spMkLst>
        </pc:spChg>
        <pc:grpChg chg="add del">
          <ac:chgData name="Muhammed Miah" userId="S::muhammed.miah@sandwell.ac.uk::0e20bf18-5ea6-47bf-82bb-ae77a37497ea" providerId="AD" clId="Web-{D60A6C77-B39C-4756-8BCA-5824445D0FB9}" dt="2023-02-26T02:12:32.767" v="847"/>
          <ac:grpSpMkLst>
            <pc:docMk/>
            <pc:sldMk cId="3328347847" sldId="265"/>
            <ac:grpSpMk id="15" creationId="{1EA1DAFF-CECA-492F-BFA1-22C64956B8D9}"/>
          </ac:grpSpMkLst>
        </pc:grpChg>
        <pc:grpChg chg="add del">
          <ac:chgData name="Muhammed Miah" userId="S::muhammed.miah@sandwell.ac.uk::0e20bf18-5ea6-47bf-82bb-ae77a37497ea" providerId="AD" clId="Web-{D60A6C77-B39C-4756-8BCA-5824445D0FB9}" dt="2023-02-26T02:12:32.767" v="847"/>
          <ac:grpSpMkLst>
            <pc:docMk/>
            <pc:sldMk cId="3328347847" sldId="265"/>
            <ac:grpSpMk id="25" creationId="{670FB431-AE18-414D-92F4-1D12D1991152}"/>
          </ac:grpSpMkLst>
        </pc:grpChg>
        <pc:grpChg chg="add del">
          <ac:chgData name="Muhammed Miah" userId="S::muhammed.miah@sandwell.ac.uk::0e20bf18-5ea6-47bf-82bb-ae77a37497ea" providerId="AD" clId="Web-{D60A6C77-B39C-4756-8BCA-5824445D0FB9}" dt="2023-02-26T02:12:32.767" v="847"/>
          <ac:grpSpMkLst>
            <pc:docMk/>
            <pc:sldMk cId="3328347847" sldId="265"/>
            <ac:grpSpMk id="31" creationId="{AF19A774-30A5-488B-9BAF-629C6440294E}"/>
          </ac:grpSpMkLst>
        </pc:grpChg>
        <pc:grpChg chg="add del">
          <ac:chgData name="Muhammed Miah" userId="S::muhammed.miah@sandwell.ac.uk::0e20bf18-5ea6-47bf-82bb-ae77a37497ea" providerId="AD" clId="Web-{D60A6C77-B39C-4756-8BCA-5824445D0FB9}" dt="2023-02-26T02:12:32.767" v="847"/>
          <ac:grpSpMkLst>
            <pc:docMk/>
            <pc:sldMk cId="3328347847" sldId="265"/>
            <ac:grpSpMk id="39" creationId="{8214E4A5-A0D2-42C4-8D14-D2A7E495F041}"/>
          </ac:grpSpMkLst>
        </pc:grpChg>
        <pc:picChg chg="add mod ord">
          <ac:chgData name="Muhammed Miah" userId="S::muhammed.miah@sandwell.ac.uk::0e20bf18-5ea6-47bf-82bb-ae77a37497ea" providerId="AD" clId="Web-{D60A6C77-B39C-4756-8BCA-5824445D0FB9}" dt="2023-02-26T02:12:32.767" v="847"/>
          <ac:picMkLst>
            <pc:docMk/>
            <pc:sldMk cId="3328347847" sldId="265"/>
            <ac:picMk id="4" creationId="{8CBA908D-BEAC-CDCD-D0CE-E6036E4361F7}"/>
          </ac:picMkLst>
        </pc:picChg>
        <pc:cxnChg chg="add">
          <ac:chgData name="Muhammed Miah" userId="S::muhammed.miah@sandwell.ac.uk::0e20bf18-5ea6-47bf-82bb-ae77a37497ea" providerId="AD" clId="Web-{D60A6C77-B39C-4756-8BCA-5824445D0FB9}" dt="2023-02-26T02:12:32.767" v="847"/>
          <ac:cxnSpMkLst>
            <pc:docMk/>
            <pc:sldMk cId="3328347847" sldId="265"/>
            <ac:cxnSpMk id="50" creationId="{EAFC8083-BBFA-464C-A805-4E844F66B23B}"/>
          </ac:cxnSpMkLst>
        </pc:cxnChg>
        <pc:cxnChg chg="add">
          <ac:chgData name="Muhammed Miah" userId="S::muhammed.miah@sandwell.ac.uk::0e20bf18-5ea6-47bf-82bb-ae77a37497ea" providerId="AD" clId="Web-{D60A6C77-B39C-4756-8BCA-5824445D0FB9}" dt="2023-02-26T02:12:32.767" v="847"/>
          <ac:cxnSpMkLst>
            <pc:docMk/>
            <pc:sldMk cId="3328347847" sldId="265"/>
            <ac:cxnSpMk id="52" creationId="{67DF9911-4A37-4096-BE25-0CCCFECBF6DD}"/>
          </ac:cxnSpMkLst>
        </pc:cxnChg>
        <pc:cxnChg chg="add">
          <ac:chgData name="Muhammed Miah" userId="S::muhammed.miah@sandwell.ac.uk::0e20bf18-5ea6-47bf-82bb-ae77a37497ea" providerId="AD" clId="Web-{D60A6C77-B39C-4756-8BCA-5824445D0FB9}" dt="2023-02-26T02:12:32.767" v="847"/>
          <ac:cxnSpMkLst>
            <pc:docMk/>
            <pc:sldMk cId="3328347847" sldId="265"/>
            <ac:cxnSpMk id="54" creationId="{CC752BC6-CDD2-4020-8DCF-B5E813CD3A55}"/>
          </ac:cxnSpMkLst>
        </pc:cxn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2:36.143" v="849"/>
        <pc:sldMkLst>
          <pc:docMk/>
          <pc:sldMk cId="1862871469" sldId="266"/>
        </pc:sldMkLst>
        <pc:spChg chg="mod">
          <ac:chgData name="Muhammed Miah" userId="S::muhammed.miah@sandwell.ac.uk::0e20bf18-5ea6-47bf-82bb-ae77a37497ea" providerId="AD" clId="Web-{D60A6C77-B39C-4756-8BCA-5824445D0FB9}" dt="2023-02-26T02:12:36.143" v="849"/>
          <ac:spMkLst>
            <pc:docMk/>
            <pc:sldMk cId="1862871469" sldId="266"/>
            <ac:spMk id="2" creationId="{41681105-86A0-486E-12A7-8BD50C79A01F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8:55.251" v="141"/>
          <ac:spMkLst>
            <pc:docMk/>
            <pc:sldMk cId="1862871469" sldId="266"/>
            <ac:spMk id="3" creationId="{7431860F-909C-99A5-38C9-DFEDE1BFA2CF}"/>
          </ac:spMkLst>
        </pc:spChg>
        <pc:spChg chg="add del mod">
          <ac:chgData name="Muhammed Miah" userId="S::muhammed.miah@sandwell.ac.uk::0e20bf18-5ea6-47bf-82bb-ae77a37497ea" providerId="AD" clId="Web-{D60A6C77-B39C-4756-8BCA-5824445D0FB9}" dt="2023-02-26T01:39:28.610" v="145"/>
          <ac:spMkLst>
            <pc:docMk/>
            <pc:sldMk cId="1862871469" sldId="266"/>
            <ac:spMk id="6" creationId="{D1D93150-E492-71A4-5566-36121E8DDE31}"/>
          </ac:spMkLst>
        </pc:spChg>
        <pc:picChg chg="add del mod ord modCrop">
          <ac:chgData name="Muhammed Miah" userId="S::muhammed.miah@sandwell.ac.uk::0e20bf18-5ea6-47bf-82bb-ae77a37497ea" providerId="AD" clId="Web-{D60A6C77-B39C-4756-8BCA-5824445D0FB9}" dt="2023-02-26T01:39:05.719" v="144"/>
          <ac:picMkLst>
            <pc:docMk/>
            <pc:sldMk cId="1862871469" sldId="266"/>
            <ac:picMk id="4" creationId="{56F1C892-B36A-E6CB-148F-0B7AC3B81A8C}"/>
          </ac:picMkLst>
        </pc:picChg>
        <pc:picChg chg="add mod ord">
          <ac:chgData name="Muhammed Miah" userId="S::muhammed.miah@sandwell.ac.uk::0e20bf18-5ea6-47bf-82bb-ae77a37497ea" providerId="AD" clId="Web-{D60A6C77-B39C-4756-8BCA-5824445D0FB9}" dt="2023-02-26T02:12:36.143" v="849"/>
          <ac:picMkLst>
            <pc:docMk/>
            <pc:sldMk cId="1862871469" sldId="266"/>
            <ac:picMk id="7" creationId="{52ECF464-17A9-0157-B0BA-A3343F6E45A3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2:54.268" v="852"/>
        <pc:sldMkLst>
          <pc:docMk/>
          <pc:sldMk cId="584690089" sldId="267"/>
        </pc:sldMkLst>
        <pc:spChg chg="mod">
          <ac:chgData name="Muhammed Miah" userId="S::muhammed.miah@sandwell.ac.uk::0e20bf18-5ea6-47bf-82bb-ae77a37497ea" providerId="AD" clId="Web-{D60A6C77-B39C-4756-8BCA-5824445D0FB9}" dt="2023-02-26T02:12:54.268" v="852"/>
          <ac:spMkLst>
            <pc:docMk/>
            <pc:sldMk cId="584690089" sldId="267"/>
            <ac:spMk id="2" creationId="{FE2161EC-EE0D-25D3-9E8E-4A6EB10E1EA6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39:51.142" v="168"/>
          <ac:spMkLst>
            <pc:docMk/>
            <pc:sldMk cId="584690089" sldId="267"/>
            <ac:spMk id="3" creationId="{F9B1B9C4-AC1F-5498-FD27-183B2301A366}"/>
          </ac:spMkLst>
        </pc:spChg>
        <pc:spChg chg="add del mod">
          <ac:chgData name="Muhammed Miah" userId="S::muhammed.miah@sandwell.ac.uk::0e20bf18-5ea6-47bf-82bb-ae77a37497ea" providerId="AD" clId="Web-{D60A6C77-B39C-4756-8BCA-5824445D0FB9}" dt="2023-02-26T02:12:54.268" v="852"/>
          <ac:spMkLst>
            <pc:docMk/>
            <pc:sldMk cId="584690089" sldId="267"/>
            <ac:spMk id="6" creationId="{F6541F9F-C980-F679-0303-C5A1A867C197}"/>
          </ac:spMkLst>
        </pc:spChg>
        <pc:spChg chg="add del mod">
          <ac:chgData name="Muhammed Miah" userId="S::muhammed.miah@sandwell.ac.uk::0e20bf18-5ea6-47bf-82bb-ae77a37497ea" providerId="AD" clId="Web-{D60A6C77-B39C-4756-8BCA-5824445D0FB9}" dt="2023-02-26T01:39:56.127" v="174"/>
          <ac:spMkLst>
            <pc:docMk/>
            <pc:sldMk cId="584690089" sldId="267"/>
            <ac:spMk id="7" creationId="{3344BDDC-CA67-1526-89FF-0281167A1EE7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2:54.252" v="851"/>
          <ac:spMkLst>
            <pc:docMk/>
            <pc:sldMk cId="584690089" sldId="267"/>
            <ac:spMk id="11" creationId="{100EDD19-6802-4EC3-95CE-CFFAB042CFD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54.268" v="852"/>
          <ac:spMkLst>
            <pc:docMk/>
            <pc:sldMk cId="584690089" sldId="267"/>
            <ac:spMk id="12" creationId="{2E442304-DDBD-4F7B-8017-36BCC863FB40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2:54.252" v="851"/>
          <ac:spMkLst>
            <pc:docMk/>
            <pc:sldMk cId="584690089" sldId="267"/>
            <ac:spMk id="13" creationId="{DB17E863-922E-4C26-BD64-E8FD41D2866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2:54.268" v="852"/>
          <ac:spMkLst>
            <pc:docMk/>
            <pc:sldMk cId="584690089" sldId="267"/>
            <ac:spMk id="14" creationId="{5E107275-3853-46FD-A241-DE4355A42675}"/>
          </ac:spMkLst>
        </pc:spChg>
        <pc:graphicFrameChg chg="add">
          <ac:chgData name="Muhammed Miah" userId="S::muhammed.miah@sandwell.ac.uk::0e20bf18-5ea6-47bf-82bb-ae77a37497ea" providerId="AD" clId="Web-{D60A6C77-B39C-4756-8BCA-5824445D0FB9}" dt="2023-02-26T02:12:54.268" v="852"/>
          <ac:graphicFrameMkLst>
            <pc:docMk/>
            <pc:sldMk cId="584690089" sldId="267"/>
            <ac:graphicFrameMk id="8" creationId="{044450E9-3125-A6EC-ADCB-3B80A6F9F5CA}"/>
          </ac:graphicFrameMkLst>
        </pc:graphicFrameChg>
        <pc:picChg chg="add del mod ord">
          <ac:chgData name="Muhammed Miah" userId="S::muhammed.miah@sandwell.ac.uk::0e20bf18-5ea6-47bf-82bb-ae77a37497ea" providerId="AD" clId="Web-{D60A6C77-B39C-4756-8BCA-5824445D0FB9}" dt="2023-02-26T01:39:52.236" v="170"/>
          <ac:picMkLst>
            <pc:docMk/>
            <pc:sldMk cId="584690089" sldId="267"/>
            <ac:picMk id="4" creationId="{5A0FADB2-5286-AE4F-70C2-E88338C60FC9}"/>
          </ac:picMkLst>
        </pc:picChg>
      </pc:sldChg>
      <pc:sldChg chg="addSp delSp modSp new mod setBg addAnim">
        <pc:chgData name="Muhammed Miah" userId="S::muhammed.miah@sandwell.ac.uk::0e20bf18-5ea6-47bf-82bb-ae77a37497ea" providerId="AD" clId="Web-{D60A6C77-B39C-4756-8BCA-5824445D0FB9}" dt="2023-02-26T02:13:00.315" v="855"/>
        <pc:sldMkLst>
          <pc:docMk/>
          <pc:sldMk cId="3157905896" sldId="268"/>
        </pc:sldMkLst>
        <pc:spChg chg="mod">
          <ac:chgData name="Muhammed Miah" userId="S::muhammed.miah@sandwell.ac.uk::0e20bf18-5ea6-47bf-82bb-ae77a37497ea" providerId="AD" clId="Web-{D60A6C77-B39C-4756-8BCA-5824445D0FB9}" dt="2023-02-26T02:13:00.315" v="854"/>
          <ac:spMkLst>
            <pc:docMk/>
            <pc:sldMk cId="3157905896" sldId="268"/>
            <ac:spMk id="2" creationId="{A7363E76-3F49-99D0-0D06-0709DD736191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2:57.643" v="853"/>
          <ac:spMkLst>
            <pc:docMk/>
            <pc:sldMk cId="3157905896" sldId="268"/>
            <ac:spMk id="3" creationId="{D814CB37-5EBF-32A6-B5DD-446A2347FB2C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00.315" v="854"/>
          <ac:spMkLst>
            <pc:docMk/>
            <pc:sldMk cId="3157905896" sldId="268"/>
            <ac:spMk id="7" creationId="{4D24BFD5-D814-402B-B6C4-EEF6AE14B0F2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00.315" v="854"/>
          <ac:spMkLst>
            <pc:docMk/>
            <pc:sldMk cId="3157905896" sldId="268"/>
            <ac:spMk id="9" creationId="{36FED7E8-9A97-475F-9FA4-113410D4433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00.315" v="854"/>
          <ac:spMkLst>
            <pc:docMk/>
            <pc:sldMk cId="3157905896" sldId="268"/>
            <ac:spMk id="11" creationId="{2A39B854-4B6C-4F7F-A602-6F97770CED70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3:03.955" v="856"/>
        <pc:sldMkLst>
          <pc:docMk/>
          <pc:sldMk cId="2956609088" sldId="269"/>
        </pc:sldMkLst>
        <pc:spChg chg="mod">
          <ac:chgData name="Muhammed Miah" userId="S::muhammed.miah@sandwell.ac.uk::0e20bf18-5ea6-47bf-82bb-ae77a37497ea" providerId="AD" clId="Web-{D60A6C77-B39C-4756-8BCA-5824445D0FB9}" dt="2023-02-26T02:13:03.955" v="856"/>
          <ac:spMkLst>
            <pc:docMk/>
            <pc:sldMk cId="2956609088" sldId="269"/>
            <ac:spMk id="2" creationId="{D6A084FF-39A0-1532-9D8C-E44452F30FF7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3:03.955" v="856"/>
          <ac:spMkLst>
            <pc:docMk/>
            <pc:sldMk cId="2956609088" sldId="269"/>
            <ac:spMk id="3" creationId="{41981A14-CC2F-21A2-F0FC-A1F5D6BDDCB4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03.955" v="856"/>
          <ac:spMkLst>
            <pc:docMk/>
            <pc:sldMk cId="2956609088" sldId="269"/>
            <ac:spMk id="8" creationId="{32D45EE4-C4F0-4F72-B1C6-39F596D138A9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03.955" v="856"/>
          <ac:spMkLst>
            <pc:docMk/>
            <pc:sldMk cId="2956609088" sldId="269"/>
            <ac:spMk id="10" creationId="{8C459BAD-4279-4A9D-B0C5-662C5F5ED21F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03.955" v="856"/>
          <ac:spMkLst>
            <pc:docMk/>
            <pc:sldMk cId="2956609088" sldId="269"/>
            <ac:spMk id="12" creationId="{0953BC39-9D68-40BE-BF3C-5C4EB782AF94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3:26.487" v="860" actId="1076"/>
        <pc:sldMkLst>
          <pc:docMk/>
          <pc:sldMk cId="112614970" sldId="270"/>
        </pc:sldMkLst>
        <pc:spChg chg="mod ord">
          <ac:chgData name="Muhammed Miah" userId="S::muhammed.miah@sandwell.ac.uk::0e20bf18-5ea6-47bf-82bb-ae77a37497ea" providerId="AD" clId="Web-{D60A6C77-B39C-4756-8BCA-5824445D0FB9}" dt="2023-02-26T02:13:10.065" v="857"/>
          <ac:spMkLst>
            <pc:docMk/>
            <pc:sldMk cId="112614970" sldId="270"/>
            <ac:spMk id="2" creationId="{8DBE2143-1D00-4B7A-9370-4FA9B5D7A526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47:04.136" v="217"/>
          <ac:spMkLst>
            <pc:docMk/>
            <pc:sldMk cId="112614970" sldId="270"/>
            <ac:spMk id="3" creationId="{63CC6967-AE45-B713-93BF-9303A86DDFBA}"/>
          </ac:spMkLst>
        </pc:spChg>
        <pc:spChg chg="add del mod">
          <ac:chgData name="Muhammed Miah" userId="S::muhammed.miah@sandwell.ac.uk::0e20bf18-5ea6-47bf-82bb-ae77a37497ea" providerId="AD" clId="Web-{D60A6C77-B39C-4756-8BCA-5824445D0FB9}" dt="2023-02-26T02:13:18.034" v="859"/>
          <ac:spMkLst>
            <pc:docMk/>
            <pc:sldMk cId="112614970" sldId="270"/>
            <ac:spMk id="7" creationId="{BDBCE63F-7FA5-F382-2470-0D2FDADF8D7E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10.065" v="857"/>
          <ac:spMkLst>
            <pc:docMk/>
            <pc:sldMk cId="112614970" sldId="270"/>
            <ac:spMk id="10" creationId="{4845A0EE-C4C8-4AE1-B3C6-1261368AC036}"/>
          </ac:spMkLst>
        </pc:spChg>
        <pc:picChg chg="add del mod ord">
          <ac:chgData name="Muhammed Miah" userId="S::muhammed.miah@sandwell.ac.uk::0e20bf18-5ea6-47bf-82bb-ae77a37497ea" providerId="AD" clId="Web-{D60A6C77-B39C-4756-8BCA-5824445D0FB9}" dt="2023-02-26T02:13:16.253" v="858"/>
          <ac:picMkLst>
            <pc:docMk/>
            <pc:sldMk cId="112614970" sldId="270"/>
            <ac:picMk id="4" creationId="{BDF14F8A-CFB4-AB67-90E2-F43C25ABE333}"/>
          </ac:picMkLst>
        </pc:picChg>
        <pc:picChg chg="add mod">
          <ac:chgData name="Muhammed Miah" userId="S::muhammed.miah@sandwell.ac.uk::0e20bf18-5ea6-47bf-82bb-ae77a37497ea" providerId="AD" clId="Web-{D60A6C77-B39C-4756-8BCA-5824445D0FB9}" dt="2023-02-26T02:13:26.487" v="860" actId="1076"/>
          <ac:picMkLst>
            <pc:docMk/>
            <pc:sldMk cId="112614970" sldId="270"/>
            <ac:picMk id="5" creationId="{6DFC574B-BB68-35AC-8183-4B1186C9A62E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3:32.440" v="861"/>
        <pc:sldMkLst>
          <pc:docMk/>
          <pc:sldMk cId="2405153557" sldId="271"/>
        </pc:sldMkLst>
        <pc:spChg chg="mod">
          <ac:chgData name="Muhammed Miah" userId="S::muhammed.miah@sandwell.ac.uk::0e20bf18-5ea6-47bf-82bb-ae77a37497ea" providerId="AD" clId="Web-{D60A6C77-B39C-4756-8BCA-5824445D0FB9}" dt="2023-02-26T02:13:32.440" v="861"/>
          <ac:spMkLst>
            <pc:docMk/>
            <pc:sldMk cId="2405153557" sldId="271"/>
            <ac:spMk id="2" creationId="{92F803A3-CB0B-A22F-220B-DE72413FCC61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48:03.074" v="229"/>
          <ac:spMkLst>
            <pc:docMk/>
            <pc:sldMk cId="2405153557" sldId="271"/>
            <ac:spMk id="3" creationId="{80526AF2-E9AC-644D-0617-6C066DD686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32.440" v="861"/>
          <ac:spMkLst>
            <pc:docMk/>
            <pc:sldMk cId="2405153557" sldId="271"/>
            <ac:spMk id="9" creationId="{665DBBEF-238B-476B-96AB-8AAC3224ECEA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32.440" v="861"/>
          <ac:spMkLst>
            <pc:docMk/>
            <pc:sldMk cId="2405153557" sldId="271"/>
            <ac:spMk id="11" creationId="{3FCFB1DE-0B7E-48CC-BA90-B2AB0889F9D6}"/>
          </ac:spMkLst>
        </pc:spChg>
        <pc:picChg chg="add mod">
          <ac:chgData name="Muhammed Miah" userId="S::muhammed.miah@sandwell.ac.uk::0e20bf18-5ea6-47bf-82bb-ae77a37497ea" providerId="AD" clId="Web-{D60A6C77-B39C-4756-8BCA-5824445D0FB9}" dt="2023-02-26T02:13:32.440" v="861"/>
          <ac:picMkLst>
            <pc:docMk/>
            <pc:sldMk cId="2405153557" sldId="271"/>
            <ac:picMk id="4" creationId="{F566AD58-4911-A32C-9ED3-E14D682B7B03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3:44.300" v="866"/>
        <pc:sldMkLst>
          <pc:docMk/>
          <pc:sldMk cId="1193577790" sldId="272"/>
        </pc:sldMkLst>
        <pc:spChg chg="mod">
          <ac:chgData name="Muhammed Miah" userId="S::muhammed.miah@sandwell.ac.uk::0e20bf18-5ea6-47bf-82bb-ae77a37497ea" providerId="AD" clId="Web-{D60A6C77-B39C-4756-8BCA-5824445D0FB9}" dt="2023-02-26T02:13:44.300" v="866"/>
          <ac:spMkLst>
            <pc:docMk/>
            <pc:sldMk cId="1193577790" sldId="272"/>
            <ac:spMk id="2" creationId="{A972C408-07E7-F662-E5F9-00D1DD44A3B5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49:09.919" v="259"/>
          <ac:spMkLst>
            <pc:docMk/>
            <pc:sldMk cId="1193577790" sldId="272"/>
            <ac:spMk id="3" creationId="{53FBD173-4CD3-AB3B-1A3E-F12FB6E7C0B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44.300" v="866"/>
          <ac:spMkLst>
            <pc:docMk/>
            <pc:sldMk cId="1193577790" sldId="272"/>
            <ac:spMk id="6" creationId="{D12DDE76-C203-4047-9998-63900085B5E8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3:42.081" v="863"/>
          <ac:spMkLst>
            <pc:docMk/>
            <pc:sldMk cId="1193577790" sldId="272"/>
            <ac:spMk id="9" creationId="{D12DDE76-C203-4047-9998-63900085B5E8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3:44.300" v="866"/>
          <ac:picMkLst>
            <pc:docMk/>
            <pc:sldMk cId="1193577790" sldId="272"/>
            <ac:picMk id="4" creationId="{62158BBB-49D8-F3A7-A068-84D6A9B62678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4:10.535" v="880" actId="20577"/>
        <pc:sldMkLst>
          <pc:docMk/>
          <pc:sldMk cId="1866867736" sldId="273"/>
        </pc:sldMkLst>
        <pc:spChg chg="add del mod">
          <ac:chgData name="Muhammed Miah" userId="S::muhammed.miah@sandwell.ac.uk::0e20bf18-5ea6-47bf-82bb-ae77a37497ea" providerId="AD" clId="Web-{D60A6C77-B39C-4756-8BCA-5824445D0FB9}" dt="2023-02-26T02:14:10.535" v="880" actId="20577"/>
          <ac:spMkLst>
            <pc:docMk/>
            <pc:sldMk cId="1866867736" sldId="273"/>
            <ac:spMk id="2" creationId="{0CFB99A9-962E-B138-D806-90DBC3AC8051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49:42.982" v="261"/>
          <ac:spMkLst>
            <pc:docMk/>
            <pc:sldMk cId="1866867736" sldId="273"/>
            <ac:spMk id="3" creationId="{40938DC1-D493-DB5E-B57D-E69DFF45EF52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3:55.878" v="870"/>
          <ac:spMkLst>
            <pc:docMk/>
            <pc:sldMk cId="1866867736" sldId="273"/>
            <ac:spMk id="8" creationId="{E62BE4D7-7ABD-BE49-A06D-A449204E1892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3:58.519" v="871"/>
          <ac:spMkLst>
            <pc:docMk/>
            <pc:sldMk cId="1866867736" sldId="273"/>
            <ac:spMk id="11" creationId="{42A5316D-ED2F-4F89-B4B4-8D9240B1A34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3:58.519" v="871"/>
          <ac:spMkLst>
            <pc:docMk/>
            <pc:sldMk cId="1866867736" sldId="273"/>
            <ac:spMk id="16" creationId="{D12DDE76-C203-4047-9998-63900085B5E8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3:58.519" v="871"/>
          <ac:picMkLst>
            <pc:docMk/>
            <pc:sldMk cId="1866867736" sldId="273"/>
            <ac:picMk id="4" creationId="{374FE8A2-FE85-FEFD-5E11-B22034356540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4:41.488" v="897"/>
        <pc:sldMkLst>
          <pc:docMk/>
          <pc:sldMk cId="814528168" sldId="274"/>
        </pc:sldMkLst>
        <pc:spChg chg="mod ord">
          <ac:chgData name="Muhammed Miah" userId="S::muhammed.miah@sandwell.ac.uk::0e20bf18-5ea6-47bf-82bb-ae77a37497ea" providerId="AD" clId="Web-{D60A6C77-B39C-4756-8BCA-5824445D0FB9}" dt="2023-02-26T02:14:41.488" v="897"/>
          <ac:spMkLst>
            <pc:docMk/>
            <pc:sldMk cId="814528168" sldId="274"/>
            <ac:spMk id="2" creationId="{D8BDAD72-7689-6303-A91C-3868E06F60FF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0:18.733" v="276"/>
          <ac:spMkLst>
            <pc:docMk/>
            <pc:sldMk cId="814528168" sldId="274"/>
            <ac:spMk id="3" creationId="{A6DE08CB-6C9F-579A-AAAE-3094309A0D2B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4:41.488" v="897"/>
          <ac:spMkLst>
            <pc:docMk/>
            <pc:sldMk cId="814528168" sldId="274"/>
            <ac:spMk id="10" creationId="{96918796-2918-40D6-BE3A-4600C47FCD42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4:41.488" v="897"/>
          <ac:spMkLst>
            <pc:docMk/>
            <pc:sldMk cId="814528168" sldId="274"/>
            <ac:spMk id="15" creationId="{022BDE4A-8A20-4A69-9C5A-581C82036A4D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4:41.488" v="897"/>
          <ac:picMkLst>
            <pc:docMk/>
            <pc:sldMk cId="814528168" sldId="274"/>
            <ac:picMk id="4" creationId="{B1395356-B835-C156-246D-559A50AD58FE}"/>
          </ac:picMkLst>
        </pc:picChg>
        <pc:picChg chg="add mod">
          <ac:chgData name="Muhammed Miah" userId="S::muhammed.miah@sandwell.ac.uk::0e20bf18-5ea6-47bf-82bb-ae77a37497ea" providerId="AD" clId="Web-{D60A6C77-B39C-4756-8BCA-5824445D0FB9}" dt="2023-02-26T02:14:41.488" v="897"/>
          <ac:picMkLst>
            <pc:docMk/>
            <pc:sldMk cId="814528168" sldId="274"/>
            <ac:picMk id="5" creationId="{8AE0C03C-7455-0E76-32D9-47E6EA4DF2E2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5:24.536" v="908"/>
        <pc:sldMkLst>
          <pc:docMk/>
          <pc:sldMk cId="1367116360" sldId="275"/>
        </pc:sldMkLst>
        <pc:spChg chg="add del mod">
          <ac:chgData name="Muhammed Miah" userId="S::muhammed.miah@sandwell.ac.uk::0e20bf18-5ea6-47bf-82bb-ae77a37497ea" providerId="AD" clId="Web-{D60A6C77-B39C-4756-8BCA-5824445D0FB9}" dt="2023-02-26T02:15:22.004" v="907"/>
          <ac:spMkLst>
            <pc:docMk/>
            <pc:sldMk cId="1367116360" sldId="275"/>
            <ac:spMk id="2" creationId="{8237FCE2-5326-28CA-25B2-3815AF5F063A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1:50.140" v="279"/>
          <ac:spMkLst>
            <pc:docMk/>
            <pc:sldMk cId="1367116360" sldId="275"/>
            <ac:spMk id="3" creationId="{9B96E147-C476-A83C-7746-65FFC9810272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5:24.536" v="908"/>
          <ac:spMkLst>
            <pc:docMk/>
            <pc:sldMk cId="1367116360" sldId="275"/>
            <ac:spMk id="8" creationId="{06500813-54F0-0122-D5BB-F2279D012E8E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22.004" v="907"/>
          <ac:spMkLst>
            <pc:docMk/>
            <pc:sldMk cId="1367116360" sldId="275"/>
            <ac:spMk id="11" creationId="{42A5316D-ED2F-4F89-B4B4-8D9240B1A348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5:22.004" v="907"/>
          <ac:picMkLst>
            <pc:docMk/>
            <pc:sldMk cId="1367116360" sldId="275"/>
            <ac:picMk id="4" creationId="{56921141-2212-7DE1-4B1C-92DA12D14558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5:26.145" v="909"/>
        <pc:sldMkLst>
          <pc:docMk/>
          <pc:sldMk cId="4009474848" sldId="276"/>
        </pc:sldMkLst>
        <pc:spChg chg="mod">
          <ac:chgData name="Muhammed Miah" userId="S::muhammed.miah@sandwell.ac.uk::0e20bf18-5ea6-47bf-82bb-ae77a37497ea" providerId="AD" clId="Web-{D60A6C77-B39C-4756-8BCA-5824445D0FB9}" dt="2023-02-26T02:15:18.208" v="906"/>
          <ac:spMkLst>
            <pc:docMk/>
            <pc:sldMk cId="4009474848" sldId="276"/>
            <ac:spMk id="2" creationId="{4171DE94-4125-FF35-3A86-A025C05DBA24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2:11.656" v="281"/>
          <ac:spMkLst>
            <pc:docMk/>
            <pc:sldMk cId="4009474848" sldId="276"/>
            <ac:spMk id="3" creationId="{13EF3711-2658-5E9B-D149-659B5B177522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5:26.145" v="909"/>
          <ac:spMkLst>
            <pc:docMk/>
            <pc:sldMk cId="4009474848" sldId="276"/>
            <ac:spMk id="8" creationId="{984785B6-9F60-CB04-B3E8-30C3F29A9A6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18.208" v="906"/>
          <ac:spMkLst>
            <pc:docMk/>
            <pc:sldMk cId="4009474848" sldId="276"/>
            <ac:spMk id="11" creationId="{42A5316D-ED2F-4F89-B4B4-8D9240B1A348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5:18.208" v="906"/>
          <ac:picMkLst>
            <pc:docMk/>
            <pc:sldMk cId="4009474848" sldId="276"/>
            <ac:picMk id="4" creationId="{5C499732-2156-45E4-56BC-FD383B0DAD20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5:33.270" v="910"/>
        <pc:sldMkLst>
          <pc:docMk/>
          <pc:sldMk cId="1048126040" sldId="277"/>
        </pc:sldMkLst>
        <pc:spChg chg="mod">
          <ac:chgData name="Muhammed Miah" userId="S::muhammed.miah@sandwell.ac.uk::0e20bf18-5ea6-47bf-82bb-ae77a37497ea" providerId="AD" clId="Web-{D60A6C77-B39C-4756-8BCA-5824445D0FB9}" dt="2023-02-26T02:15:33.270" v="910"/>
          <ac:spMkLst>
            <pc:docMk/>
            <pc:sldMk cId="1048126040" sldId="277"/>
            <ac:spMk id="2" creationId="{5268FC4D-41E4-C697-5D8D-6EB14D9177E6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5:33.270" v="910"/>
          <ac:spMkLst>
            <pc:docMk/>
            <pc:sldMk cId="1048126040" sldId="277"/>
            <ac:spMk id="3" creationId="{F0FF18FD-7658-ECD2-145E-4F2B39F27FB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33.270" v="910"/>
          <ac:spMkLst>
            <pc:docMk/>
            <pc:sldMk cId="1048126040" sldId="277"/>
            <ac:spMk id="9" creationId="{0CBF71E6-C54A-4E15-90AD-354C39435516}"/>
          </ac:spMkLst>
        </pc:spChg>
        <pc:picChg chg="add">
          <ac:chgData name="Muhammed Miah" userId="S::muhammed.miah@sandwell.ac.uk::0e20bf18-5ea6-47bf-82bb-ae77a37497ea" providerId="AD" clId="Web-{D60A6C77-B39C-4756-8BCA-5824445D0FB9}" dt="2023-02-26T02:15:33.270" v="910"/>
          <ac:picMkLst>
            <pc:docMk/>
            <pc:sldMk cId="1048126040" sldId="277"/>
            <ac:picMk id="5" creationId="{9520AA91-C9BD-75E9-5475-0E98FF5C3255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5:37.411" v="911"/>
        <pc:sldMkLst>
          <pc:docMk/>
          <pc:sldMk cId="2502428034" sldId="278"/>
        </pc:sldMkLst>
        <pc:spChg chg="mod">
          <ac:chgData name="Muhammed Miah" userId="S::muhammed.miah@sandwell.ac.uk::0e20bf18-5ea6-47bf-82bb-ae77a37497ea" providerId="AD" clId="Web-{D60A6C77-B39C-4756-8BCA-5824445D0FB9}" dt="2023-02-26T02:15:37.411" v="911"/>
          <ac:spMkLst>
            <pc:docMk/>
            <pc:sldMk cId="2502428034" sldId="278"/>
            <ac:spMk id="2" creationId="{25EEADD4-24D0-02B9-E891-8AEDDDB006A7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4:33.300" v="319"/>
          <ac:spMkLst>
            <pc:docMk/>
            <pc:sldMk cId="2502428034" sldId="278"/>
            <ac:spMk id="3" creationId="{5AB58AC0-9547-3E07-B145-7F25AE51CD2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37.411" v="911"/>
          <ac:spMkLst>
            <pc:docMk/>
            <pc:sldMk cId="2502428034" sldId="278"/>
            <ac:spMk id="9" creationId="{665DBBEF-238B-476B-96AB-8AAC3224ECEA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37.411" v="911"/>
          <ac:spMkLst>
            <pc:docMk/>
            <pc:sldMk cId="2502428034" sldId="278"/>
            <ac:spMk id="11" creationId="{3FCFB1DE-0B7E-48CC-BA90-B2AB0889F9D6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5:37.411" v="911"/>
          <ac:picMkLst>
            <pc:docMk/>
            <pc:sldMk cId="2502428034" sldId="278"/>
            <ac:picMk id="4" creationId="{DA6E6DD8-89ED-9BBD-1FEF-26D530B85F4A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5:46.677" v="915" actId="20577"/>
        <pc:sldMkLst>
          <pc:docMk/>
          <pc:sldMk cId="1053596121" sldId="279"/>
        </pc:sldMkLst>
        <pc:spChg chg="mod">
          <ac:chgData name="Muhammed Miah" userId="S::muhammed.miah@sandwell.ac.uk::0e20bf18-5ea6-47bf-82bb-ae77a37497ea" providerId="AD" clId="Web-{D60A6C77-B39C-4756-8BCA-5824445D0FB9}" dt="2023-02-26T02:15:46.677" v="915" actId="20577"/>
          <ac:spMkLst>
            <pc:docMk/>
            <pc:sldMk cId="1053596121" sldId="279"/>
            <ac:spMk id="2" creationId="{A08EA5C6-598D-3593-A793-DEDEEA194AEA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5:12.285" v="326"/>
          <ac:spMkLst>
            <pc:docMk/>
            <pc:sldMk cId="1053596121" sldId="279"/>
            <ac:spMk id="3" creationId="{CA56A839-8894-1C9B-68FF-606183D35D0E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41.145" v="912"/>
          <ac:spMkLst>
            <pc:docMk/>
            <pc:sldMk cId="1053596121" sldId="279"/>
            <ac:spMk id="9" creationId="{665DBBEF-238B-476B-96AB-8AAC3224ECEA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41.145" v="912"/>
          <ac:spMkLst>
            <pc:docMk/>
            <pc:sldMk cId="1053596121" sldId="279"/>
            <ac:spMk id="11" creationId="{3FCFB1DE-0B7E-48CC-BA90-B2AB0889F9D6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5:41.145" v="912"/>
          <ac:picMkLst>
            <pc:docMk/>
            <pc:sldMk cId="1053596121" sldId="279"/>
            <ac:picMk id="4" creationId="{9D33397A-F040-6D11-0325-9BE6547AB110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5:50.099" v="916"/>
        <pc:sldMkLst>
          <pc:docMk/>
          <pc:sldMk cId="464306688" sldId="280"/>
        </pc:sldMkLst>
        <pc:spChg chg="mod">
          <ac:chgData name="Muhammed Miah" userId="S::muhammed.miah@sandwell.ac.uk::0e20bf18-5ea6-47bf-82bb-ae77a37497ea" providerId="AD" clId="Web-{D60A6C77-B39C-4756-8BCA-5824445D0FB9}" dt="2023-02-26T02:15:50.099" v="916"/>
          <ac:spMkLst>
            <pc:docMk/>
            <pc:sldMk cId="464306688" sldId="280"/>
            <ac:spMk id="2" creationId="{1C35AF18-0017-883D-33A0-024C06B02213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5:45.582" v="333"/>
          <ac:spMkLst>
            <pc:docMk/>
            <pc:sldMk cId="464306688" sldId="280"/>
            <ac:spMk id="3" creationId="{BD2BA6E3-58AE-F639-308F-8C53246620F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50.099" v="916"/>
          <ac:spMkLst>
            <pc:docMk/>
            <pc:sldMk cId="464306688" sldId="280"/>
            <ac:spMk id="9" creationId="{665DBBEF-238B-476B-96AB-8AAC3224ECEA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5:50.099" v="916"/>
          <ac:spMkLst>
            <pc:docMk/>
            <pc:sldMk cId="464306688" sldId="280"/>
            <ac:spMk id="11" creationId="{3FCFB1DE-0B7E-48CC-BA90-B2AB0889F9D6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5:50.099" v="916"/>
          <ac:picMkLst>
            <pc:docMk/>
            <pc:sldMk cId="464306688" sldId="280"/>
            <ac:picMk id="4" creationId="{BDC96497-060E-1752-9782-E22D33724466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6:03.693" v="921"/>
        <pc:sldMkLst>
          <pc:docMk/>
          <pc:sldMk cId="2059057391" sldId="281"/>
        </pc:sldMkLst>
        <pc:spChg chg="mod">
          <ac:chgData name="Muhammed Miah" userId="S::muhammed.miah@sandwell.ac.uk::0e20bf18-5ea6-47bf-82bb-ae77a37497ea" providerId="AD" clId="Web-{D60A6C77-B39C-4756-8BCA-5824445D0FB9}" dt="2023-02-26T02:16:03.693" v="921"/>
          <ac:spMkLst>
            <pc:docMk/>
            <pc:sldMk cId="2059057391" sldId="281"/>
            <ac:spMk id="2" creationId="{91AC0C61-2F5C-CFFC-8B81-28ED5C4E9348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6:29.083" v="362"/>
          <ac:spMkLst>
            <pc:docMk/>
            <pc:sldMk cId="2059057391" sldId="281"/>
            <ac:spMk id="3" creationId="{3DBCCF11-DDC4-19D4-17E6-B9BC71B8DC9B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6:01.458" v="918"/>
          <ac:spMkLst>
            <pc:docMk/>
            <pc:sldMk cId="2059057391" sldId="281"/>
            <ac:spMk id="9" creationId="{665DBBEF-238B-476B-96AB-8AAC3224ECEA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6:01.458" v="918"/>
          <ac:spMkLst>
            <pc:docMk/>
            <pc:sldMk cId="2059057391" sldId="281"/>
            <ac:spMk id="11" creationId="{3FCFB1DE-0B7E-48CC-BA90-B2AB0889F9D6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6:03.677" v="920"/>
          <ac:spMkLst>
            <pc:docMk/>
            <pc:sldMk cId="2059057391" sldId="281"/>
            <ac:spMk id="13" creationId="{D12DDE76-C203-4047-9998-63900085B5E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03.693" v="921"/>
          <ac:spMkLst>
            <pc:docMk/>
            <pc:sldMk cId="2059057391" sldId="281"/>
            <ac:spMk id="15" creationId="{909E572F-9CDC-4214-9D42-FF001764959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03.693" v="921"/>
          <ac:spMkLst>
            <pc:docMk/>
            <pc:sldMk cId="2059057391" sldId="281"/>
            <ac:spMk id="16" creationId="{1825AC39-5F85-4CAA-8A81-A1287086B2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03.693" v="921"/>
          <ac:spMkLst>
            <pc:docMk/>
            <pc:sldMk cId="2059057391" sldId="281"/>
            <ac:spMk id="17" creationId="{95DA4D23-37FC-4B90-8188-F0377C5FF44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03.693" v="921"/>
          <ac:spMkLst>
            <pc:docMk/>
            <pc:sldMk cId="2059057391" sldId="281"/>
            <ac:spMk id="18" creationId="{A7A4B465-FBCC-4CD4-89A1-82992A7B47FF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6:03.693" v="921"/>
          <ac:picMkLst>
            <pc:docMk/>
            <pc:sldMk cId="2059057391" sldId="281"/>
            <ac:picMk id="4" creationId="{F9D28DC3-8FDC-F62C-75F9-99D731D9611D}"/>
          </ac:picMkLst>
        </pc:picChg>
      </pc:sldChg>
      <pc:sldChg chg="addSp delSp modSp new mod setBg addAnim">
        <pc:chgData name="Muhammed Miah" userId="S::muhammed.miah@sandwell.ac.uk::0e20bf18-5ea6-47bf-82bb-ae77a37497ea" providerId="AD" clId="Web-{D60A6C77-B39C-4756-8BCA-5824445D0FB9}" dt="2023-02-26T02:16:09.661" v="924"/>
        <pc:sldMkLst>
          <pc:docMk/>
          <pc:sldMk cId="17137193" sldId="282"/>
        </pc:sldMkLst>
        <pc:spChg chg="mod">
          <ac:chgData name="Muhammed Miah" userId="S::muhammed.miah@sandwell.ac.uk::0e20bf18-5ea6-47bf-82bb-ae77a37497ea" providerId="AD" clId="Web-{D60A6C77-B39C-4756-8BCA-5824445D0FB9}" dt="2023-02-26T02:16:09.661" v="923"/>
          <ac:spMkLst>
            <pc:docMk/>
            <pc:sldMk cId="17137193" sldId="282"/>
            <ac:spMk id="2" creationId="{04B62A61-0B03-171A-EB0D-AF0DDC6DBFD3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6:06.974" v="922"/>
          <ac:spMkLst>
            <pc:docMk/>
            <pc:sldMk cId="17137193" sldId="282"/>
            <ac:spMk id="3" creationId="{C97A25BE-FD52-D0B1-CE88-A6F820D22B6E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09.661" v="923"/>
          <ac:spMkLst>
            <pc:docMk/>
            <pc:sldMk cId="17137193" sldId="282"/>
            <ac:spMk id="7" creationId="{943CAA20-3569-4189-9E48-239A229A86CA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09.661" v="923"/>
          <ac:spMkLst>
            <pc:docMk/>
            <pc:sldMk cId="17137193" sldId="282"/>
            <ac:spMk id="9" creationId="{DA542B6D-E775-4832-91DC-2D20F857813A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6:33.537" v="930"/>
        <pc:sldMkLst>
          <pc:docMk/>
          <pc:sldMk cId="2108363154" sldId="283"/>
        </pc:sldMkLst>
        <pc:spChg chg="mod">
          <ac:chgData name="Muhammed Miah" userId="S::muhammed.miah@sandwell.ac.uk::0e20bf18-5ea6-47bf-82bb-ae77a37497ea" providerId="AD" clId="Web-{D60A6C77-B39C-4756-8BCA-5824445D0FB9}" dt="2023-02-26T02:16:33.537" v="930"/>
          <ac:spMkLst>
            <pc:docMk/>
            <pc:sldMk cId="2108363154" sldId="283"/>
            <ac:spMk id="2" creationId="{31D1BACF-70F0-D405-13FC-4D65DBFA4DE6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7:02.709" v="404"/>
          <ac:spMkLst>
            <pc:docMk/>
            <pc:sldMk cId="2108363154" sldId="283"/>
            <ac:spMk id="3" creationId="{8F145DB7-7388-E9CC-112A-9979185CB89C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6:33.521" v="929"/>
          <ac:spMkLst>
            <pc:docMk/>
            <pc:sldMk cId="2108363154" sldId="283"/>
            <ac:spMk id="9" creationId="{8A94871E-96FC-4ADE-815B-41A636E34F1A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6:33.521" v="929"/>
          <ac:spMkLst>
            <pc:docMk/>
            <pc:sldMk cId="2108363154" sldId="283"/>
            <ac:spMk id="11" creationId="{3FCFB1DE-0B7E-48CC-BA90-B2AB0889F9D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3.537" v="930"/>
          <ac:spMkLst>
            <pc:docMk/>
            <pc:sldMk cId="2108363154" sldId="283"/>
            <ac:spMk id="13" creationId="{A7A4B465-FBCC-4CD4-89A1-82992A7B47FF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3.537" v="930"/>
          <ac:spMkLst>
            <pc:docMk/>
            <pc:sldMk cId="2108363154" sldId="283"/>
            <ac:spMk id="14" creationId="{1825AC39-5F85-4CAA-8A81-A1287086B2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3.537" v="930"/>
          <ac:spMkLst>
            <pc:docMk/>
            <pc:sldMk cId="2108363154" sldId="283"/>
            <ac:spMk id="15" creationId="{909E572F-9CDC-4214-9D42-FF001764959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3.537" v="930"/>
          <ac:spMkLst>
            <pc:docMk/>
            <pc:sldMk cId="2108363154" sldId="283"/>
            <ac:spMk id="16" creationId="{95DA4D23-37FC-4B90-8188-F0377C5FF44B}"/>
          </ac:spMkLst>
        </pc:spChg>
        <pc:picChg chg="add mod">
          <ac:chgData name="Muhammed Miah" userId="S::muhammed.miah@sandwell.ac.uk::0e20bf18-5ea6-47bf-82bb-ae77a37497ea" providerId="AD" clId="Web-{D60A6C77-B39C-4756-8BCA-5824445D0FB9}" dt="2023-02-26T02:16:33.537" v="930"/>
          <ac:picMkLst>
            <pc:docMk/>
            <pc:sldMk cId="2108363154" sldId="283"/>
            <ac:picMk id="4" creationId="{3C1AC267-E040-2FE5-A5FB-CB2CA090BE45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6:47.526" v="933" actId="20577"/>
        <pc:sldMkLst>
          <pc:docMk/>
          <pc:sldMk cId="3216106955" sldId="284"/>
        </pc:sldMkLst>
        <pc:spChg chg="mod">
          <ac:chgData name="Muhammed Miah" userId="S::muhammed.miah@sandwell.ac.uk::0e20bf18-5ea6-47bf-82bb-ae77a37497ea" providerId="AD" clId="Web-{D60A6C77-B39C-4756-8BCA-5824445D0FB9}" dt="2023-02-26T02:16:47.526" v="933" actId="20577"/>
          <ac:spMkLst>
            <pc:docMk/>
            <pc:sldMk cId="3216106955" sldId="284"/>
            <ac:spMk id="2" creationId="{525A3DE6-6AD1-305E-229D-443E723C02D5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1:58:50.523" v="447"/>
          <ac:spMkLst>
            <pc:docMk/>
            <pc:sldMk cId="3216106955" sldId="284"/>
            <ac:spMk id="3" creationId="{20641299-5729-BEC1-647C-4FD04494A9EE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9.724" v="931"/>
          <ac:spMkLst>
            <pc:docMk/>
            <pc:sldMk cId="3216106955" sldId="284"/>
            <ac:spMk id="9" creationId="{1825AC39-5F85-4CAA-8A81-A1287086B2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9.724" v="931"/>
          <ac:spMkLst>
            <pc:docMk/>
            <pc:sldMk cId="3216106955" sldId="284"/>
            <ac:spMk id="11" creationId="{95DA4D23-37FC-4B90-8188-F0377C5FF44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9.724" v="931"/>
          <ac:spMkLst>
            <pc:docMk/>
            <pc:sldMk cId="3216106955" sldId="284"/>
            <ac:spMk id="13" creationId="{A7A4B465-FBCC-4CD4-89A1-82992A7B47FF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39.724" v="931"/>
          <ac:spMkLst>
            <pc:docMk/>
            <pc:sldMk cId="3216106955" sldId="284"/>
            <ac:spMk id="15" creationId="{909E572F-9CDC-4214-9D42-FF0017649590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6:39.724" v="931"/>
          <ac:picMkLst>
            <pc:docMk/>
            <pc:sldMk cId="3216106955" sldId="284"/>
            <ac:picMk id="4" creationId="{927580E6-824F-3D59-79C5-ED9CADBCA958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6:56.260" v="934"/>
        <pc:sldMkLst>
          <pc:docMk/>
          <pc:sldMk cId="135586143" sldId="285"/>
        </pc:sldMkLst>
        <pc:spChg chg="mod">
          <ac:chgData name="Muhammed Miah" userId="S::muhammed.miah@sandwell.ac.uk::0e20bf18-5ea6-47bf-82bb-ae77a37497ea" providerId="AD" clId="Web-{D60A6C77-B39C-4756-8BCA-5824445D0FB9}" dt="2023-02-26T02:16:56.260" v="934"/>
          <ac:spMkLst>
            <pc:docMk/>
            <pc:sldMk cId="135586143" sldId="285"/>
            <ac:spMk id="2" creationId="{B53DEF0D-74C1-2C54-4BA3-46DE19C6B5AE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6:56.260" v="934"/>
          <ac:spMkLst>
            <pc:docMk/>
            <pc:sldMk cId="135586143" sldId="285"/>
            <ac:spMk id="3" creationId="{82FC65B3-9431-FBAB-E2CB-F9787FF7604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56.260" v="934"/>
          <ac:spMkLst>
            <pc:docMk/>
            <pc:sldMk cId="135586143" sldId="285"/>
            <ac:spMk id="9" creationId="{6BF89811-EF86-4F24-8973-3749C8FBCF2C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6:56.260" v="934"/>
          <ac:spMkLst>
            <pc:docMk/>
            <pc:sldMk cId="135586143" sldId="285"/>
            <ac:spMk id="15" creationId="{19419667-6EB3-488D-8BD4-9D972AC1100D}"/>
          </ac:spMkLst>
        </pc:spChg>
        <pc:grpChg chg="add">
          <ac:chgData name="Muhammed Miah" userId="S::muhammed.miah@sandwell.ac.uk::0e20bf18-5ea6-47bf-82bb-ae77a37497ea" providerId="AD" clId="Web-{D60A6C77-B39C-4756-8BCA-5824445D0FB9}" dt="2023-02-26T02:16:56.260" v="934"/>
          <ac:grpSpMkLst>
            <pc:docMk/>
            <pc:sldMk cId="135586143" sldId="285"/>
            <ac:grpSpMk id="11" creationId="{C77639EA-C9D1-44CA-BBC0-30625E7CDBB0}"/>
          </ac:grpSpMkLst>
        </pc:grpChg>
        <pc:picChg chg="add">
          <ac:chgData name="Muhammed Miah" userId="S::muhammed.miah@sandwell.ac.uk::0e20bf18-5ea6-47bf-82bb-ae77a37497ea" providerId="AD" clId="Web-{D60A6C77-B39C-4756-8BCA-5824445D0FB9}" dt="2023-02-26T02:16:56.260" v="934"/>
          <ac:picMkLst>
            <pc:docMk/>
            <pc:sldMk cId="135586143" sldId="285"/>
            <ac:picMk id="5" creationId="{A34464F7-E3FA-4BE3-2D3E-7F61F00F142D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7:05.495" v="935"/>
        <pc:sldMkLst>
          <pc:docMk/>
          <pc:sldMk cId="1107230211" sldId="286"/>
        </pc:sldMkLst>
        <pc:spChg chg="mod">
          <ac:chgData name="Muhammed Miah" userId="S::muhammed.miah@sandwell.ac.uk::0e20bf18-5ea6-47bf-82bb-ae77a37497ea" providerId="AD" clId="Web-{D60A6C77-B39C-4756-8BCA-5824445D0FB9}" dt="2023-02-26T02:17:05.495" v="935"/>
          <ac:spMkLst>
            <pc:docMk/>
            <pc:sldMk cId="1107230211" sldId="286"/>
            <ac:spMk id="2" creationId="{48786FF9-3D8C-2EEB-8242-14B2EF393D58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7:05.495" v="935"/>
          <ac:spMkLst>
            <pc:docMk/>
            <pc:sldMk cId="1107230211" sldId="286"/>
            <ac:spMk id="3" creationId="{FEAA9D13-ED7E-ABC7-0B8A-58EC43F5F4E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05.495" v="935"/>
          <ac:spMkLst>
            <pc:docMk/>
            <pc:sldMk cId="1107230211" sldId="286"/>
            <ac:spMk id="9" creationId="{6BF89811-EF86-4F24-8973-3749C8FBCF2C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05.495" v="935"/>
          <ac:spMkLst>
            <pc:docMk/>
            <pc:sldMk cId="1107230211" sldId="286"/>
            <ac:spMk id="15" creationId="{19419667-6EB3-488D-8BD4-9D972AC1100D}"/>
          </ac:spMkLst>
        </pc:spChg>
        <pc:grpChg chg="add">
          <ac:chgData name="Muhammed Miah" userId="S::muhammed.miah@sandwell.ac.uk::0e20bf18-5ea6-47bf-82bb-ae77a37497ea" providerId="AD" clId="Web-{D60A6C77-B39C-4756-8BCA-5824445D0FB9}" dt="2023-02-26T02:17:05.495" v="935"/>
          <ac:grpSpMkLst>
            <pc:docMk/>
            <pc:sldMk cId="1107230211" sldId="286"/>
            <ac:grpSpMk id="11" creationId="{C77639EA-C9D1-44CA-BBC0-30625E7CDBB0}"/>
          </ac:grpSpMkLst>
        </pc:grpChg>
        <pc:picChg chg="add">
          <ac:chgData name="Muhammed Miah" userId="S::muhammed.miah@sandwell.ac.uk::0e20bf18-5ea6-47bf-82bb-ae77a37497ea" providerId="AD" clId="Web-{D60A6C77-B39C-4756-8BCA-5824445D0FB9}" dt="2023-02-26T02:17:05.495" v="935"/>
          <ac:picMkLst>
            <pc:docMk/>
            <pc:sldMk cId="1107230211" sldId="286"/>
            <ac:picMk id="5" creationId="{8FC5BE02-8B57-5FB9-5CD7-724CB9FBDFE1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7:13.245" v="938"/>
        <pc:sldMkLst>
          <pc:docMk/>
          <pc:sldMk cId="2885943294" sldId="287"/>
        </pc:sldMkLst>
        <pc:spChg chg="mod">
          <ac:chgData name="Muhammed Miah" userId="S::muhammed.miah@sandwell.ac.uk::0e20bf18-5ea6-47bf-82bb-ae77a37497ea" providerId="AD" clId="Web-{D60A6C77-B39C-4756-8BCA-5824445D0FB9}" dt="2023-02-26T02:17:13.245" v="938"/>
          <ac:spMkLst>
            <pc:docMk/>
            <pc:sldMk cId="2885943294" sldId="287"/>
            <ac:spMk id="2" creationId="{FF278528-2355-249B-8A1B-1F482A39E78D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13.245" v="938"/>
          <ac:spMkLst>
            <pc:docMk/>
            <pc:sldMk cId="2885943294" sldId="287"/>
            <ac:spMk id="3" creationId="{7AD2EF8C-1D7B-0BC9-0AF9-E41FDF033C3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3.245" v="938"/>
          <ac:spMkLst>
            <pc:docMk/>
            <pc:sldMk cId="2885943294" sldId="287"/>
            <ac:spMk id="8" creationId="{49F388DC-C47F-4048-9B69-F1644A2A1610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13.214" v="937"/>
          <ac:spMkLst>
            <pc:docMk/>
            <pc:sldMk cId="2885943294" sldId="287"/>
            <ac:spMk id="9" creationId="{6BF89811-EF86-4F24-8973-3749C8FBCF2C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3.245" v="938"/>
          <ac:spMkLst>
            <pc:docMk/>
            <pc:sldMk cId="2885943294" sldId="287"/>
            <ac:spMk id="10" creationId="{422C035D-D3AD-4301-A1B5-D4C91E3C585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3.245" v="938"/>
          <ac:spMkLst>
            <pc:docMk/>
            <pc:sldMk cId="2885943294" sldId="287"/>
            <ac:spMk id="12" creationId="{C9957036-C837-4C4C-BBF0-4A0EC52AE1E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3.245" v="938"/>
          <ac:spMkLst>
            <pc:docMk/>
            <pc:sldMk cId="2885943294" sldId="287"/>
            <ac:spMk id="14" creationId="{98C1887B-FB03-4296-8352-8CFA0080FC24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13.214" v="937"/>
          <ac:spMkLst>
            <pc:docMk/>
            <pc:sldMk cId="2885943294" sldId="287"/>
            <ac:spMk id="15" creationId="{19419667-6EB3-488D-8BD4-9D972AC1100D}"/>
          </ac:spMkLst>
        </pc:spChg>
        <pc:grpChg chg="add del">
          <ac:chgData name="Muhammed Miah" userId="S::muhammed.miah@sandwell.ac.uk::0e20bf18-5ea6-47bf-82bb-ae77a37497ea" providerId="AD" clId="Web-{D60A6C77-B39C-4756-8BCA-5824445D0FB9}" dt="2023-02-26T02:17:13.214" v="937"/>
          <ac:grpSpMkLst>
            <pc:docMk/>
            <pc:sldMk cId="2885943294" sldId="287"/>
            <ac:grpSpMk id="11" creationId="{C77639EA-C9D1-44CA-BBC0-30625E7CDBB0}"/>
          </ac:grpSpMkLst>
        </pc:grpChg>
        <pc:picChg chg="add del">
          <ac:chgData name="Muhammed Miah" userId="S::muhammed.miah@sandwell.ac.uk::0e20bf18-5ea6-47bf-82bb-ae77a37497ea" providerId="AD" clId="Web-{D60A6C77-B39C-4756-8BCA-5824445D0FB9}" dt="2023-02-26T02:17:13.214" v="937"/>
          <ac:picMkLst>
            <pc:docMk/>
            <pc:sldMk cId="2885943294" sldId="287"/>
            <ac:picMk id="5" creationId="{AFAC2518-0EDC-69F3-8A14-8F8CE4C203C0}"/>
          </ac:picMkLst>
        </pc:picChg>
      </pc:sldChg>
      <pc:sldChg chg="addSp delSp modSp new mod setBg addAnim">
        <pc:chgData name="Muhammed Miah" userId="S::muhammed.miah@sandwell.ac.uk::0e20bf18-5ea6-47bf-82bb-ae77a37497ea" providerId="AD" clId="Web-{D60A6C77-B39C-4756-8BCA-5824445D0FB9}" dt="2023-02-26T02:17:19.136" v="941"/>
        <pc:sldMkLst>
          <pc:docMk/>
          <pc:sldMk cId="1219643030" sldId="288"/>
        </pc:sldMkLst>
        <pc:spChg chg="mod">
          <ac:chgData name="Muhammed Miah" userId="S::muhammed.miah@sandwell.ac.uk::0e20bf18-5ea6-47bf-82bb-ae77a37497ea" providerId="AD" clId="Web-{D60A6C77-B39C-4756-8BCA-5824445D0FB9}" dt="2023-02-26T02:17:19.136" v="940"/>
          <ac:spMkLst>
            <pc:docMk/>
            <pc:sldMk cId="1219643030" sldId="288"/>
            <ac:spMk id="2" creationId="{8332B2E7-4419-AADA-BC10-8BACD997D940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7:16.557" v="939"/>
          <ac:spMkLst>
            <pc:docMk/>
            <pc:sldMk cId="1219643030" sldId="288"/>
            <ac:spMk id="3" creationId="{27BE6C3E-9C3E-D567-E0DA-BC357D533D9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9.136" v="940"/>
          <ac:spMkLst>
            <pc:docMk/>
            <pc:sldMk cId="1219643030" sldId="288"/>
            <ac:spMk id="7" creationId="{49F388DC-C47F-4048-9B69-F1644A2A161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9.136" v="940"/>
          <ac:spMkLst>
            <pc:docMk/>
            <pc:sldMk cId="1219643030" sldId="288"/>
            <ac:spMk id="9" creationId="{422C035D-D3AD-4301-A1B5-D4C91E3C585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9.136" v="940"/>
          <ac:spMkLst>
            <pc:docMk/>
            <pc:sldMk cId="1219643030" sldId="288"/>
            <ac:spMk id="11" creationId="{C9957036-C837-4C4C-BBF0-4A0EC52AE1E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19.136" v="940"/>
          <ac:spMkLst>
            <pc:docMk/>
            <pc:sldMk cId="1219643030" sldId="288"/>
            <ac:spMk id="13" creationId="{98C1887B-FB03-4296-8352-8CFA0080FC24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7:23.323" v="942"/>
        <pc:sldMkLst>
          <pc:docMk/>
          <pc:sldMk cId="584651999" sldId="289"/>
        </pc:sldMkLst>
        <pc:spChg chg="mod ord">
          <ac:chgData name="Muhammed Miah" userId="S::muhammed.miah@sandwell.ac.uk::0e20bf18-5ea6-47bf-82bb-ae77a37497ea" providerId="AD" clId="Web-{D60A6C77-B39C-4756-8BCA-5824445D0FB9}" dt="2023-02-26T02:17:23.323" v="942"/>
          <ac:spMkLst>
            <pc:docMk/>
            <pc:sldMk cId="584651999" sldId="289"/>
            <ac:spMk id="2" creationId="{D3825109-2826-E5DC-A941-C54CE84049A1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0:57.712" v="527"/>
          <ac:spMkLst>
            <pc:docMk/>
            <pc:sldMk cId="584651999" sldId="289"/>
            <ac:spMk id="3" creationId="{7E52B17A-0174-9541-DFC1-14F1499BD7E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23.323" v="942"/>
          <ac:spMkLst>
            <pc:docMk/>
            <pc:sldMk cId="584651999" sldId="289"/>
            <ac:spMk id="9" creationId="{1825AC39-5F85-4CAA-8A81-A1287086B2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23.323" v="942"/>
          <ac:spMkLst>
            <pc:docMk/>
            <pc:sldMk cId="584651999" sldId="289"/>
            <ac:spMk id="11" creationId="{465EB4C2-5647-453F-B661-B28146057616}"/>
          </ac:spMkLst>
        </pc:spChg>
        <pc:grpChg chg="add">
          <ac:chgData name="Muhammed Miah" userId="S::muhammed.miah@sandwell.ac.uk::0e20bf18-5ea6-47bf-82bb-ae77a37497ea" providerId="AD" clId="Web-{D60A6C77-B39C-4756-8BCA-5824445D0FB9}" dt="2023-02-26T02:17:23.323" v="942"/>
          <ac:grpSpMkLst>
            <pc:docMk/>
            <pc:sldMk cId="584651999" sldId="289"/>
            <ac:grpSpMk id="13" creationId="{1D015EAF-FDA0-4A49-B71D-F0521EA990C1}"/>
          </ac:grpSpMkLst>
        </pc:grpChg>
        <pc:picChg chg="add mod ord">
          <ac:chgData name="Muhammed Miah" userId="S::muhammed.miah@sandwell.ac.uk::0e20bf18-5ea6-47bf-82bb-ae77a37497ea" providerId="AD" clId="Web-{D60A6C77-B39C-4756-8BCA-5824445D0FB9}" dt="2023-02-26T02:17:23.323" v="942"/>
          <ac:picMkLst>
            <pc:docMk/>
            <pc:sldMk cId="584651999" sldId="289"/>
            <ac:picMk id="4" creationId="{2104E93E-65A4-5A4E-2E8F-26355F51FA5F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7:29.667" v="943"/>
        <pc:sldMkLst>
          <pc:docMk/>
          <pc:sldMk cId="1308385234" sldId="290"/>
        </pc:sldMkLst>
        <pc:spChg chg="mod">
          <ac:chgData name="Muhammed Miah" userId="S::muhammed.miah@sandwell.ac.uk::0e20bf18-5ea6-47bf-82bb-ae77a37497ea" providerId="AD" clId="Web-{D60A6C77-B39C-4756-8BCA-5824445D0FB9}" dt="2023-02-26T02:17:29.667" v="943"/>
          <ac:spMkLst>
            <pc:docMk/>
            <pc:sldMk cId="1308385234" sldId="290"/>
            <ac:spMk id="2" creationId="{667E1B48-FA72-5D8E-4D26-BAD8BB8C3E95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1:35.979" v="533"/>
          <ac:spMkLst>
            <pc:docMk/>
            <pc:sldMk cId="1308385234" sldId="290"/>
            <ac:spMk id="3" creationId="{DA92B6A7-95D3-D613-5EF9-AFFEE1AB545F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29.667" v="943"/>
          <ac:spMkLst>
            <pc:docMk/>
            <pc:sldMk cId="1308385234" sldId="290"/>
            <ac:spMk id="9" creationId="{D12DDE76-C203-4047-9998-63900085B5E8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7:29.667" v="943"/>
          <ac:picMkLst>
            <pc:docMk/>
            <pc:sldMk cId="1308385234" sldId="290"/>
            <ac:picMk id="4" creationId="{85BBC7A2-C735-2448-D2DC-042D010459DC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7:35.245" v="944"/>
        <pc:sldMkLst>
          <pc:docMk/>
          <pc:sldMk cId="3956454326" sldId="291"/>
        </pc:sldMkLst>
        <pc:spChg chg="mod">
          <ac:chgData name="Muhammed Miah" userId="S::muhammed.miah@sandwell.ac.uk::0e20bf18-5ea6-47bf-82bb-ae77a37497ea" providerId="AD" clId="Web-{D60A6C77-B39C-4756-8BCA-5824445D0FB9}" dt="2023-02-26T02:17:35.245" v="944"/>
          <ac:spMkLst>
            <pc:docMk/>
            <pc:sldMk cId="3956454326" sldId="291"/>
            <ac:spMk id="2" creationId="{BEF4B816-0D45-7A6D-97B1-EB96C112B006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2:44.403" v="545"/>
          <ac:spMkLst>
            <pc:docMk/>
            <pc:sldMk cId="3956454326" sldId="291"/>
            <ac:spMk id="3" creationId="{A46730B9-9AD7-6E2B-F613-D7CEBBA6000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35.245" v="944"/>
          <ac:spMkLst>
            <pc:docMk/>
            <pc:sldMk cId="3956454326" sldId="291"/>
            <ac:spMk id="9" creationId="{1825AC39-5F85-4CAA-8A81-A1287086B2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35.245" v="944"/>
          <ac:spMkLst>
            <pc:docMk/>
            <pc:sldMk cId="3956454326" sldId="291"/>
            <ac:spMk id="11" creationId="{95DA4D23-37FC-4B90-8188-F0377C5FF44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35.245" v="944"/>
          <ac:spMkLst>
            <pc:docMk/>
            <pc:sldMk cId="3956454326" sldId="291"/>
            <ac:spMk id="13" creationId="{A7A4B465-FBCC-4CD4-89A1-82992A7B47FF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35.245" v="944"/>
          <ac:spMkLst>
            <pc:docMk/>
            <pc:sldMk cId="3956454326" sldId="291"/>
            <ac:spMk id="15" creationId="{909E572F-9CDC-4214-9D42-FF0017649590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7:35.245" v="944"/>
          <ac:picMkLst>
            <pc:docMk/>
            <pc:sldMk cId="3956454326" sldId="291"/>
            <ac:picMk id="4" creationId="{9929B571-6892-4999-C76D-791C97C2C2C0}"/>
          </ac:picMkLst>
        </pc:picChg>
      </pc:sldChg>
      <pc:sldChg chg="addSp delSp modSp new mod ord setBg">
        <pc:chgData name="Muhammed Miah" userId="S::muhammed.miah@sandwell.ac.uk::0e20bf18-5ea6-47bf-82bb-ae77a37497ea" providerId="AD" clId="Web-{D60A6C77-B39C-4756-8BCA-5824445D0FB9}" dt="2023-02-26T02:17:47.292" v="946"/>
        <pc:sldMkLst>
          <pc:docMk/>
          <pc:sldMk cId="3156098796" sldId="292"/>
        </pc:sldMkLst>
        <pc:spChg chg="mod">
          <ac:chgData name="Muhammed Miah" userId="S::muhammed.miah@sandwell.ac.uk::0e20bf18-5ea6-47bf-82bb-ae77a37497ea" providerId="AD" clId="Web-{D60A6C77-B39C-4756-8BCA-5824445D0FB9}" dt="2023-02-26T02:17:47.292" v="946"/>
          <ac:spMkLst>
            <pc:docMk/>
            <pc:sldMk cId="3156098796" sldId="292"/>
            <ac:spMk id="2" creationId="{053DA233-447F-E16E-63B1-D353D9068360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43.230" v="945"/>
          <ac:spMkLst>
            <pc:docMk/>
            <pc:sldMk cId="3156098796" sldId="292"/>
            <ac:spMk id="3" creationId="{C2C8AE35-AE1B-967C-4B24-F6F083685EB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47.292" v="946"/>
          <ac:spMkLst>
            <pc:docMk/>
            <pc:sldMk cId="3156098796" sldId="292"/>
            <ac:spMk id="7" creationId="{49F388DC-C47F-4048-9B69-F1644A2A161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47.292" v="946"/>
          <ac:spMkLst>
            <pc:docMk/>
            <pc:sldMk cId="3156098796" sldId="292"/>
            <ac:spMk id="9" creationId="{422C035D-D3AD-4301-A1B5-D4C91E3C585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47.292" v="946"/>
          <ac:spMkLst>
            <pc:docMk/>
            <pc:sldMk cId="3156098796" sldId="292"/>
            <ac:spMk id="11" creationId="{C9957036-C837-4C4C-BBF0-4A0EC52AE1E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47.292" v="946"/>
          <ac:spMkLst>
            <pc:docMk/>
            <pc:sldMk cId="3156098796" sldId="292"/>
            <ac:spMk id="13" creationId="{98C1887B-FB03-4296-8352-8CFA0080FC24}"/>
          </ac:spMkLst>
        </pc:spChg>
        <pc:graphicFrameChg chg="add del mod ord modGraphic">
          <ac:chgData name="Muhammed Miah" userId="S::muhammed.miah@sandwell.ac.uk::0e20bf18-5ea6-47bf-82bb-ae77a37497ea" providerId="AD" clId="Web-{D60A6C77-B39C-4756-8BCA-5824445D0FB9}" dt="2023-02-26T02:03:12.622" v="574"/>
          <ac:graphicFrameMkLst>
            <pc:docMk/>
            <pc:sldMk cId="3156098796" sldId="292"/>
            <ac:graphicFrameMk id="4" creationId="{C526F99E-6BE4-D928-27A9-99C13DBF4D04}"/>
          </ac:graphicFrameMkLst>
        </pc:graphicFrameChg>
      </pc:sldChg>
      <pc:sldChg chg="addSp delSp modSp new mod ord setBg">
        <pc:chgData name="Muhammed Miah" userId="S::muhammed.miah@sandwell.ac.uk::0e20bf18-5ea6-47bf-82bb-ae77a37497ea" providerId="AD" clId="Web-{D60A6C77-B39C-4756-8BCA-5824445D0FB9}" dt="2023-02-26T02:17:56.840" v="949"/>
        <pc:sldMkLst>
          <pc:docMk/>
          <pc:sldMk cId="3819955033" sldId="293"/>
        </pc:sldMkLst>
        <pc:spChg chg="mod">
          <ac:chgData name="Muhammed Miah" userId="S::muhammed.miah@sandwell.ac.uk::0e20bf18-5ea6-47bf-82bb-ae77a37497ea" providerId="AD" clId="Web-{D60A6C77-B39C-4756-8BCA-5824445D0FB9}" dt="2023-02-26T02:17:56.840" v="949"/>
          <ac:spMkLst>
            <pc:docMk/>
            <pc:sldMk cId="3819955033" sldId="293"/>
            <ac:spMk id="2" creationId="{D22ACDAC-204F-7368-2FCE-4351BE7E0297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3:44.858" v="576"/>
          <ac:spMkLst>
            <pc:docMk/>
            <pc:sldMk cId="3819955033" sldId="293"/>
            <ac:spMk id="3" creationId="{2EB67231-A8F6-AEB2-8D68-0B9AD4AFA7D2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54.246" v="948"/>
          <ac:spMkLst>
            <pc:docMk/>
            <pc:sldMk cId="3819955033" sldId="293"/>
            <ac:spMk id="8" creationId="{FE7EF876-6B0E-4736-9D9B-EF7EC882F070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56.840" v="949"/>
          <ac:spMkLst>
            <pc:docMk/>
            <pc:sldMk cId="3819955033" sldId="293"/>
            <ac:spMk id="11" creationId="{C232B152-3720-4D3B-97ED-45CE5483F16F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56.840" v="949"/>
          <ac:spMkLst>
            <pc:docMk/>
            <pc:sldMk cId="3819955033" sldId="293"/>
            <ac:spMk id="13" creationId="{11BAB570-FF10-4E96-8A3F-FA9804702B89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7:56.840" v="949"/>
          <ac:spMkLst>
            <pc:docMk/>
            <pc:sldMk cId="3819955033" sldId="293"/>
            <ac:spMk id="15" creationId="{4B9FAFB2-BEB5-4848-8018-BCAD99E2E1AA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7:56.840" v="949"/>
          <ac:spMkLst>
            <pc:docMk/>
            <pc:sldMk cId="3819955033" sldId="293"/>
            <ac:spMk id="20" creationId="{D12DDE76-C203-4047-9998-63900085B5E8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7:56.840" v="949"/>
          <ac:picMkLst>
            <pc:docMk/>
            <pc:sldMk cId="3819955033" sldId="293"/>
            <ac:picMk id="4" creationId="{060D49EE-6BBB-934A-CA1B-AD376EB5DD8F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8:01.043" v="950"/>
        <pc:sldMkLst>
          <pc:docMk/>
          <pc:sldMk cId="1339241702" sldId="294"/>
        </pc:sldMkLst>
        <pc:spChg chg="mod">
          <ac:chgData name="Muhammed Miah" userId="S::muhammed.miah@sandwell.ac.uk::0e20bf18-5ea6-47bf-82bb-ae77a37497ea" providerId="AD" clId="Web-{D60A6C77-B39C-4756-8BCA-5824445D0FB9}" dt="2023-02-26T02:18:01.043" v="950"/>
          <ac:spMkLst>
            <pc:docMk/>
            <pc:sldMk cId="1339241702" sldId="294"/>
            <ac:spMk id="2" creationId="{2060B0FE-2962-0067-4065-7AA7B29F9274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4:23.782" v="594"/>
          <ac:spMkLst>
            <pc:docMk/>
            <pc:sldMk cId="1339241702" sldId="294"/>
            <ac:spMk id="3" creationId="{A71D3670-F12C-B03D-77BB-B528DAE47B8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01.043" v="950"/>
          <ac:spMkLst>
            <pc:docMk/>
            <pc:sldMk cId="1339241702" sldId="294"/>
            <ac:spMk id="9" creationId="{665DBBEF-238B-476B-96AB-8AAC3224ECEA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01.043" v="950"/>
          <ac:spMkLst>
            <pc:docMk/>
            <pc:sldMk cId="1339241702" sldId="294"/>
            <ac:spMk id="11" creationId="{3FCFB1DE-0B7E-48CC-BA90-B2AB0889F9D6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8:01.043" v="950"/>
          <ac:picMkLst>
            <pc:docMk/>
            <pc:sldMk cId="1339241702" sldId="294"/>
            <ac:picMk id="4" creationId="{753A195E-516D-BE99-FD23-B758431780F4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8:09.121" v="951"/>
        <pc:sldMkLst>
          <pc:docMk/>
          <pc:sldMk cId="1929978276" sldId="295"/>
        </pc:sldMkLst>
        <pc:spChg chg="mod">
          <ac:chgData name="Muhammed Miah" userId="S::muhammed.miah@sandwell.ac.uk::0e20bf18-5ea6-47bf-82bb-ae77a37497ea" providerId="AD" clId="Web-{D60A6C77-B39C-4756-8BCA-5824445D0FB9}" dt="2023-02-26T02:18:09.121" v="951"/>
          <ac:spMkLst>
            <pc:docMk/>
            <pc:sldMk cId="1929978276" sldId="295"/>
            <ac:spMk id="2" creationId="{1FFE30D6-8BD5-FA08-3611-CB108D4A4A72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5:15.532" v="637"/>
          <ac:spMkLst>
            <pc:docMk/>
            <pc:sldMk cId="1929978276" sldId="295"/>
            <ac:spMk id="3" creationId="{0CCD22FA-3F40-E786-FEB6-4DF0430B8032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09.121" v="951"/>
          <ac:spMkLst>
            <pc:docMk/>
            <pc:sldMk cId="1929978276" sldId="295"/>
            <ac:spMk id="9" creationId="{1825AC39-5F85-4CAA-8A81-A1287086B2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09.121" v="951"/>
          <ac:spMkLst>
            <pc:docMk/>
            <pc:sldMk cId="1929978276" sldId="295"/>
            <ac:spMk id="11" creationId="{95DA4D23-37FC-4B90-8188-F0377C5FF44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09.121" v="951"/>
          <ac:spMkLst>
            <pc:docMk/>
            <pc:sldMk cId="1929978276" sldId="295"/>
            <ac:spMk id="13" creationId="{A7A4B465-FBCC-4CD4-89A1-82992A7B47FF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09.121" v="951"/>
          <ac:spMkLst>
            <pc:docMk/>
            <pc:sldMk cId="1929978276" sldId="295"/>
            <ac:spMk id="15" creationId="{909E572F-9CDC-4214-9D42-FF0017649590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8:09.121" v="951"/>
          <ac:picMkLst>
            <pc:docMk/>
            <pc:sldMk cId="1929978276" sldId="295"/>
            <ac:picMk id="4" creationId="{BDA92043-3C36-3C53-02A2-E8D1EB967F11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8:24.090" v="956" actId="20577"/>
        <pc:sldMkLst>
          <pc:docMk/>
          <pc:sldMk cId="531140245" sldId="296"/>
        </pc:sldMkLst>
        <pc:spChg chg="mod">
          <ac:chgData name="Muhammed Miah" userId="S::muhammed.miah@sandwell.ac.uk::0e20bf18-5ea6-47bf-82bb-ae77a37497ea" providerId="AD" clId="Web-{D60A6C77-B39C-4756-8BCA-5824445D0FB9}" dt="2023-02-26T02:18:24.090" v="956" actId="20577"/>
          <ac:spMkLst>
            <pc:docMk/>
            <pc:sldMk cId="531140245" sldId="296"/>
            <ac:spMk id="2" creationId="{2DCC150C-5B9A-B5B5-F8BF-2D24316E61AC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6:04.205" v="666"/>
          <ac:spMkLst>
            <pc:docMk/>
            <pc:sldMk cId="531140245" sldId="296"/>
            <ac:spMk id="3" creationId="{33E7FADA-0073-FA0A-1A89-EEC11137660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13.871" v="952"/>
          <ac:spMkLst>
            <pc:docMk/>
            <pc:sldMk cId="531140245" sldId="296"/>
            <ac:spMk id="9" creationId="{1825AC39-5F85-4CAA-8A81-A1287086B2B6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13.871" v="952"/>
          <ac:spMkLst>
            <pc:docMk/>
            <pc:sldMk cId="531140245" sldId="296"/>
            <ac:spMk id="11" creationId="{95DA4D23-37FC-4B90-8188-F0377C5FF44B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13.871" v="952"/>
          <ac:spMkLst>
            <pc:docMk/>
            <pc:sldMk cId="531140245" sldId="296"/>
            <ac:spMk id="13" creationId="{A7A4B465-FBCC-4CD4-89A1-82992A7B47FF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13.871" v="952"/>
          <ac:spMkLst>
            <pc:docMk/>
            <pc:sldMk cId="531140245" sldId="296"/>
            <ac:spMk id="15" creationId="{909E572F-9CDC-4214-9D42-FF0017649590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8:13.871" v="952"/>
          <ac:picMkLst>
            <pc:docMk/>
            <pc:sldMk cId="531140245" sldId="296"/>
            <ac:picMk id="4" creationId="{9B777E7B-79A7-113D-B129-BCB567FAD5E7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8:36.778" v="960"/>
        <pc:sldMkLst>
          <pc:docMk/>
          <pc:sldMk cId="623372208" sldId="297"/>
        </pc:sldMkLst>
        <pc:spChg chg="mod">
          <ac:chgData name="Muhammed Miah" userId="S::muhammed.miah@sandwell.ac.uk::0e20bf18-5ea6-47bf-82bb-ae77a37497ea" providerId="AD" clId="Web-{D60A6C77-B39C-4756-8BCA-5824445D0FB9}" dt="2023-02-26T02:18:36.778" v="960"/>
          <ac:spMkLst>
            <pc:docMk/>
            <pc:sldMk cId="623372208" sldId="297"/>
            <ac:spMk id="2" creationId="{89C44CF8-CA59-BCC8-0D58-73CB1DD6BF95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8:31.153" v="959"/>
          <ac:spMkLst>
            <pc:docMk/>
            <pc:sldMk cId="623372208" sldId="297"/>
            <ac:spMk id="3" creationId="{68BAF328-ED4E-2742-4061-73C812060F63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36.778" v="960"/>
          <ac:spMkLst>
            <pc:docMk/>
            <pc:sldMk cId="623372208" sldId="297"/>
            <ac:spMk id="8" creationId="{6BF89811-EF86-4F24-8973-3749C8FBCF2C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36.778" v="960"/>
          <ac:spMkLst>
            <pc:docMk/>
            <pc:sldMk cId="623372208" sldId="297"/>
            <ac:spMk id="14" creationId="{19419667-6EB3-488D-8BD4-9D972AC1100D}"/>
          </ac:spMkLst>
        </pc:spChg>
        <pc:grpChg chg="add">
          <ac:chgData name="Muhammed Miah" userId="S::muhammed.miah@sandwell.ac.uk::0e20bf18-5ea6-47bf-82bb-ae77a37497ea" providerId="AD" clId="Web-{D60A6C77-B39C-4756-8BCA-5824445D0FB9}" dt="2023-02-26T02:18:36.778" v="960"/>
          <ac:grpSpMkLst>
            <pc:docMk/>
            <pc:sldMk cId="623372208" sldId="297"/>
            <ac:grpSpMk id="10" creationId="{C77639EA-C9D1-44CA-BBC0-30625E7CDBB0}"/>
          </ac:grpSpMkLst>
        </pc:grpChg>
        <pc:picChg chg="add">
          <ac:chgData name="Muhammed Miah" userId="S::muhammed.miah@sandwell.ac.uk::0e20bf18-5ea6-47bf-82bb-ae77a37497ea" providerId="AD" clId="Web-{D60A6C77-B39C-4756-8BCA-5824445D0FB9}" dt="2023-02-26T02:18:36.778" v="960"/>
          <ac:picMkLst>
            <pc:docMk/>
            <pc:sldMk cId="623372208" sldId="297"/>
            <ac:picMk id="4" creationId="{75135862-DEFB-3A8D-B29B-93073BAE52BA}"/>
          </ac:picMkLst>
        </pc:picChg>
      </pc:sldChg>
      <pc:sldChg chg="addSp delSp modSp new mod setBg addAnim">
        <pc:chgData name="Muhammed Miah" userId="S::muhammed.miah@sandwell.ac.uk::0e20bf18-5ea6-47bf-82bb-ae77a37497ea" providerId="AD" clId="Web-{D60A6C77-B39C-4756-8BCA-5824445D0FB9}" dt="2023-02-26T02:18:43.309" v="963"/>
        <pc:sldMkLst>
          <pc:docMk/>
          <pc:sldMk cId="393262608" sldId="298"/>
        </pc:sldMkLst>
        <pc:spChg chg="mod">
          <ac:chgData name="Muhammed Miah" userId="S::muhammed.miah@sandwell.ac.uk::0e20bf18-5ea6-47bf-82bb-ae77a37497ea" providerId="AD" clId="Web-{D60A6C77-B39C-4756-8BCA-5824445D0FB9}" dt="2023-02-26T02:18:43.309" v="962"/>
          <ac:spMkLst>
            <pc:docMk/>
            <pc:sldMk cId="393262608" sldId="298"/>
            <ac:spMk id="2" creationId="{5EB35A95-7282-2A49-9A90-B4BE9ADD71D2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8:40.716" v="961"/>
          <ac:spMkLst>
            <pc:docMk/>
            <pc:sldMk cId="393262608" sldId="298"/>
            <ac:spMk id="3" creationId="{BF92C33C-60A8-B71C-E300-3D3E52A648D2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43.309" v="962"/>
          <ac:spMkLst>
            <pc:docMk/>
            <pc:sldMk cId="393262608" sldId="298"/>
            <ac:spMk id="7" creationId="{49F388DC-C47F-4048-9B69-F1644A2A161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43.309" v="962"/>
          <ac:spMkLst>
            <pc:docMk/>
            <pc:sldMk cId="393262608" sldId="298"/>
            <ac:spMk id="9" creationId="{422C035D-D3AD-4301-A1B5-D4C91E3C585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43.309" v="962"/>
          <ac:spMkLst>
            <pc:docMk/>
            <pc:sldMk cId="393262608" sldId="298"/>
            <ac:spMk id="11" creationId="{C9957036-C837-4C4C-BBF0-4A0EC52AE1E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8:43.309" v="962"/>
          <ac:spMkLst>
            <pc:docMk/>
            <pc:sldMk cId="393262608" sldId="298"/>
            <ac:spMk id="13" creationId="{98C1887B-FB03-4296-8352-8CFA0080FC24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19:00.263" v="966"/>
        <pc:sldMkLst>
          <pc:docMk/>
          <pc:sldMk cId="2537430779" sldId="299"/>
        </pc:sldMkLst>
        <pc:spChg chg="mod">
          <ac:chgData name="Muhammed Miah" userId="S::muhammed.miah@sandwell.ac.uk::0e20bf18-5ea6-47bf-82bb-ae77a37497ea" providerId="AD" clId="Web-{D60A6C77-B39C-4756-8BCA-5824445D0FB9}" dt="2023-02-26T02:19:00.263" v="966"/>
          <ac:spMkLst>
            <pc:docMk/>
            <pc:sldMk cId="2537430779" sldId="299"/>
            <ac:spMk id="2" creationId="{D82EF4AC-6CF6-3C67-0B96-3FEECFC1C86C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7:25.695" v="728"/>
          <ac:spMkLst>
            <pc:docMk/>
            <pc:sldMk cId="2537430779" sldId="299"/>
            <ac:spMk id="3" creationId="{E3C10DB3-063A-9F58-E178-DB7213059FEF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8:49.013" v="965"/>
          <ac:spMkLst>
            <pc:docMk/>
            <pc:sldMk cId="2537430779" sldId="299"/>
            <ac:spMk id="8" creationId="{90495602-9AE4-0E0A-2DB7-686C37686187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19:00.263" v="966"/>
          <ac:spMkLst>
            <pc:docMk/>
            <pc:sldMk cId="2537430779" sldId="299"/>
            <ac:spMk id="11" creationId="{42A5316D-ED2F-4F89-B4B4-8D9240B1A34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9:00.263" v="966"/>
          <ac:spMkLst>
            <pc:docMk/>
            <pc:sldMk cId="2537430779" sldId="299"/>
            <ac:spMk id="16" creationId="{93245F62-CCC4-49E4-B95B-EA6C1E79051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9:00.263" v="966"/>
          <ac:spMkLst>
            <pc:docMk/>
            <pc:sldMk cId="2537430779" sldId="299"/>
            <ac:spMk id="18" creationId="{E6C0DD6B-6AA3-448F-9B99-8386295BC1B4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19:00.263" v="966"/>
          <ac:picMkLst>
            <pc:docMk/>
            <pc:sldMk cId="2537430779" sldId="299"/>
            <ac:picMk id="4" creationId="{3B44753C-E0E6-5EA3-6972-6B1BFF0D0553}"/>
          </ac:picMkLst>
        </pc:picChg>
      </pc:sldChg>
      <pc:sldChg chg="addSp delSp modSp new del">
        <pc:chgData name="Muhammed Miah" userId="S::muhammed.miah@sandwell.ac.uk::0e20bf18-5ea6-47bf-82bb-ae77a37497ea" providerId="AD" clId="Web-{D60A6C77-B39C-4756-8BCA-5824445D0FB9}" dt="2023-02-26T02:19:28.060" v="979"/>
        <pc:sldMkLst>
          <pc:docMk/>
          <pc:sldMk cId="1318317276" sldId="300"/>
        </pc:sldMkLst>
        <pc:spChg chg="mod">
          <ac:chgData name="Muhammed Miah" userId="S::muhammed.miah@sandwell.ac.uk::0e20bf18-5ea6-47bf-82bb-ae77a37497ea" providerId="AD" clId="Web-{D60A6C77-B39C-4756-8BCA-5824445D0FB9}" dt="2023-02-26T02:07:49.617" v="736" actId="20577"/>
          <ac:spMkLst>
            <pc:docMk/>
            <pc:sldMk cId="1318317276" sldId="300"/>
            <ac:spMk id="2" creationId="{436A0CEB-2505-3A64-7B03-58CFE60B91F9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7:51.617" v="737"/>
          <ac:spMkLst>
            <pc:docMk/>
            <pc:sldMk cId="1318317276" sldId="300"/>
            <ac:spMk id="3" creationId="{0F30A845-868F-4A28-5FA9-9A8A6B1FEC97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07:51.617" v="737"/>
          <ac:picMkLst>
            <pc:docMk/>
            <pc:sldMk cId="1318317276" sldId="300"/>
            <ac:picMk id="4" creationId="{8BFE2F28-9C3B-2943-308F-87C08A81DA8A}"/>
          </ac:picMkLst>
        </pc:picChg>
      </pc:sldChg>
      <pc:sldChg chg="addSp delSp modSp new mod setBg addAnim">
        <pc:chgData name="Muhammed Miah" userId="S::muhammed.miah@sandwell.ac.uk::0e20bf18-5ea6-47bf-82bb-ae77a37497ea" providerId="AD" clId="Web-{D60A6C77-B39C-4756-8BCA-5824445D0FB9}" dt="2023-02-26T02:19:34.732" v="982"/>
        <pc:sldMkLst>
          <pc:docMk/>
          <pc:sldMk cId="1126012323" sldId="301"/>
        </pc:sldMkLst>
        <pc:spChg chg="mod">
          <ac:chgData name="Muhammed Miah" userId="S::muhammed.miah@sandwell.ac.uk::0e20bf18-5ea6-47bf-82bb-ae77a37497ea" providerId="AD" clId="Web-{D60A6C77-B39C-4756-8BCA-5824445D0FB9}" dt="2023-02-26T02:19:34.732" v="981"/>
          <ac:spMkLst>
            <pc:docMk/>
            <pc:sldMk cId="1126012323" sldId="301"/>
            <ac:spMk id="2" creationId="{B1271062-2551-8BFF-AD7B-17417B84861C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9:32.013" v="980"/>
          <ac:spMkLst>
            <pc:docMk/>
            <pc:sldMk cId="1126012323" sldId="301"/>
            <ac:spMk id="3" creationId="{D7EA6889-1D3E-FC2E-3E87-A7164C7A72A8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9:34.732" v="981"/>
          <ac:spMkLst>
            <pc:docMk/>
            <pc:sldMk cId="1126012323" sldId="301"/>
            <ac:spMk id="7" creationId="{49F388DC-C47F-4048-9B69-F1644A2A161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9:34.732" v="981"/>
          <ac:spMkLst>
            <pc:docMk/>
            <pc:sldMk cId="1126012323" sldId="301"/>
            <ac:spMk id="9" creationId="{422C035D-D3AD-4301-A1B5-D4C91E3C585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9:34.732" v="981"/>
          <ac:spMkLst>
            <pc:docMk/>
            <pc:sldMk cId="1126012323" sldId="301"/>
            <ac:spMk id="11" creationId="{C9957036-C837-4C4C-BBF0-4A0EC52AE1E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19:34.732" v="981"/>
          <ac:spMkLst>
            <pc:docMk/>
            <pc:sldMk cId="1126012323" sldId="301"/>
            <ac:spMk id="13" creationId="{98C1887B-FB03-4296-8352-8CFA0080FC24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21:06.999" v="1008" actId="1076"/>
        <pc:sldMkLst>
          <pc:docMk/>
          <pc:sldMk cId="3506954018" sldId="302"/>
        </pc:sldMkLst>
        <pc:spChg chg="mod">
          <ac:chgData name="Muhammed Miah" userId="S::muhammed.miah@sandwell.ac.uk::0e20bf18-5ea6-47bf-82bb-ae77a37497ea" providerId="AD" clId="Web-{D60A6C77-B39C-4756-8BCA-5824445D0FB9}" dt="2023-02-26T02:20:22.170" v="989"/>
          <ac:spMkLst>
            <pc:docMk/>
            <pc:sldMk cId="3506954018" sldId="302"/>
            <ac:spMk id="2" creationId="{327D0BF4-393A-7C59-C5A6-010F7EED47C3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10:04.324" v="825"/>
          <ac:spMkLst>
            <pc:docMk/>
            <pc:sldMk cId="3506954018" sldId="302"/>
            <ac:spMk id="3" creationId="{247DAD6B-D3CA-649D-676E-88E6326F47B4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20:22.170" v="989"/>
          <ac:spMkLst>
            <pc:docMk/>
            <pc:sldMk cId="3506954018" sldId="302"/>
            <ac:spMk id="10" creationId="{525DE26C-9722-7A03-3B5F-4ABE0447E7F5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20:22.170" v="989"/>
          <ac:spMkLst>
            <pc:docMk/>
            <pc:sldMk cId="3506954018" sldId="302"/>
            <ac:spMk id="13" creationId="{9D25F302-27C5-414F-97F8-6EA0A6C028BA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20:22.170" v="989"/>
          <ac:spMkLst>
            <pc:docMk/>
            <pc:sldMk cId="3506954018" sldId="302"/>
            <ac:spMk id="15" creationId="{830A36F8-48C2-4842-A87B-8CE8DF4E7FD2}"/>
          </ac:spMkLst>
        </pc:spChg>
        <pc:spChg chg="add del">
          <ac:chgData name="Muhammed Miah" userId="S::muhammed.miah@sandwell.ac.uk::0e20bf18-5ea6-47bf-82bb-ae77a37497ea" providerId="AD" clId="Web-{D60A6C77-B39C-4756-8BCA-5824445D0FB9}" dt="2023-02-26T02:20:22.170" v="989"/>
          <ac:spMkLst>
            <pc:docMk/>
            <pc:sldMk cId="3506954018" sldId="302"/>
            <ac:spMk id="17" creationId="{8F451A30-466B-4996-9BA5-CD6ABCC6D558}"/>
          </ac:spMkLst>
        </pc:spChg>
        <pc:picChg chg="add mod ord">
          <ac:chgData name="Muhammed Miah" userId="S::muhammed.miah@sandwell.ac.uk::0e20bf18-5ea6-47bf-82bb-ae77a37497ea" providerId="AD" clId="Web-{D60A6C77-B39C-4756-8BCA-5824445D0FB9}" dt="2023-02-26T02:20:53.702" v="1005" actId="1076"/>
          <ac:picMkLst>
            <pc:docMk/>
            <pc:sldMk cId="3506954018" sldId="302"/>
            <ac:picMk id="4" creationId="{854ED670-45E8-D4A6-2071-C80068AD77B9}"/>
          </ac:picMkLst>
        </pc:picChg>
        <pc:picChg chg="add mod ord">
          <ac:chgData name="Muhammed Miah" userId="S::muhammed.miah@sandwell.ac.uk::0e20bf18-5ea6-47bf-82bb-ae77a37497ea" providerId="AD" clId="Web-{D60A6C77-B39C-4756-8BCA-5824445D0FB9}" dt="2023-02-26T02:21:06.999" v="1008" actId="1076"/>
          <ac:picMkLst>
            <pc:docMk/>
            <pc:sldMk cId="3506954018" sldId="302"/>
            <ac:picMk id="5" creationId="{043C7579-7FF2-CC4B-43FA-59D6B5777488}"/>
          </ac:picMkLst>
        </pc:picChg>
        <pc:picChg chg="add mod">
          <ac:chgData name="Muhammed Miah" userId="S::muhammed.miah@sandwell.ac.uk::0e20bf18-5ea6-47bf-82bb-ae77a37497ea" providerId="AD" clId="Web-{D60A6C77-B39C-4756-8BCA-5824445D0FB9}" dt="2023-02-26T02:20:45.186" v="1002" actId="1076"/>
          <ac:picMkLst>
            <pc:docMk/>
            <pc:sldMk cId="3506954018" sldId="302"/>
            <ac:picMk id="6" creationId="{61EAC3D9-4B6E-C87D-D414-254686B72453}"/>
          </ac:picMkLst>
        </pc:pic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21:10.905" v="1009"/>
        <pc:sldMkLst>
          <pc:docMk/>
          <pc:sldMk cId="1250812208" sldId="303"/>
        </pc:sldMkLst>
        <pc:spChg chg="mod">
          <ac:chgData name="Muhammed Miah" userId="S::muhammed.miah@sandwell.ac.uk::0e20bf18-5ea6-47bf-82bb-ae77a37497ea" providerId="AD" clId="Web-{D60A6C77-B39C-4756-8BCA-5824445D0FB9}" dt="2023-02-26T02:21:10.905" v="1009"/>
          <ac:spMkLst>
            <pc:docMk/>
            <pc:sldMk cId="1250812208" sldId="303"/>
            <ac:spMk id="2" creationId="{2F165FB4-EEE8-7AF0-C9E2-001F81B4E4AE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21:10.905" v="1009"/>
          <ac:spMkLst>
            <pc:docMk/>
            <pc:sldMk cId="1250812208" sldId="303"/>
            <ac:spMk id="3" creationId="{CBF8CE06-C37E-85C2-D28C-C4B6DDC9338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0.905" v="1009"/>
          <ac:spMkLst>
            <pc:docMk/>
            <pc:sldMk cId="1250812208" sldId="303"/>
            <ac:spMk id="8" creationId="{49F388DC-C47F-4048-9B69-F1644A2A161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0.905" v="1009"/>
          <ac:spMkLst>
            <pc:docMk/>
            <pc:sldMk cId="1250812208" sldId="303"/>
            <ac:spMk id="10" creationId="{422C035D-D3AD-4301-A1B5-D4C91E3C585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0.905" v="1009"/>
          <ac:spMkLst>
            <pc:docMk/>
            <pc:sldMk cId="1250812208" sldId="303"/>
            <ac:spMk id="12" creationId="{C9957036-C837-4C4C-BBF0-4A0EC52AE1E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0.905" v="1009"/>
          <ac:spMkLst>
            <pc:docMk/>
            <pc:sldMk cId="1250812208" sldId="303"/>
            <ac:spMk id="14" creationId="{98C1887B-FB03-4296-8352-8CFA0080FC24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21:21.234" v="1012" actId="20577"/>
        <pc:sldMkLst>
          <pc:docMk/>
          <pc:sldMk cId="1790409951" sldId="304"/>
        </pc:sldMkLst>
        <pc:spChg chg="mod">
          <ac:chgData name="Muhammed Miah" userId="S::muhammed.miah@sandwell.ac.uk::0e20bf18-5ea6-47bf-82bb-ae77a37497ea" providerId="AD" clId="Web-{D60A6C77-B39C-4756-8BCA-5824445D0FB9}" dt="2023-02-26T02:21:21.234" v="1012" actId="20577"/>
          <ac:spMkLst>
            <pc:docMk/>
            <pc:sldMk cId="1790409951" sldId="304"/>
            <ac:spMk id="2" creationId="{A5A60901-216B-996B-90B3-2148A35312DA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21:15.046" v="1010"/>
          <ac:spMkLst>
            <pc:docMk/>
            <pc:sldMk cId="1790409951" sldId="304"/>
            <ac:spMk id="3" creationId="{0A1CF8EF-38B2-9A3C-287F-177628C12682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5.046" v="1010"/>
          <ac:spMkLst>
            <pc:docMk/>
            <pc:sldMk cId="1790409951" sldId="304"/>
            <ac:spMk id="8" creationId="{49F388DC-C47F-4048-9B69-F1644A2A1610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5.046" v="1010"/>
          <ac:spMkLst>
            <pc:docMk/>
            <pc:sldMk cId="1790409951" sldId="304"/>
            <ac:spMk id="10" creationId="{422C035D-D3AD-4301-A1B5-D4C91E3C5855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5.046" v="1010"/>
          <ac:spMkLst>
            <pc:docMk/>
            <pc:sldMk cId="1790409951" sldId="304"/>
            <ac:spMk id="12" creationId="{C9957036-C837-4C4C-BBF0-4A0EC52AE1E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15.046" v="1010"/>
          <ac:spMkLst>
            <pc:docMk/>
            <pc:sldMk cId="1790409951" sldId="304"/>
            <ac:spMk id="14" creationId="{98C1887B-FB03-4296-8352-8CFA0080FC24}"/>
          </ac:spMkLst>
        </pc:spChg>
      </pc:sldChg>
      <pc:sldChg chg="addSp delSp modSp new mod setBg">
        <pc:chgData name="Muhammed Miah" userId="S::muhammed.miah@sandwell.ac.uk::0e20bf18-5ea6-47bf-82bb-ae77a37497ea" providerId="AD" clId="Web-{D60A6C77-B39C-4756-8BCA-5824445D0FB9}" dt="2023-02-26T02:21:25.124" v="1013"/>
        <pc:sldMkLst>
          <pc:docMk/>
          <pc:sldMk cId="3193054316" sldId="305"/>
        </pc:sldMkLst>
        <pc:spChg chg="mod">
          <ac:chgData name="Muhammed Miah" userId="S::muhammed.miah@sandwell.ac.uk::0e20bf18-5ea6-47bf-82bb-ae77a37497ea" providerId="AD" clId="Web-{D60A6C77-B39C-4756-8BCA-5824445D0FB9}" dt="2023-02-26T02:21:25.124" v="1013"/>
          <ac:spMkLst>
            <pc:docMk/>
            <pc:sldMk cId="3193054316" sldId="305"/>
            <ac:spMk id="2" creationId="{B13DD59D-15E4-E05E-E656-04B89546E6BF}"/>
          </ac:spMkLst>
        </pc:spChg>
        <pc:spChg chg="del">
          <ac:chgData name="Muhammed Miah" userId="S::muhammed.miah@sandwell.ac.uk::0e20bf18-5ea6-47bf-82bb-ae77a37497ea" providerId="AD" clId="Web-{D60A6C77-B39C-4756-8BCA-5824445D0FB9}" dt="2023-02-26T02:09:13.259" v="824"/>
          <ac:spMkLst>
            <pc:docMk/>
            <pc:sldMk cId="3193054316" sldId="305"/>
            <ac:spMk id="3" creationId="{B522A82B-0B6A-1E46-4AEF-5A1883B41FF1}"/>
          </ac:spMkLst>
        </pc:spChg>
        <pc:spChg chg="add">
          <ac:chgData name="Muhammed Miah" userId="S::muhammed.miah@sandwell.ac.uk::0e20bf18-5ea6-47bf-82bb-ae77a37497ea" providerId="AD" clId="Web-{D60A6C77-B39C-4756-8BCA-5824445D0FB9}" dt="2023-02-26T02:21:25.124" v="1013"/>
          <ac:spMkLst>
            <pc:docMk/>
            <pc:sldMk cId="3193054316" sldId="305"/>
            <ac:spMk id="8" creationId="{181A871F-7CC3-43F0-9EB9-52C603EEB601}"/>
          </ac:spMkLst>
        </pc:spChg>
        <pc:grpChg chg="add">
          <ac:chgData name="Muhammed Miah" userId="S::muhammed.miah@sandwell.ac.uk::0e20bf18-5ea6-47bf-82bb-ae77a37497ea" providerId="AD" clId="Web-{D60A6C77-B39C-4756-8BCA-5824445D0FB9}" dt="2023-02-26T02:21:25.124" v="1013"/>
          <ac:grpSpMkLst>
            <pc:docMk/>
            <pc:sldMk cId="3193054316" sldId="305"/>
            <ac:grpSpMk id="10" creationId="{A7EA17DF-8D42-4599-A066-12036B429F8F}"/>
          </ac:grpSpMkLst>
        </pc:grpChg>
        <pc:grpChg chg="add">
          <ac:chgData name="Muhammed Miah" userId="S::muhammed.miah@sandwell.ac.uk::0e20bf18-5ea6-47bf-82bb-ae77a37497ea" providerId="AD" clId="Web-{D60A6C77-B39C-4756-8BCA-5824445D0FB9}" dt="2023-02-26T02:21:25.124" v="1013"/>
          <ac:grpSpMkLst>
            <pc:docMk/>
            <pc:sldMk cId="3193054316" sldId="305"/>
            <ac:grpSpMk id="14" creationId="{50483D03-B230-4400-8301-33F3412829ED}"/>
          </ac:grpSpMkLst>
        </pc:grpChg>
        <pc:picChg chg="add">
          <ac:chgData name="Muhammed Miah" userId="S::muhammed.miah@sandwell.ac.uk::0e20bf18-5ea6-47bf-82bb-ae77a37497ea" providerId="AD" clId="Web-{D60A6C77-B39C-4756-8BCA-5824445D0FB9}" dt="2023-02-26T02:21:25.124" v="1013"/>
          <ac:picMkLst>
            <pc:docMk/>
            <pc:sldMk cId="3193054316" sldId="305"/>
            <ac:picMk id="4" creationId="{A123E372-2D65-51FE-1702-07F7F75B0B7A}"/>
          </ac:picMkLst>
        </pc:picChg>
      </pc:sldChg>
      <pc:sldChg chg="addSp delSp modSp add replId">
        <pc:chgData name="Muhammed Miah" userId="S::muhammed.miah@sandwell.ac.uk::0e20bf18-5ea6-47bf-82bb-ae77a37497ea" providerId="AD" clId="Web-{D60A6C77-B39C-4756-8BCA-5824445D0FB9}" dt="2023-02-26T02:19:26.654" v="978" actId="1076"/>
        <pc:sldMkLst>
          <pc:docMk/>
          <pc:sldMk cId="1419801771" sldId="306"/>
        </pc:sldMkLst>
        <pc:spChg chg="mod">
          <ac:chgData name="Muhammed Miah" userId="S::muhammed.miah@sandwell.ac.uk::0e20bf18-5ea6-47bf-82bb-ae77a37497ea" providerId="AD" clId="Web-{D60A6C77-B39C-4756-8BCA-5824445D0FB9}" dt="2023-02-26T02:19:17.263" v="973" actId="20577"/>
          <ac:spMkLst>
            <pc:docMk/>
            <pc:sldMk cId="1419801771" sldId="306"/>
            <ac:spMk id="2" creationId="{D82EF4AC-6CF6-3C67-0B96-3FEECFC1C86C}"/>
          </ac:spMkLst>
        </pc:spChg>
        <pc:picChg chg="del">
          <ac:chgData name="Muhammed Miah" userId="S::muhammed.miah@sandwell.ac.uk::0e20bf18-5ea6-47bf-82bb-ae77a37497ea" providerId="AD" clId="Web-{D60A6C77-B39C-4756-8BCA-5824445D0FB9}" dt="2023-02-26T02:19:22.357" v="975"/>
          <ac:picMkLst>
            <pc:docMk/>
            <pc:sldMk cId="1419801771" sldId="306"/>
            <ac:picMk id="4" creationId="{3B44753C-E0E6-5EA3-6972-6B1BFF0D0553}"/>
          </ac:picMkLst>
        </pc:picChg>
        <pc:picChg chg="add mod">
          <ac:chgData name="Muhammed Miah" userId="S::muhammed.miah@sandwell.ac.uk::0e20bf18-5ea6-47bf-82bb-ae77a37497ea" providerId="AD" clId="Web-{D60A6C77-B39C-4756-8BCA-5824445D0FB9}" dt="2023-02-26T02:19:26.654" v="978" actId="1076"/>
          <ac:picMkLst>
            <pc:docMk/>
            <pc:sldMk cId="1419801771" sldId="306"/>
            <ac:picMk id="5" creationId="{6774FC48-4BD0-97EF-5CCF-7C58CEEDDE4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41CDC5-9495-4FCB-9A12-688198A9E65B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9B4B5B-9CD6-4163-800D-B18879B879C6}">
      <dgm:prSet/>
      <dgm:spPr/>
      <dgm:t>
        <a:bodyPr/>
        <a:lstStyle/>
        <a:p>
          <a:r>
            <a:rPr lang="en-US"/>
            <a:t>Install</a:t>
          </a:r>
        </a:p>
      </dgm:t>
    </dgm:pt>
    <dgm:pt modelId="{4629631D-7539-4032-BADA-D373ACFD6431}" type="parTrans" cxnId="{013192E3-BA41-49F9-8755-9C31C9D6AB62}">
      <dgm:prSet/>
      <dgm:spPr/>
      <dgm:t>
        <a:bodyPr/>
        <a:lstStyle/>
        <a:p>
          <a:endParaRPr lang="en-US"/>
        </a:p>
      </dgm:t>
    </dgm:pt>
    <dgm:pt modelId="{6ABAEC32-1D42-4D36-9387-62D1FCE03936}" type="sibTrans" cxnId="{013192E3-BA41-49F9-8755-9C31C9D6AB62}">
      <dgm:prSet/>
      <dgm:spPr/>
      <dgm:t>
        <a:bodyPr/>
        <a:lstStyle/>
        <a:p>
          <a:endParaRPr lang="en-US"/>
        </a:p>
      </dgm:t>
    </dgm:pt>
    <dgm:pt modelId="{415DE23D-3A21-41BB-830A-40BA026B853E}">
      <dgm:prSet/>
      <dgm:spPr/>
      <dgm:t>
        <a:bodyPr/>
        <a:lstStyle/>
        <a:p>
          <a:r>
            <a:rPr lang="en-US"/>
            <a:t>Install-Package Microsoft.VisualStudio.Web.CodeGeneration.Design</a:t>
          </a:r>
        </a:p>
      </dgm:t>
    </dgm:pt>
    <dgm:pt modelId="{0EE50BF0-CC89-48B7-A3CC-F0052A7E350A}" type="parTrans" cxnId="{1A250654-9F16-475C-8FE8-F5467AC30176}">
      <dgm:prSet/>
      <dgm:spPr/>
      <dgm:t>
        <a:bodyPr/>
        <a:lstStyle/>
        <a:p>
          <a:endParaRPr lang="en-US"/>
        </a:p>
      </dgm:t>
    </dgm:pt>
    <dgm:pt modelId="{EB9ACB6C-D34D-4349-B021-32DA7206DED2}" type="sibTrans" cxnId="{1A250654-9F16-475C-8FE8-F5467AC30176}">
      <dgm:prSet/>
      <dgm:spPr/>
      <dgm:t>
        <a:bodyPr/>
        <a:lstStyle/>
        <a:p>
          <a:endParaRPr lang="en-US"/>
        </a:p>
      </dgm:t>
    </dgm:pt>
    <dgm:pt modelId="{F3F2C643-0DED-4E02-B659-AC7003A9C1C5}">
      <dgm:prSet/>
      <dgm:spPr/>
      <dgm:t>
        <a:bodyPr/>
        <a:lstStyle/>
        <a:p>
          <a:r>
            <a:rPr lang="en-US"/>
            <a:t>Install</a:t>
          </a:r>
        </a:p>
      </dgm:t>
    </dgm:pt>
    <dgm:pt modelId="{B006FABB-6B92-4E6A-A838-DFFE935145DA}" type="parTrans" cxnId="{65EB4C72-925F-4425-8135-DD0F6E54D727}">
      <dgm:prSet/>
      <dgm:spPr/>
      <dgm:t>
        <a:bodyPr/>
        <a:lstStyle/>
        <a:p>
          <a:endParaRPr lang="en-US"/>
        </a:p>
      </dgm:t>
    </dgm:pt>
    <dgm:pt modelId="{4ADA3D84-81BB-45A0-AC5A-C5EC8B15F34B}" type="sibTrans" cxnId="{65EB4C72-925F-4425-8135-DD0F6E54D727}">
      <dgm:prSet/>
      <dgm:spPr/>
      <dgm:t>
        <a:bodyPr/>
        <a:lstStyle/>
        <a:p>
          <a:endParaRPr lang="en-US"/>
        </a:p>
      </dgm:t>
    </dgm:pt>
    <dgm:pt modelId="{E6186B1E-BC5A-4FE7-BDAB-9D4B145A08D6}">
      <dgm:prSet/>
      <dgm:spPr/>
      <dgm:t>
        <a:bodyPr/>
        <a:lstStyle/>
        <a:p>
          <a:r>
            <a:rPr lang="en-US"/>
            <a:t>Install-Package Microsoft.EntityFrameworkCore.Design</a:t>
          </a:r>
        </a:p>
      </dgm:t>
    </dgm:pt>
    <dgm:pt modelId="{1D4DF534-BF2B-4885-84A2-7ED278A8F7C9}" type="parTrans" cxnId="{53B38867-9AE3-402A-9EB3-A4E3E71005A0}">
      <dgm:prSet/>
      <dgm:spPr/>
      <dgm:t>
        <a:bodyPr/>
        <a:lstStyle/>
        <a:p>
          <a:endParaRPr lang="en-US"/>
        </a:p>
      </dgm:t>
    </dgm:pt>
    <dgm:pt modelId="{4E478D29-192D-420F-9C94-DC1690AE03AE}" type="sibTrans" cxnId="{53B38867-9AE3-402A-9EB3-A4E3E71005A0}">
      <dgm:prSet/>
      <dgm:spPr/>
      <dgm:t>
        <a:bodyPr/>
        <a:lstStyle/>
        <a:p>
          <a:endParaRPr lang="en-US"/>
        </a:p>
      </dgm:t>
    </dgm:pt>
    <dgm:pt modelId="{92BBD6FD-8E39-46DF-A911-5BF69DAE6A3D}">
      <dgm:prSet/>
      <dgm:spPr/>
      <dgm:t>
        <a:bodyPr/>
        <a:lstStyle/>
        <a:p>
          <a:r>
            <a:rPr lang="en-US"/>
            <a:t>Install</a:t>
          </a:r>
        </a:p>
      </dgm:t>
    </dgm:pt>
    <dgm:pt modelId="{8618B612-91AA-4A52-9874-89ADC1D90016}" type="parTrans" cxnId="{10A074FF-816D-4478-9B5E-C26239FDC869}">
      <dgm:prSet/>
      <dgm:spPr/>
      <dgm:t>
        <a:bodyPr/>
        <a:lstStyle/>
        <a:p>
          <a:endParaRPr lang="en-US"/>
        </a:p>
      </dgm:t>
    </dgm:pt>
    <dgm:pt modelId="{A8FFC0E3-F0CD-4E7E-95AC-CB33E621EB21}" type="sibTrans" cxnId="{10A074FF-816D-4478-9B5E-C26239FDC869}">
      <dgm:prSet/>
      <dgm:spPr/>
      <dgm:t>
        <a:bodyPr/>
        <a:lstStyle/>
        <a:p>
          <a:endParaRPr lang="en-US"/>
        </a:p>
      </dgm:t>
    </dgm:pt>
    <dgm:pt modelId="{ADDF76A3-0AA6-4DCE-AFA1-75E972FA04D5}">
      <dgm:prSet/>
      <dgm:spPr/>
      <dgm:t>
        <a:bodyPr/>
        <a:lstStyle/>
        <a:p>
          <a:r>
            <a:rPr lang="en-US"/>
            <a:t>Install-Package Microsoft.EntityFrameworkCore.SqlServer</a:t>
          </a:r>
        </a:p>
      </dgm:t>
    </dgm:pt>
    <dgm:pt modelId="{F19EA46E-E9BF-4D59-A272-CB60ABA584C6}" type="parTrans" cxnId="{5A40E21F-B8BE-42B1-8A88-4E9CAD84C472}">
      <dgm:prSet/>
      <dgm:spPr/>
      <dgm:t>
        <a:bodyPr/>
        <a:lstStyle/>
        <a:p>
          <a:endParaRPr lang="en-US"/>
        </a:p>
      </dgm:t>
    </dgm:pt>
    <dgm:pt modelId="{FC3CA943-FE6A-4B54-A265-6E8C9D3B6628}" type="sibTrans" cxnId="{5A40E21F-B8BE-42B1-8A88-4E9CAD84C472}">
      <dgm:prSet/>
      <dgm:spPr/>
      <dgm:t>
        <a:bodyPr/>
        <a:lstStyle/>
        <a:p>
          <a:endParaRPr lang="en-US"/>
        </a:p>
      </dgm:t>
    </dgm:pt>
    <dgm:pt modelId="{8277A735-3470-462B-9AB4-BFB75668D257}" type="pres">
      <dgm:prSet presAssocID="{CE41CDC5-9495-4FCB-9A12-688198A9E65B}" presName="Name0" presStyleCnt="0">
        <dgm:presLayoutVars>
          <dgm:dir/>
          <dgm:animLvl val="lvl"/>
          <dgm:resizeHandles val="exact"/>
        </dgm:presLayoutVars>
      </dgm:prSet>
      <dgm:spPr/>
    </dgm:pt>
    <dgm:pt modelId="{26457729-2813-4C26-903F-BFF6CA1644C7}" type="pres">
      <dgm:prSet presAssocID="{92BBD6FD-8E39-46DF-A911-5BF69DAE6A3D}" presName="boxAndChildren" presStyleCnt="0"/>
      <dgm:spPr/>
    </dgm:pt>
    <dgm:pt modelId="{7F66D748-94CE-477B-8790-CD2C70E01AC4}" type="pres">
      <dgm:prSet presAssocID="{92BBD6FD-8E39-46DF-A911-5BF69DAE6A3D}" presName="parentTextBox" presStyleLbl="alignNode1" presStyleIdx="0" presStyleCnt="3"/>
      <dgm:spPr/>
    </dgm:pt>
    <dgm:pt modelId="{1AD7378F-E330-4925-BDE0-D9025CEF0701}" type="pres">
      <dgm:prSet presAssocID="{92BBD6FD-8E39-46DF-A911-5BF69DAE6A3D}" presName="descendantBox" presStyleLbl="bgAccFollowNode1" presStyleIdx="0" presStyleCnt="3"/>
      <dgm:spPr/>
    </dgm:pt>
    <dgm:pt modelId="{115D2CC3-A5F4-4A04-B546-7D5BF0C8CA6A}" type="pres">
      <dgm:prSet presAssocID="{4ADA3D84-81BB-45A0-AC5A-C5EC8B15F34B}" presName="sp" presStyleCnt="0"/>
      <dgm:spPr/>
    </dgm:pt>
    <dgm:pt modelId="{7BEF33D9-D7E2-44BC-BFF7-9F7BB9D16642}" type="pres">
      <dgm:prSet presAssocID="{F3F2C643-0DED-4E02-B659-AC7003A9C1C5}" presName="arrowAndChildren" presStyleCnt="0"/>
      <dgm:spPr/>
    </dgm:pt>
    <dgm:pt modelId="{2988B972-4B0D-49EF-85E8-C51AD02FFA81}" type="pres">
      <dgm:prSet presAssocID="{F3F2C643-0DED-4E02-B659-AC7003A9C1C5}" presName="parentTextArrow" presStyleLbl="node1" presStyleIdx="0" presStyleCnt="0"/>
      <dgm:spPr/>
    </dgm:pt>
    <dgm:pt modelId="{C94874D8-7831-4F27-8278-CF22AD721FDD}" type="pres">
      <dgm:prSet presAssocID="{F3F2C643-0DED-4E02-B659-AC7003A9C1C5}" presName="arrow" presStyleLbl="alignNode1" presStyleIdx="1" presStyleCnt="3"/>
      <dgm:spPr/>
    </dgm:pt>
    <dgm:pt modelId="{82FC942D-3D43-44F5-B80B-9E4A349A4340}" type="pres">
      <dgm:prSet presAssocID="{F3F2C643-0DED-4E02-B659-AC7003A9C1C5}" presName="descendantArrow" presStyleLbl="bgAccFollowNode1" presStyleIdx="1" presStyleCnt="3"/>
      <dgm:spPr/>
    </dgm:pt>
    <dgm:pt modelId="{51EBFE59-0128-478E-8F76-63AEB32BC670}" type="pres">
      <dgm:prSet presAssocID="{6ABAEC32-1D42-4D36-9387-62D1FCE03936}" presName="sp" presStyleCnt="0"/>
      <dgm:spPr/>
    </dgm:pt>
    <dgm:pt modelId="{57A19419-E185-443E-A3DF-D83C731915CC}" type="pres">
      <dgm:prSet presAssocID="{5C9B4B5B-9CD6-4163-800D-B18879B879C6}" presName="arrowAndChildren" presStyleCnt="0"/>
      <dgm:spPr/>
    </dgm:pt>
    <dgm:pt modelId="{F9615C0E-110A-48D3-B4C6-4A8B5995A06C}" type="pres">
      <dgm:prSet presAssocID="{5C9B4B5B-9CD6-4163-800D-B18879B879C6}" presName="parentTextArrow" presStyleLbl="node1" presStyleIdx="0" presStyleCnt="0"/>
      <dgm:spPr/>
    </dgm:pt>
    <dgm:pt modelId="{908CA42F-3871-4689-B03F-0964E87E3902}" type="pres">
      <dgm:prSet presAssocID="{5C9B4B5B-9CD6-4163-800D-B18879B879C6}" presName="arrow" presStyleLbl="alignNode1" presStyleIdx="2" presStyleCnt="3"/>
      <dgm:spPr/>
    </dgm:pt>
    <dgm:pt modelId="{C4183DAD-C35E-481F-97E3-B467C250D781}" type="pres">
      <dgm:prSet presAssocID="{5C9B4B5B-9CD6-4163-800D-B18879B879C6}" presName="descendantArrow" presStyleLbl="bgAccFollowNode1" presStyleIdx="2" presStyleCnt="3"/>
      <dgm:spPr/>
    </dgm:pt>
  </dgm:ptLst>
  <dgm:cxnLst>
    <dgm:cxn modelId="{5A40E21F-B8BE-42B1-8A88-4E9CAD84C472}" srcId="{92BBD6FD-8E39-46DF-A911-5BF69DAE6A3D}" destId="{ADDF76A3-0AA6-4DCE-AFA1-75E972FA04D5}" srcOrd="0" destOrd="0" parTransId="{F19EA46E-E9BF-4D59-A272-CB60ABA584C6}" sibTransId="{FC3CA943-FE6A-4B54-A265-6E8C9D3B6628}"/>
    <dgm:cxn modelId="{3998DC23-8C9E-4241-92E6-309C8E6F9AA4}" type="presOf" srcId="{E6186B1E-BC5A-4FE7-BDAB-9D4B145A08D6}" destId="{82FC942D-3D43-44F5-B80B-9E4A349A4340}" srcOrd="0" destOrd="0" presId="urn:microsoft.com/office/officeart/2016/7/layout/VerticalDownArrowProcess"/>
    <dgm:cxn modelId="{B318F243-9398-454B-948D-202082D5652C}" type="presOf" srcId="{ADDF76A3-0AA6-4DCE-AFA1-75E972FA04D5}" destId="{1AD7378F-E330-4925-BDE0-D9025CEF0701}" srcOrd="0" destOrd="0" presId="urn:microsoft.com/office/officeart/2016/7/layout/VerticalDownArrowProcess"/>
    <dgm:cxn modelId="{53B38867-9AE3-402A-9EB3-A4E3E71005A0}" srcId="{F3F2C643-0DED-4E02-B659-AC7003A9C1C5}" destId="{E6186B1E-BC5A-4FE7-BDAB-9D4B145A08D6}" srcOrd="0" destOrd="0" parTransId="{1D4DF534-BF2B-4885-84A2-7ED278A8F7C9}" sibTransId="{4E478D29-192D-420F-9C94-DC1690AE03AE}"/>
    <dgm:cxn modelId="{65EB4C72-925F-4425-8135-DD0F6E54D727}" srcId="{CE41CDC5-9495-4FCB-9A12-688198A9E65B}" destId="{F3F2C643-0DED-4E02-B659-AC7003A9C1C5}" srcOrd="1" destOrd="0" parTransId="{B006FABB-6B92-4E6A-A838-DFFE935145DA}" sibTransId="{4ADA3D84-81BB-45A0-AC5A-C5EC8B15F34B}"/>
    <dgm:cxn modelId="{1A250654-9F16-475C-8FE8-F5467AC30176}" srcId="{5C9B4B5B-9CD6-4163-800D-B18879B879C6}" destId="{415DE23D-3A21-41BB-830A-40BA026B853E}" srcOrd="0" destOrd="0" parTransId="{0EE50BF0-CC89-48B7-A3CC-F0052A7E350A}" sibTransId="{EB9ACB6C-D34D-4349-B021-32DA7206DED2}"/>
    <dgm:cxn modelId="{BB095759-2BF1-4EB1-B322-BE5343F0C6D2}" type="presOf" srcId="{5C9B4B5B-9CD6-4163-800D-B18879B879C6}" destId="{F9615C0E-110A-48D3-B4C6-4A8B5995A06C}" srcOrd="0" destOrd="0" presId="urn:microsoft.com/office/officeart/2016/7/layout/VerticalDownArrowProcess"/>
    <dgm:cxn modelId="{E13D45A8-EE87-4316-A83D-4E67B060BF25}" type="presOf" srcId="{CE41CDC5-9495-4FCB-9A12-688198A9E65B}" destId="{8277A735-3470-462B-9AB4-BFB75668D257}" srcOrd="0" destOrd="0" presId="urn:microsoft.com/office/officeart/2016/7/layout/VerticalDownArrowProcess"/>
    <dgm:cxn modelId="{CBA6F8D5-6B88-4251-BE72-F3EF1D9E778D}" type="presOf" srcId="{F3F2C643-0DED-4E02-B659-AC7003A9C1C5}" destId="{C94874D8-7831-4F27-8278-CF22AD721FDD}" srcOrd="1" destOrd="0" presId="urn:microsoft.com/office/officeart/2016/7/layout/VerticalDownArrowProcess"/>
    <dgm:cxn modelId="{013192E3-BA41-49F9-8755-9C31C9D6AB62}" srcId="{CE41CDC5-9495-4FCB-9A12-688198A9E65B}" destId="{5C9B4B5B-9CD6-4163-800D-B18879B879C6}" srcOrd="0" destOrd="0" parTransId="{4629631D-7539-4032-BADA-D373ACFD6431}" sibTransId="{6ABAEC32-1D42-4D36-9387-62D1FCE03936}"/>
    <dgm:cxn modelId="{239484E4-6E04-4BF1-89B0-112BE6E15AA9}" type="presOf" srcId="{92BBD6FD-8E39-46DF-A911-5BF69DAE6A3D}" destId="{7F66D748-94CE-477B-8790-CD2C70E01AC4}" srcOrd="0" destOrd="0" presId="urn:microsoft.com/office/officeart/2016/7/layout/VerticalDownArrowProcess"/>
    <dgm:cxn modelId="{0086C8EF-8A91-4DC7-8F07-FF4D6ECFECAF}" type="presOf" srcId="{415DE23D-3A21-41BB-830A-40BA026B853E}" destId="{C4183DAD-C35E-481F-97E3-B467C250D781}" srcOrd="0" destOrd="0" presId="urn:microsoft.com/office/officeart/2016/7/layout/VerticalDownArrowProcess"/>
    <dgm:cxn modelId="{CE3EE0F1-E778-4439-AD0F-13AA83C5F832}" type="presOf" srcId="{F3F2C643-0DED-4E02-B659-AC7003A9C1C5}" destId="{2988B972-4B0D-49EF-85E8-C51AD02FFA81}" srcOrd="0" destOrd="0" presId="urn:microsoft.com/office/officeart/2016/7/layout/VerticalDownArrowProcess"/>
    <dgm:cxn modelId="{B6136FFB-586A-4697-9A06-D8B9E3FE59C3}" type="presOf" srcId="{5C9B4B5B-9CD6-4163-800D-B18879B879C6}" destId="{908CA42F-3871-4689-B03F-0964E87E3902}" srcOrd="1" destOrd="0" presId="urn:microsoft.com/office/officeart/2016/7/layout/VerticalDownArrowProcess"/>
    <dgm:cxn modelId="{10A074FF-816D-4478-9B5E-C26239FDC869}" srcId="{CE41CDC5-9495-4FCB-9A12-688198A9E65B}" destId="{92BBD6FD-8E39-46DF-A911-5BF69DAE6A3D}" srcOrd="2" destOrd="0" parTransId="{8618B612-91AA-4A52-9874-89ADC1D90016}" sibTransId="{A8FFC0E3-F0CD-4E7E-95AC-CB33E621EB21}"/>
    <dgm:cxn modelId="{50B6E480-0749-4993-AA6B-DD72057A582A}" type="presParOf" srcId="{8277A735-3470-462B-9AB4-BFB75668D257}" destId="{26457729-2813-4C26-903F-BFF6CA1644C7}" srcOrd="0" destOrd="0" presId="urn:microsoft.com/office/officeart/2016/7/layout/VerticalDownArrowProcess"/>
    <dgm:cxn modelId="{E2531B1D-353E-4221-9BE5-3E28B7000E1F}" type="presParOf" srcId="{26457729-2813-4C26-903F-BFF6CA1644C7}" destId="{7F66D748-94CE-477B-8790-CD2C70E01AC4}" srcOrd="0" destOrd="0" presId="urn:microsoft.com/office/officeart/2016/7/layout/VerticalDownArrowProcess"/>
    <dgm:cxn modelId="{BA6EF2D3-2560-4A0C-B3B6-C41E21DC2250}" type="presParOf" srcId="{26457729-2813-4C26-903F-BFF6CA1644C7}" destId="{1AD7378F-E330-4925-BDE0-D9025CEF0701}" srcOrd="1" destOrd="0" presId="urn:microsoft.com/office/officeart/2016/7/layout/VerticalDownArrowProcess"/>
    <dgm:cxn modelId="{99BB6FD0-43E1-42E7-AAF7-839F4DFF1E16}" type="presParOf" srcId="{8277A735-3470-462B-9AB4-BFB75668D257}" destId="{115D2CC3-A5F4-4A04-B546-7D5BF0C8CA6A}" srcOrd="1" destOrd="0" presId="urn:microsoft.com/office/officeart/2016/7/layout/VerticalDownArrowProcess"/>
    <dgm:cxn modelId="{68150476-EE91-4BE6-80F9-15326537F931}" type="presParOf" srcId="{8277A735-3470-462B-9AB4-BFB75668D257}" destId="{7BEF33D9-D7E2-44BC-BFF7-9F7BB9D16642}" srcOrd="2" destOrd="0" presId="urn:microsoft.com/office/officeart/2016/7/layout/VerticalDownArrowProcess"/>
    <dgm:cxn modelId="{C1906074-7729-4E51-B630-63144CEA0020}" type="presParOf" srcId="{7BEF33D9-D7E2-44BC-BFF7-9F7BB9D16642}" destId="{2988B972-4B0D-49EF-85E8-C51AD02FFA81}" srcOrd="0" destOrd="0" presId="urn:microsoft.com/office/officeart/2016/7/layout/VerticalDownArrowProcess"/>
    <dgm:cxn modelId="{8A5782C5-2FCE-415B-B370-B773EF94341D}" type="presParOf" srcId="{7BEF33D9-D7E2-44BC-BFF7-9F7BB9D16642}" destId="{C94874D8-7831-4F27-8278-CF22AD721FDD}" srcOrd="1" destOrd="0" presId="urn:microsoft.com/office/officeart/2016/7/layout/VerticalDownArrowProcess"/>
    <dgm:cxn modelId="{695FDDFE-2037-4D8A-82E9-9B3B0E5310C1}" type="presParOf" srcId="{7BEF33D9-D7E2-44BC-BFF7-9F7BB9D16642}" destId="{82FC942D-3D43-44F5-B80B-9E4A349A4340}" srcOrd="2" destOrd="0" presId="urn:microsoft.com/office/officeart/2016/7/layout/VerticalDownArrowProcess"/>
    <dgm:cxn modelId="{417A9A9A-E9F4-4E97-AC21-B10F861C1FCB}" type="presParOf" srcId="{8277A735-3470-462B-9AB4-BFB75668D257}" destId="{51EBFE59-0128-478E-8F76-63AEB32BC670}" srcOrd="3" destOrd="0" presId="urn:microsoft.com/office/officeart/2016/7/layout/VerticalDownArrowProcess"/>
    <dgm:cxn modelId="{2BEB4E43-F2D0-476E-9214-F27C7D226B4A}" type="presParOf" srcId="{8277A735-3470-462B-9AB4-BFB75668D257}" destId="{57A19419-E185-443E-A3DF-D83C731915CC}" srcOrd="4" destOrd="0" presId="urn:microsoft.com/office/officeart/2016/7/layout/VerticalDownArrowProcess"/>
    <dgm:cxn modelId="{BB617207-6968-4BB8-880E-4C4F968EE87B}" type="presParOf" srcId="{57A19419-E185-443E-A3DF-D83C731915CC}" destId="{F9615C0E-110A-48D3-B4C6-4A8B5995A06C}" srcOrd="0" destOrd="0" presId="urn:microsoft.com/office/officeart/2016/7/layout/VerticalDownArrowProcess"/>
    <dgm:cxn modelId="{14E59F38-1BC1-4F5A-868D-32A54305547D}" type="presParOf" srcId="{57A19419-E185-443E-A3DF-D83C731915CC}" destId="{908CA42F-3871-4689-B03F-0964E87E3902}" srcOrd="1" destOrd="0" presId="urn:microsoft.com/office/officeart/2016/7/layout/VerticalDownArrowProcess"/>
    <dgm:cxn modelId="{427E6FF6-D392-4C65-AFF9-763EE26BFB8B}" type="presParOf" srcId="{57A19419-E185-443E-A3DF-D83C731915CC}" destId="{C4183DAD-C35E-481F-97E3-B467C250D781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66D748-94CE-477B-8790-CD2C70E01AC4}">
      <dsp:nvSpPr>
        <dsp:cNvPr id="0" name=""/>
        <dsp:cNvSpPr/>
      </dsp:nvSpPr>
      <dsp:spPr>
        <a:xfrm>
          <a:off x="0" y="4167346"/>
          <a:ext cx="1725128" cy="136781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256032" rIns="122691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Install</a:t>
          </a:r>
        </a:p>
      </dsp:txBody>
      <dsp:txXfrm>
        <a:off x="0" y="4167346"/>
        <a:ext cx="1725128" cy="1367816"/>
      </dsp:txXfrm>
    </dsp:sp>
    <dsp:sp modelId="{1AD7378F-E330-4925-BDE0-D9025CEF0701}">
      <dsp:nvSpPr>
        <dsp:cNvPr id="0" name=""/>
        <dsp:cNvSpPr/>
      </dsp:nvSpPr>
      <dsp:spPr>
        <a:xfrm>
          <a:off x="1725128" y="4167346"/>
          <a:ext cx="5175384" cy="136781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28600" rIns="104981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Install-Package Microsoft.EntityFrameworkCore.SqlServer</a:t>
          </a:r>
        </a:p>
      </dsp:txBody>
      <dsp:txXfrm>
        <a:off x="1725128" y="4167346"/>
        <a:ext cx="5175384" cy="1367816"/>
      </dsp:txXfrm>
    </dsp:sp>
    <dsp:sp modelId="{C94874D8-7831-4F27-8278-CF22AD721FDD}">
      <dsp:nvSpPr>
        <dsp:cNvPr id="0" name=""/>
        <dsp:cNvSpPr/>
      </dsp:nvSpPr>
      <dsp:spPr>
        <a:xfrm rot="10800000">
          <a:off x="0" y="2084162"/>
          <a:ext cx="1725128" cy="210370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256032" rIns="122691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Install</a:t>
          </a:r>
        </a:p>
      </dsp:txBody>
      <dsp:txXfrm rot="-10800000">
        <a:off x="0" y="2084162"/>
        <a:ext cx="1725128" cy="1367405"/>
      </dsp:txXfrm>
    </dsp:sp>
    <dsp:sp modelId="{82FC942D-3D43-44F5-B80B-9E4A349A4340}">
      <dsp:nvSpPr>
        <dsp:cNvPr id="0" name=""/>
        <dsp:cNvSpPr/>
      </dsp:nvSpPr>
      <dsp:spPr>
        <a:xfrm>
          <a:off x="1725128" y="2084162"/>
          <a:ext cx="5175384" cy="1367405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28600" rIns="104981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Install-Package Microsoft.EntityFrameworkCore.Design</a:t>
          </a:r>
        </a:p>
      </dsp:txBody>
      <dsp:txXfrm>
        <a:off x="1725128" y="2084162"/>
        <a:ext cx="5175384" cy="1367405"/>
      </dsp:txXfrm>
    </dsp:sp>
    <dsp:sp modelId="{908CA42F-3871-4689-B03F-0964E87E3902}">
      <dsp:nvSpPr>
        <dsp:cNvPr id="0" name=""/>
        <dsp:cNvSpPr/>
      </dsp:nvSpPr>
      <dsp:spPr>
        <a:xfrm rot="10800000">
          <a:off x="0" y="978"/>
          <a:ext cx="1725128" cy="210370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691" tIns="256032" rIns="122691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Install</a:t>
          </a:r>
        </a:p>
      </dsp:txBody>
      <dsp:txXfrm rot="-10800000">
        <a:off x="0" y="978"/>
        <a:ext cx="1725128" cy="1367405"/>
      </dsp:txXfrm>
    </dsp:sp>
    <dsp:sp modelId="{C4183DAD-C35E-481F-97E3-B467C250D781}">
      <dsp:nvSpPr>
        <dsp:cNvPr id="0" name=""/>
        <dsp:cNvSpPr/>
      </dsp:nvSpPr>
      <dsp:spPr>
        <a:xfrm>
          <a:off x="1725128" y="978"/>
          <a:ext cx="5175384" cy="1367405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4981" tIns="228600" rIns="104981" bIns="22860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Install-Package Microsoft.VisualStudio.Web.CodeGeneration.Design</a:t>
          </a:r>
        </a:p>
      </dsp:txBody>
      <dsp:txXfrm>
        <a:off x="1725128" y="978"/>
        <a:ext cx="5175384" cy="1367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25/02/2023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spnet/core/tutorials/first-mvc-app/start-mvc?view=aspnetcore-7.0&amp;tabs=visual-studi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5400">
                <a:cs typeface="Calibri Light"/>
              </a:rPr>
              <a:t>Creating Web Applications(MVC)</a:t>
            </a:r>
            <a:endParaRPr lang="en-GB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GB" dirty="0">
                <a:cs typeface="Calibri"/>
              </a:rPr>
              <a:t>Muhammed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B28D1-9AF0-CC81-ED55-70A25775E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065" r="4" b="4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711CE-CC2D-2991-C076-5879D61BA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GB" sz="5400">
                <a:cs typeface="Calibri Light"/>
              </a:rPr>
              <a:t>Tutorial</a:t>
            </a:r>
            <a:endParaRPr lang="en-GB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19DF6-A6B1-DF03-B5AA-E961AC585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200">
                <a:ea typeface="+mn-lt"/>
                <a:cs typeface="+mn-lt"/>
                <a:hlinkClick r:id="rId2"/>
              </a:rPr>
              <a:t>https://learn.microsoft.com/en-us/aspnet/core/tutorials/first-mvc-app/start-mvc?view=aspnetcore-7.0&amp;tabs=visual-studio</a:t>
            </a:r>
            <a:r>
              <a:rPr lang="en-GB" sz="2200"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10115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B3E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AEF5A-7BA2-6D69-6509-C9BC63951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Step 1- Open Visual Studio – Create a New Project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DD364DA-E349-A92B-68B8-0F8EA5AF6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37229"/>
            <a:ext cx="7188199" cy="478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24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94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F0593-D60A-8D40-F843-2A8998F1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Select ASP.Net Core Web App (Model-View-Controller)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5F7592A-C7AA-A1BD-ADFD-433B586E5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46215"/>
            <a:ext cx="7188199" cy="47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8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23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EEBA1-DDC5-A886-F143-8D35AC182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Name the Project Appropriately </a:t>
            </a:r>
          </a:p>
        </p:txBody>
      </p:sp>
      <p:pic>
        <p:nvPicPr>
          <p:cNvPr id="4" name="Picture 4" descr="Graphical user interface, text, email&#10;&#10;Description automatically generated">
            <a:extLst>
              <a:ext uri="{FF2B5EF4-FFF2-40B4-BE49-F238E27FC236}">
                <a16:creationId xmlns:a16="http://schemas.microsoft.com/office/drawing/2014/main" id="{5C3DDFC8-FE7D-C4DE-10F5-A73B83505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28244"/>
            <a:ext cx="7188199" cy="47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9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83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89E1B-0555-20D1-C0B9-F3F4F4C9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Change Authentication Type to Individual Accounts and Framework to .NET 7.0</a:t>
            </a:r>
          </a:p>
        </p:txBody>
      </p:sp>
      <p:pic>
        <p:nvPicPr>
          <p:cNvPr id="4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3A61A12-CAEE-302B-BF1F-52666E23C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37229"/>
            <a:ext cx="7188199" cy="478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38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416F2-BC84-4D7C-80C6-6296C10C3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95338" y="981075"/>
            <a:ext cx="10601325" cy="45529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9EB04-2CAD-7FE8-392E-7B93CDB2F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97" y="1428750"/>
            <a:ext cx="9117807" cy="2105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Click Create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30623A-AB89-4E04-AC9A-2BAFBF85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52800" y="3771366"/>
            <a:ext cx="5486400" cy="0"/>
          </a:xfrm>
          <a:prstGeom prst="line">
            <a:avLst/>
          </a:prstGeom>
          <a:ln w="22225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02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CBA908D-BEAC-CDCD-D0CE-E6036E4361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19" r="1" b="909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ED49FE6D-E54D-4A15-9572-966ED42F8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1489"/>
            <a:ext cx="12192000" cy="2077327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BBF4D6-4FB9-670A-F957-7CD656A0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88" y="4337523"/>
            <a:ext cx="10918056" cy="1327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/>
              <a:t>New MVC Solution Created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AFC8083-BBFA-464C-A805-4E844F66B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4149692"/>
            <a:ext cx="12188824" cy="0"/>
          </a:xfrm>
          <a:prstGeom prst="line">
            <a:avLst/>
          </a:prstGeom>
          <a:ln w="50800">
            <a:solidFill>
              <a:schemeClr val="bg1">
                <a:alpha val="9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7DF9911-4A37-4096-BE25-0CCCFEC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5711486"/>
            <a:ext cx="27432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C752BC6-CDD2-4020-8DCF-B5E813CD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6426067"/>
            <a:ext cx="12188824" cy="0"/>
          </a:xfrm>
          <a:prstGeom prst="line">
            <a:avLst/>
          </a:prstGeom>
          <a:ln w="50800">
            <a:solidFill>
              <a:schemeClr val="bg1">
                <a:alpha val="9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34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1105-86A0-486E-12A7-8BD50C79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Open Package Manager Console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52ECF464-17A9-0157-B0BA-A3343F6E4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899813"/>
            <a:ext cx="7188199" cy="305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71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161EC-EE0D-25D3-9E8E-4A6EB10E1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>
                <a:cs typeface="Calibri Light"/>
              </a:rPr>
              <a:t>In the Console, Install the Packages</a:t>
            </a:r>
            <a:endParaRPr lang="en-GB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44450E9-3125-A6EC-ADCB-3B80A6F9F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54838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69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363E76-3F49-99D0-0D06-0709DD73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6281928" cy="41354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Now run your first migration to set up the login system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onnsiteX0" fmla="*/ 0 w 3647661"/>
              <a:gd name="connsiteY0" fmla="*/ 0 h 4436126"/>
              <a:gd name="connsiteX1" fmla="*/ 498514 w 3647661"/>
              <a:gd name="connsiteY1" fmla="*/ 0 h 4436126"/>
              <a:gd name="connsiteX2" fmla="*/ 1069981 w 3647661"/>
              <a:gd name="connsiteY2" fmla="*/ 0 h 4436126"/>
              <a:gd name="connsiteX3" fmla="*/ 1714401 w 3647661"/>
              <a:gd name="connsiteY3" fmla="*/ 0 h 4436126"/>
              <a:gd name="connsiteX4" fmla="*/ 2285868 w 3647661"/>
              <a:gd name="connsiteY4" fmla="*/ 0 h 4436126"/>
              <a:gd name="connsiteX5" fmla="*/ 2784381 w 3647661"/>
              <a:gd name="connsiteY5" fmla="*/ 0 h 4436126"/>
              <a:gd name="connsiteX6" fmla="*/ 3647661 w 3647661"/>
              <a:gd name="connsiteY6" fmla="*/ 0 h 4436126"/>
              <a:gd name="connsiteX7" fmla="*/ 3647661 w 3647661"/>
              <a:gd name="connsiteY7" fmla="*/ 633732 h 4436126"/>
              <a:gd name="connsiteX8" fmla="*/ 3647661 w 3647661"/>
              <a:gd name="connsiteY8" fmla="*/ 1267465 h 4436126"/>
              <a:gd name="connsiteX9" fmla="*/ 3647661 w 3647661"/>
              <a:gd name="connsiteY9" fmla="*/ 1768113 h 4436126"/>
              <a:gd name="connsiteX10" fmla="*/ 3647661 w 3647661"/>
              <a:gd name="connsiteY10" fmla="*/ 2446207 h 4436126"/>
              <a:gd name="connsiteX11" fmla="*/ 3647661 w 3647661"/>
              <a:gd name="connsiteY11" fmla="*/ 2946855 h 4436126"/>
              <a:gd name="connsiteX12" fmla="*/ 3647661 w 3647661"/>
              <a:gd name="connsiteY12" fmla="*/ 3580587 h 4436126"/>
              <a:gd name="connsiteX13" fmla="*/ 3647661 w 3647661"/>
              <a:gd name="connsiteY13" fmla="*/ 4436126 h 4436126"/>
              <a:gd name="connsiteX14" fmla="*/ 3039718 w 3647661"/>
              <a:gd name="connsiteY14" fmla="*/ 4436126 h 4436126"/>
              <a:gd name="connsiteX15" fmla="*/ 2431774 w 3647661"/>
              <a:gd name="connsiteY15" fmla="*/ 4436126 h 4436126"/>
              <a:gd name="connsiteX16" fmla="*/ 1823831 w 3647661"/>
              <a:gd name="connsiteY16" fmla="*/ 4436126 h 4436126"/>
              <a:gd name="connsiteX17" fmla="*/ 1288840 w 3647661"/>
              <a:gd name="connsiteY17" fmla="*/ 4436126 h 4436126"/>
              <a:gd name="connsiteX18" fmla="*/ 607943 w 3647661"/>
              <a:gd name="connsiteY18" fmla="*/ 4436126 h 4436126"/>
              <a:gd name="connsiteX19" fmla="*/ 0 w 3647661"/>
              <a:gd name="connsiteY19" fmla="*/ 4436126 h 4436126"/>
              <a:gd name="connsiteX20" fmla="*/ 0 w 3647661"/>
              <a:gd name="connsiteY20" fmla="*/ 3758032 h 4436126"/>
              <a:gd name="connsiteX21" fmla="*/ 0 w 3647661"/>
              <a:gd name="connsiteY21" fmla="*/ 3035578 h 4436126"/>
              <a:gd name="connsiteX22" fmla="*/ 0 w 3647661"/>
              <a:gd name="connsiteY22" fmla="*/ 2401845 h 4436126"/>
              <a:gd name="connsiteX23" fmla="*/ 0 w 3647661"/>
              <a:gd name="connsiteY23" fmla="*/ 1768113 h 4436126"/>
              <a:gd name="connsiteX24" fmla="*/ 0 w 3647661"/>
              <a:gd name="connsiteY24" fmla="*/ 1178742 h 4436126"/>
              <a:gd name="connsiteX25" fmla="*/ 0 w 3647661"/>
              <a:gd name="connsiteY25" fmla="*/ 589371 h 4436126"/>
              <a:gd name="connsiteX26" fmla="*/ 0 w 3647661"/>
              <a:gd name="connsiteY26" fmla="*/ 0 h 4436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onnsiteX0" fmla="*/ 0 w 6281928"/>
              <a:gd name="connsiteY0" fmla="*/ 0 h 18288"/>
              <a:gd name="connsiteX1" fmla="*/ 572353 w 6281928"/>
              <a:gd name="connsiteY1" fmla="*/ 0 h 18288"/>
              <a:gd name="connsiteX2" fmla="*/ 1207526 w 6281928"/>
              <a:gd name="connsiteY2" fmla="*/ 0 h 18288"/>
              <a:gd name="connsiteX3" fmla="*/ 1779880 w 6281928"/>
              <a:gd name="connsiteY3" fmla="*/ 0 h 18288"/>
              <a:gd name="connsiteX4" fmla="*/ 2540691 w 6281928"/>
              <a:gd name="connsiteY4" fmla="*/ 0 h 18288"/>
              <a:gd name="connsiteX5" fmla="*/ 3238683 w 6281928"/>
              <a:gd name="connsiteY5" fmla="*/ 0 h 18288"/>
              <a:gd name="connsiteX6" fmla="*/ 3936675 w 6281928"/>
              <a:gd name="connsiteY6" fmla="*/ 0 h 18288"/>
              <a:gd name="connsiteX7" fmla="*/ 4760305 w 6281928"/>
              <a:gd name="connsiteY7" fmla="*/ 0 h 18288"/>
              <a:gd name="connsiteX8" fmla="*/ 5521117 w 6281928"/>
              <a:gd name="connsiteY8" fmla="*/ 0 h 18288"/>
              <a:gd name="connsiteX9" fmla="*/ 6281928 w 6281928"/>
              <a:gd name="connsiteY9" fmla="*/ 0 h 18288"/>
              <a:gd name="connsiteX10" fmla="*/ 6281928 w 6281928"/>
              <a:gd name="connsiteY10" fmla="*/ 18288 h 18288"/>
              <a:gd name="connsiteX11" fmla="*/ 5772394 w 6281928"/>
              <a:gd name="connsiteY11" fmla="*/ 18288 h 18288"/>
              <a:gd name="connsiteX12" fmla="*/ 5200040 w 6281928"/>
              <a:gd name="connsiteY12" fmla="*/ 18288 h 18288"/>
              <a:gd name="connsiteX13" fmla="*/ 4439229 w 6281928"/>
              <a:gd name="connsiteY13" fmla="*/ 18288 h 18288"/>
              <a:gd name="connsiteX14" fmla="*/ 3615599 w 6281928"/>
              <a:gd name="connsiteY14" fmla="*/ 18288 h 18288"/>
              <a:gd name="connsiteX15" fmla="*/ 2980426 w 6281928"/>
              <a:gd name="connsiteY15" fmla="*/ 18288 h 18288"/>
              <a:gd name="connsiteX16" fmla="*/ 2156795 w 6281928"/>
              <a:gd name="connsiteY16" fmla="*/ 18288 h 18288"/>
              <a:gd name="connsiteX17" fmla="*/ 1584442 w 6281928"/>
              <a:gd name="connsiteY17" fmla="*/ 18288 h 18288"/>
              <a:gd name="connsiteX18" fmla="*/ 1074908 w 6281928"/>
              <a:gd name="connsiteY18" fmla="*/ 18288 h 18288"/>
              <a:gd name="connsiteX19" fmla="*/ 0 w 6281928"/>
              <a:gd name="connsiteY19" fmla="*/ 18288 h 18288"/>
              <a:gd name="connsiteX20" fmla="*/ 0 w 6281928"/>
              <a:gd name="connsiteY2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0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onnsiteX0" fmla="*/ 0 w 5649003"/>
              <a:gd name="connsiteY0" fmla="*/ 5325836 h 10651671"/>
              <a:gd name="connsiteX1" fmla="*/ 2824502 w 5649003"/>
              <a:gd name="connsiteY1" fmla="*/ 0 h 10651671"/>
              <a:gd name="connsiteX2" fmla="*/ 5649004 w 5649003"/>
              <a:gd name="connsiteY2" fmla="*/ 5325836 h 10651671"/>
              <a:gd name="connsiteX3" fmla="*/ 2824502 w 5649003"/>
              <a:gd name="connsiteY3" fmla="*/ 10651672 h 10651671"/>
              <a:gd name="connsiteX4" fmla="*/ 0 w 5649003"/>
              <a:gd name="connsiteY4" fmla="*/ 5325836 h 1065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084FF-39A0-1532-9D8C-E44452F3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544" y="1911096"/>
            <a:ext cx="8055864" cy="20766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Open PMC (Package Manager Console)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09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45A0EE-C4C8-4AE1-B3C6-1261368AC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3739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6DFC574B-BB68-35AC-8183-4B1186C9A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400" y="2588104"/>
            <a:ext cx="4879975" cy="167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BE2143-1D00-4B7A-9370-4FA9B5D7A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29" y="640080"/>
            <a:ext cx="4225290" cy="55788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Run the Following Command -&gt; Add-Migration InitialCreate</a:t>
            </a:r>
          </a:p>
        </p:txBody>
      </p:sp>
    </p:spTree>
    <p:extLst>
      <p:ext uri="{BB962C8B-B14F-4D97-AF65-F5344CB8AC3E}">
        <p14:creationId xmlns:p14="http://schemas.microsoft.com/office/powerpoint/2010/main" val="112614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F803A3-CB0B-A22F-220B-DE72413F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Now run the Update Database Command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F566AD58-4911-A32C-9ED3-E14D682B7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41082"/>
            <a:ext cx="7214616" cy="41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15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43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2C408-07E7-F662-E5F9-00D1DD44A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Open the Database Design using the SqlServerExplorer to check if it has been made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2158BBB-49D8-F3A7-A068-84D6A9B62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69582" y="640080"/>
            <a:ext cx="6824239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77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2C2F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FB99A9-962E-B138-D806-90DBC3AC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  <a:cs typeface="Calibri Light"/>
              </a:rPr>
              <a:t>SQL Server Object Explorer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374FE8A2-FE85-FEFD-5E11-B22034356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1252780"/>
            <a:ext cx="7347537" cy="435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867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DAD72-7689-6303-A91C-3868E06F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 the Application and test the Register and Login Pages. Accept and select yes to the following warnings.</a:t>
            </a:r>
          </a:p>
        </p:txBody>
      </p:sp>
      <p:pic>
        <p:nvPicPr>
          <p:cNvPr id="4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1395356-B835-C156-246D-559A50AD5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645" r="3820" b="2"/>
          <a:stretch/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AE0C03C-7455-0E76-32D9-47E6EA4DF2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512" r="2" b="20188"/>
          <a:stretch/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28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84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7FCE2-5326-28CA-25B2-3815AF5F0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Register Page</a:t>
            </a:r>
          </a:p>
        </p:txBody>
      </p:sp>
      <p:pic>
        <p:nvPicPr>
          <p:cNvPr id="4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6921141-2212-7DE1-4B1C-92DA12D14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582967"/>
            <a:ext cx="7188199" cy="255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16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C5E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71DE94-4125-FF35-3A86-A025C05DB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sz="2600">
                <a:solidFill>
                  <a:srgbClr val="FFFFFF"/>
                </a:solidFill>
                <a:cs typeface="Calibri Light"/>
              </a:rPr>
              <a:t>Login Page</a:t>
            </a:r>
            <a:endParaRPr lang="en-GB" sz="2600">
              <a:solidFill>
                <a:srgbClr val="FFFFFF"/>
              </a:solidFill>
            </a:endParaRPr>
          </a:p>
        </p:txBody>
      </p:sp>
      <p:pic>
        <p:nvPicPr>
          <p:cNvPr id="4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C499732-2156-45E4-56BC-FD383B0D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609922"/>
            <a:ext cx="7188199" cy="249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74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puzzle with one red piece">
            <a:extLst>
              <a:ext uri="{FF2B5EF4-FFF2-40B4-BE49-F238E27FC236}">
                <a16:creationId xmlns:a16="http://schemas.microsoft.com/office/drawing/2014/main" id="{9520AA91-C9BD-75E9-5475-0E98FF5C32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312" t="532" r="10616"/>
          <a:stretch/>
        </p:blipFill>
        <p:spPr>
          <a:xfrm>
            <a:off x="20" y="1302606"/>
            <a:ext cx="4413566" cy="4252313"/>
          </a:xfrm>
          <a:custGeom>
            <a:avLst/>
            <a:gdLst/>
            <a:ahLst/>
            <a:cxnLst/>
            <a:rect l="l" t="t" r="r" b="b"/>
            <a:pathLst>
              <a:path w="4413586" h="4252313">
                <a:moveTo>
                  <a:pt x="0" y="0"/>
                </a:moveTo>
                <a:lnTo>
                  <a:pt x="2062856" y="0"/>
                </a:lnTo>
                <a:lnTo>
                  <a:pt x="2063084" y="493"/>
                </a:lnTo>
                <a:lnTo>
                  <a:pt x="2450944" y="493"/>
                </a:lnTo>
                <a:lnTo>
                  <a:pt x="4413586" y="4252313"/>
                </a:lnTo>
                <a:lnTo>
                  <a:pt x="388087" y="4252313"/>
                </a:lnTo>
                <a:lnTo>
                  <a:pt x="388087" y="4251820"/>
                </a:lnTo>
                <a:lnTo>
                  <a:pt x="0" y="4251820"/>
                </a:lnTo>
                <a:close/>
              </a:path>
            </a:pathLst>
          </a:cu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BF71E6-C54A-4E15-90AD-354C39435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65697" y="1303083"/>
            <a:ext cx="9226303" cy="4251821"/>
          </a:xfrm>
          <a:custGeom>
            <a:avLst/>
            <a:gdLst>
              <a:gd name="connsiteX0" fmla="*/ 0 w 9226303"/>
              <a:gd name="connsiteY0" fmla="*/ 0 h 4251821"/>
              <a:gd name="connsiteX1" fmla="*/ 9226303 w 9226303"/>
              <a:gd name="connsiteY1" fmla="*/ 0 h 4251821"/>
              <a:gd name="connsiteX2" fmla="*/ 7263661 w 9226303"/>
              <a:gd name="connsiteY2" fmla="*/ 4251821 h 4251821"/>
              <a:gd name="connsiteX3" fmla="*/ 0 w 9226303"/>
              <a:gd name="connsiteY3" fmla="*/ 4251821 h 425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6303" h="4251821">
                <a:moveTo>
                  <a:pt x="0" y="0"/>
                </a:moveTo>
                <a:lnTo>
                  <a:pt x="9226303" y="0"/>
                </a:lnTo>
                <a:lnTo>
                  <a:pt x="7263661" y="4251821"/>
                </a:lnTo>
                <a:lnTo>
                  <a:pt x="0" y="4251821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8FC4D-41E4-C697-5D8D-6EB14D917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8589" y="1828800"/>
            <a:ext cx="6378259" cy="20279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700">
                <a:solidFill>
                  <a:srgbClr val="FFFFFF"/>
                </a:solidFill>
              </a:rPr>
              <a:t>Now before we can edit these 2 pages, we need to Scaffold the Identity</a:t>
            </a:r>
          </a:p>
        </p:txBody>
      </p:sp>
    </p:spTree>
    <p:extLst>
      <p:ext uri="{BB962C8B-B14F-4D97-AF65-F5344CB8AC3E}">
        <p14:creationId xmlns:p14="http://schemas.microsoft.com/office/powerpoint/2010/main" val="1048126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EEADD4-24D0-02B9-E891-8AEDDDB00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Right Click the Areas Folder -&gt; Add New Scaffolded Item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A6E6DD8-89ED-9BBD-1FEF-26D530B85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3532" y="640080"/>
            <a:ext cx="5356143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28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EA5C6-598D-3593-A793-DEDEEA194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latin typeface="+mj-lt"/>
                <a:ea typeface="+mj-ea"/>
                <a:cs typeface="+mj-cs"/>
              </a:rPr>
              <a:t>Select Identity</a:t>
            </a:r>
            <a:r>
              <a:rPr lang="en-US" sz="6600" dirty="0"/>
              <a:t> </a:t>
            </a:r>
            <a:r>
              <a:rPr lang="en-US" sz="66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6600" dirty="0"/>
              <a:t>  </a:t>
            </a:r>
            <a:r>
              <a:rPr lang="en-US" sz="6600" kern="1200" dirty="0">
                <a:latin typeface="+mj-lt"/>
                <a:ea typeface="+mj-ea"/>
                <a:cs typeface="+mj-cs"/>
              </a:rPr>
              <a:t>-&gt; Add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9D33397A-F040-6D11-0325-9BE6547AB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917224"/>
            <a:ext cx="7214616" cy="499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96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35AF18-0017-883D-33A0-024C06B0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Should have this screen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BDC96497-060E-1752-9782-E22D337244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673730"/>
            <a:ext cx="7214616" cy="548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06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8" name="Freeform: Shape 12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C0C61-2F5C-CFFC-8B81-28ED5C4E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Select Override all files and then select the DbContext class that you have already made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9D28DC3-8FDC-F62C-75F9-99D731D96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251" y="900802"/>
            <a:ext cx="6631341" cy="505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57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62A61-0B03-171A-EB0D-AF0DDC6D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Click Add and let it run 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0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1BACF-70F0-D405-13FC-4D65DBFA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Areas Folder should now have more pages and for each page have the cshtml file and inside that the C# file</a:t>
            </a:r>
          </a:p>
        </p:txBody>
      </p:sp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C1AC267-E040-2FE5-A5FB-CB2CA090B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854" y="643469"/>
            <a:ext cx="2850134" cy="557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63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A3DE6-6AD1-305E-229D-443E723C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 kern="1200" dirty="0">
                <a:latin typeface="+mj-lt"/>
                <a:ea typeface="+mj-ea"/>
                <a:cs typeface="+mj-cs"/>
              </a:rPr>
              <a:t>You can now edit these pages as you see fit, if you want to add </a:t>
            </a:r>
            <a:r>
              <a:rPr lang="en-US" sz="3000" dirty="0"/>
              <a:t>customized</a:t>
            </a:r>
            <a:r>
              <a:rPr lang="en-US" sz="3000" kern="1200" dirty="0">
                <a:latin typeface="+mj-lt"/>
                <a:ea typeface="+mj-ea"/>
                <a:cs typeface="+mj-cs"/>
              </a:rPr>
              <a:t> CSS, then do so in the cshtml file in a style tag at the top like below</a:t>
            </a: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927580E6-824F-3D59-79C5-ED9CADBCA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5159" y="643469"/>
            <a:ext cx="6573524" cy="557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106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89811-EF86-4F24-8973-3749C8FB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7639EA-C9D1-44CA-BBC0-30625E7CD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" y="0"/>
            <a:ext cx="12191996" cy="6858000"/>
            <a:chOff x="1" y="0"/>
            <a:chExt cx="12191996" cy="6858000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E4CB3E84-719D-44B6-A2F1-15E226F2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DE45E2-0D26-42CE-B95F-81CE7BD3E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3DEF0D-74C1-2C54-4BA3-46DE19C6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646073"/>
            <a:ext cx="4665725" cy="43880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500"/>
              <a:t>Creating Models, Controllers and Views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9419667-6EB3-488D-8BD4-9D972AC11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7375" y="0"/>
            <a:ext cx="6404625" cy="6373368"/>
          </a:xfrm>
          <a:custGeom>
            <a:avLst/>
            <a:gdLst>
              <a:gd name="connsiteX0" fmla="*/ 353272 w 6404625"/>
              <a:gd name="connsiteY0" fmla="*/ 0 h 6373368"/>
              <a:gd name="connsiteX1" fmla="*/ 6404625 w 6404625"/>
              <a:gd name="connsiteY1" fmla="*/ 0 h 6373368"/>
              <a:gd name="connsiteX2" fmla="*/ 6404625 w 6404625"/>
              <a:gd name="connsiteY2" fmla="*/ 6008204 h 6373368"/>
              <a:gd name="connsiteX3" fmla="*/ 6374459 w 6404625"/>
              <a:gd name="connsiteY3" fmla="*/ 6023890 h 6373368"/>
              <a:gd name="connsiteX4" fmla="*/ 6290584 w 6404625"/>
              <a:gd name="connsiteY4" fmla="*/ 6049055 h 6373368"/>
              <a:gd name="connsiteX5" fmla="*/ 6203913 w 6404625"/>
              <a:gd name="connsiteY5" fmla="*/ 6060237 h 6373368"/>
              <a:gd name="connsiteX6" fmla="*/ 6114448 w 6404625"/>
              <a:gd name="connsiteY6" fmla="*/ 6063033 h 6373368"/>
              <a:gd name="connsiteX7" fmla="*/ 6019391 w 6404625"/>
              <a:gd name="connsiteY7" fmla="*/ 6054644 h 6373368"/>
              <a:gd name="connsiteX8" fmla="*/ 5924332 w 6404625"/>
              <a:gd name="connsiteY8" fmla="*/ 6043462 h 6373368"/>
              <a:gd name="connsiteX9" fmla="*/ 5829275 w 6404625"/>
              <a:gd name="connsiteY9" fmla="*/ 6029482 h 6373368"/>
              <a:gd name="connsiteX10" fmla="*/ 5734216 w 6404625"/>
              <a:gd name="connsiteY10" fmla="*/ 6018300 h 6373368"/>
              <a:gd name="connsiteX11" fmla="*/ 5639159 w 6404625"/>
              <a:gd name="connsiteY11" fmla="*/ 6012708 h 6373368"/>
              <a:gd name="connsiteX12" fmla="*/ 5546898 w 6404625"/>
              <a:gd name="connsiteY12" fmla="*/ 6012708 h 6373368"/>
              <a:gd name="connsiteX13" fmla="*/ 5460227 w 6404625"/>
              <a:gd name="connsiteY13" fmla="*/ 6023890 h 6373368"/>
              <a:gd name="connsiteX14" fmla="*/ 5370760 w 6404625"/>
              <a:gd name="connsiteY14" fmla="*/ 6046258 h 6373368"/>
              <a:gd name="connsiteX15" fmla="*/ 5289681 w 6404625"/>
              <a:gd name="connsiteY15" fmla="*/ 6079807 h 6373368"/>
              <a:gd name="connsiteX16" fmla="*/ 5205808 w 6404625"/>
              <a:gd name="connsiteY16" fmla="*/ 6124541 h 6373368"/>
              <a:gd name="connsiteX17" fmla="*/ 5121933 w 6404625"/>
              <a:gd name="connsiteY17" fmla="*/ 6169276 h 6373368"/>
              <a:gd name="connsiteX18" fmla="*/ 5038061 w 6404625"/>
              <a:gd name="connsiteY18" fmla="*/ 6219598 h 6373368"/>
              <a:gd name="connsiteX19" fmla="*/ 4956981 w 6404625"/>
              <a:gd name="connsiteY19" fmla="*/ 6267129 h 6373368"/>
              <a:gd name="connsiteX20" fmla="*/ 4870311 w 6404625"/>
              <a:gd name="connsiteY20" fmla="*/ 6309065 h 6373368"/>
              <a:gd name="connsiteX21" fmla="*/ 4786435 w 6404625"/>
              <a:gd name="connsiteY21" fmla="*/ 6342614 h 6373368"/>
              <a:gd name="connsiteX22" fmla="*/ 4699765 w 6404625"/>
              <a:gd name="connsiteY22" fmla="*/ 6364982 h 6373368"/>
              <a:gd name="connsiteX23" fmla="*/ 4610299 w 6404625"/>
              <a:gd name="connsiteY23" fmla="*/ 6373368 h 6373368"/>
              <a:gd name="connsiteX24" fmla="*/ 4520833 w 6404625"/>
              <a:gd name="connsiteY24" fmla="*/ 6364982 h 6373368"/>
              <a:gd name="connsiteX25" fmla="*/ 4434163 w 6404625"/>
              <a:gd name="connsiteY25" fmla="*/ 6342614 h 6373368"/>
              <a:gd name="connsiteX26" fmla="*/ 4350289 w 6404625"/>
              <a:gd name="connsiteY26" fmla="*/ 6309065 h 6373368"/>
              <a:gd name="connsiteX27" fmla="*/ 4263617 w 6404625"/>
              <a:gd name="connsiteY27" fmla="*/ 6267129 h 6373368"/>
              <a:gd name="connsiteX28" fmla="*/ 4182539 w 6404625"/>
              <a:gd name="connsiteY28" fmla="*/ 6219598 h 6373368"/>
              <a:gd name="connsiteX29" fmla="*/ 4098666 w 6404625"/>
              <a:gd name="connsiteY29" fmla="*/ 6169276 h 6373368"/>
              <a:gd name="connsiteX30" fmla="*/ 4014791 w 6404625"/>
              <a:gd name="connsiteY30" fmla="*/ 6124541 h 6373368"/>
              <a:gd name="connsiteX31" fmla="*/ 3930916 w 6404625"/>
              <a:gd name="connsiteY31" fmla="*/ 6079807 h 6373368"/>
              <a:gd name="connsiteX32" fmla="*/ 3847041 w 6404625"/>
              <a:gd name="connsiteY32" fmla="*/ 6046258 h 6373368"/>
              <a:gd name="connsiteX33" fmla="*/ 3760372 w 6404625"/>
              <a:gd name="connsiteY33" fmla="*/ 6023890 h 6373368"/>
              <a:gd name="connsiteX34" fmla="*/ 3673701 w 6404625"/>
              <a:gd name="connsiteY34" fmla="*/ 6012708 h 6373368"/>
              <a:gd name="connsiteX35" fmla="*/ 3581438 w 6404625"/>
              <a:gd name="connsiteY35" fmla="*/ 6012708 h 6373368"/>
              <a:gd name="connsiteX36" fmla="*/ 3486381 w 6404625"/>
              <a:gd name="connsiteY36" fmla="*/ 6018300 h 6373368"/>
              <a:gd name="connsiteX37" fmla="*/ 3391322 w 6404625"/>
              <a:gd name="connsiteY37" fmla="*/ 6029482 h 6373368"/>
              <a:gd name="connsiteX38" fmla="*/ 3296265 w 6404625"/>
              <a:gd name="connsiteY38" fmla="*/ 6043462 h 6373368"/>
              <a:gd name="connsiteX39" fmla="*/ 3201210 w 6404625"/>
              <a:gd name="connsiteY39" fmla="*/ 6054644 h 6373368"/>
              <a:gd name="connsiteX40" fmla="*/ 3106151 w 6404625"/>
              <a:gd name="connsiteY40" fmla="*/ 6063033 h 6373368"/>
              <a:gd name="connsiteX41" fmla="*/ 3016684 w 6404625"/>
              <a:gd name="connsiteY41" fmla="*/ 6060237 h 6373368"/>
              <a:gd name="connsiteX42" fmla="*/ 2930015 w 6404625"/>
              <a:gd name="connsiteY42" fmla="*/ 6049055 h 6373368"/>
              <a:gd name="connsiteX43" fmla="*/ 2846140 w 6404625"/>
              <a:gd name="connsiteY43" fmla="*/ 6023890 h 6373368"/>
              <a:gd name="connsiteX44" fmla="*/ 2776243 w 6404625"/>
              <a:gd name="connsiteY44" fmla="*/ 5987546 h 6373368"/>
              <a:gd name="connsiteX45" fmla="*/ 2709145 w 6404625"/>
              <a:gd name="connsiteY45" fmla="*/ 5940017 h 6373368"/>
              <a:gd name="connsiteX46" fmla="*/ 2650432 w 6404625"/>
              <a:gd name="connsiteY46" fmla="*/ 5884101 h 6373368"/>
              <a:gd name="connsiteX47" fmla="*/ 2591719 w 6404625"/>
              <a:gd name="connsiteY47" fmla="*/ 5819798 h 6373368"/>
              <a:gd name="connsiteX48" fmla="*/ 2538599 w 6404625"/>
              <a:gd name="connsiteY48" fmla="*/ 5752697 h 6373368"/>
              <a:gd name="connsiteX49" fmla="*/ 2485480 w 6404625"/>
              <a:gd name="connsiteY49" fmla="*/ 5682802 h 6373368"/>
              <a:gd name="connsiteX50" fmla="*/ 2432360 w 6404625"/>
              <a:gd name="connsiteY50" fmla="*/ 5612908 h 6373368"/>
              <a:gd name="connsiteX51" fmla="*/ 2379237 w 6404625"/>
              <a:gd name="connsiteY51" fmla="*/ 5545809 h 6373368"/>
              <a:gd name="connsiteX52" fmla="*/ 2323320 w 6404625"/>
              <a:gd name="connsiteY52" fmla="*/ 5481502 h 6373368"/>
              <a:gd name="connsiteX53" fmla="*/ 2259018 w 6404625"/>
              <a:gd name="connsiteY53" fmla="*/ 5425586 h 6373368"/>
              <a:gd name="connsiteX54" fmla="*/ 2197511 w 6404625"/>
              <a:gd name="connsiteY54" fmla="*/ 5375263 h 6373368"/>
              <a:gd name="connsiteX55" fmla="*/ 2127614 w 6404625"/>
              <a:gd name="connsiteY55" fmla="*/ 5336121 h 6373368"/>
              <a:gd name="connsiteX56" fmla="*/ 2052128 w 6404625"/>
              <a:gd name="connsiteY56" fmla="*/ 5302573 h 6373368"/>
              <a:gd name="connsiteX57" fmla="*/ 1971049 w 6404625"/>
              <a:gd name="connsiteY57" fmla="*/ 5274612 h 6373368"/>
              <a:gd name="connsiteX58" fmla="*/ 1887176 w 6404625"/>
              <a:gd name="connsiteY58" fmla="*/ 5249450 h 6373368"/>
              <a:gd name="connsiteX59" fmla="*/ 1803301 w 6404625"/>
              <a:gd name="connsiteY59" fmla="*/ 5227084 h 6373368"/>
              <a:gd name="connsiteX60" fmla="*/ 1716630 w 6404625"/>
              <a:gd name="connsiteY60" fmla="*/ 5204720 h 6373368"/>
              <a:gd name="connsiteX61" fmla="*/ 1635551 w 6404625"/>
              <a:gd name="connsiteY61" fmla="*/ 5179557 h 6373368"/>
              <a:gd name="connsiteX62" fmla="*/ 1554473 w 6404625"/>
              <a:gd name="connsiteY62" fmla="*/ 5151597 h 6373368"/>
              <a:gd name="connsiteX63" fmla="*/ 1478988 w 6404625"/>
              <a:gd name="connsiteY63" fmla="*/ 5118049 h 6373368"/>
              <a:gd name="connsiteX64" fmla="*/ 1411887 w 6404625"/>
              <a:gd name="connsiteY64" fmla="*/ 5076112 h 6373368"/>
              <a:gd name="connsiteX65" fmla="*/ 1350380 w 6404625"/>
              <a:gd name="connsiteY65" fmla="*/ 5025785 h 6373368"/>
              <a:gd name="connsiteX66" fmla="*/ 1300053 w 6404625"/>
              <a:gd name="connsiteY66" fmla="*/ 4964279 h 6373368"/>
              <a:gd name="connsiteX67" fmla="*/ 1258117 w 6404625"/>
              <a:gd name="connsiteY67" fmla="*/ 4897178 h 6373368"/>
              <a:gd name="connsiteX68" fmla="*/ 1224567 w 6404625"/>
              <a:gd name="connsiteY68" fmla="*/ 4821691 h 6373368"/>
              <a:gd name="connsiteX69" fmla="*/ 1196609 w 6404625"/>
              <a:gd name="connsiteY69" fmla="*/ 4740614 h 6373368"/>
              <a:gd name="connsiteX70" fmla="*/ 1171447 w 6404625"/>
              <a:gd name="connsiteY70" fmla="*/ 4659533 h 6373368"/>
              <a:gd name="connsiteX71" fmla="*/ 1149080 w 6404625"/>
              <a:gd name="connsiteY71" fmla="*/ 4572865 h 6373368"/>
              <a:gd name="connsiteX72" fmla="*/ 1126714 w 6404625"/>
              <a:gd name="connsiteY72" fmla="*/ 4488990 h 6373368"/>
              <a:gd name="connsiteX73" fmla="*/ 1101552 w 6404625"/>
              <a:gd name="connsiteY73" fmla="*/ 4405115 h 6373368"/>
              <a:gd name="connsiteX74" fmla="*/ 1073593 w 6404625"/>
              <a:gd name="connsiteY74" fmla="*/ 4324036 h 6373368"/>
              <a:gd name="connsiteX75" fmla="*/ 1040045 w 6404625"/>
              <a:gd name="connsiteY75" fmla="*/ 4248549 h 6373368"/>
              <a:gd name="connsiteX76" fmla="*/ 1000902 w 6404625"/>
              <a:gd name="connsiteY76" fmla="*/ 4178654 h 6373368"/>
              <a:gd name="connsiteX77" fmla="*/ 950576 w 6404625"/>
              <a:gd name="connsiteY77" fmla="*/ 4117146 h 6373368"/>
              <a:gd name="connsiteX78" fmla="*/ 894659 w 6404625"/>
              <a:gd name="connsiteY78" fmla="*/ 4052841 h 6373368"/>
              <a:gd name="connsiteX79" fmla="*/ 830356 w 6404625"/>
              <a:gd name="connsiteY79" fmla="*/ 3996926 h 6373368"/>
              <a:gd name="connsiteX80" fmla="*/ 760460 w 6404625"/>
              <a:gd name="connsiteY80" fmla="*/ 3943806 h 6373368"/>
              <a:gd name="connsiteX81" fmla="*/ 690567 w 6404625"/>
              <a:gd name="connsiteY81" fmla="*/ 3890685 h 6373368"/>
              <a:gd name="connsiteX82" fmla="*/ 620671 w 6404625"/>
              <a:gd name="connsiteY82" fmla="*/ 3837564 h 6373368"/>
              <a:gd name="connsiteX83" fmla="*/ 553571 w 6404625"/>
              <a:gd name="connsiteY83" fmla="*/ 3784444 h 6373368"/>
              <a:gd name="connsiteX84" fmla="*/ 489269 w 6404625"/>
              <a:gd name="connsiteY84" fmla="*/ 3725731 h 6373368"/>
              <a:gd name="connsiteX85" fmla="*/ 433350 w 6404625"/>
              <a:gd name="connsiteY85" fmla="*/ 3667021 h 6373368"/>
              <a:gd name="connsiteX86" fmla="*/ 385824 w 6404625"/>
              <a:gd name="connsiteY86" fmla="*/ 3599922 h 6373368"/>
              <a:gd name="connsiteX87" fmla="*/ 349477 w 6404625"/>
              <a:gd name="connsiteY87" fmla="*/ 3530025 h 6373368"/>
              <a:gd name="connsiteX88" fmla="*/ 324315 w 6404625"/>
              <a:gd name="connsiteY88" fmla="*/ 3446150 h 6373368"/>
              <a:gd name="connsiteX89" fmla="*/ 313131 w 6404625"/>
              <a:gd name="connsiteY89" fmla="*/ 3359479 h 6373368"/>
              <a:gd name="connsiteX90" fmla="*/ 310335 w 6404625"/>
              <a:gd name="connsiteY90" fmla="*/ 3270014 h 6373368"/>
              <a:gd name="connsiteX91" fmla="*/ 318723 w 6404625"/>
              <a:gd name="connsiteY91" fmla="*/ 3174955 h 6373368"/>
              <a:gd name="connsiteX92" fmla="*/ 329907 w 6404625"/>
              <a:gd name="connsiteY92" fmla="*/ 3079898 h 6373368"/>
              <a:gd name="connsiteX93" fmla="*/ 343885 w 6404625"/>
              <a:gd name="connsiteY93" fmla="*/ 2984841 h 6373368"/>
              <a:gd name="connsiteX94" fmla="*/ 355069 w 6404625"/>
              <a:gd name="connsiteY94" fmla="*/ 2889784 h 6373368"/>
              <a:gd name="connsiteX95" fmla="*/ 360659 w 6404625"/>
              <a:gd name="connsiteY95" fmla="*/ 2794725 h 6373368"/>
              <a:gd name="connsiteX96" fmla="*/ 360659 w 6404625"/>
              <a:gd name="connsiteY96" fmla="*/ 2702464 h 6373368"/>
              <a:gd name="connsiteX97" fmla="*/ 349477 w 6404625"/>
              <a:gd name="connsiteY97" fmla="*/ 2615793 h 6373368"/>
              <a:gd name="connsiteX98" fmla="*/ 327111 w 6404625"/>
              <a:gd name="connsiteY98" fmla="*/ 2529122 h 6373368"/>
              <a:gd name="connsiteX99" fmla="*/ 293561 w 6404625"/>
              <a:gd name="connsiteY99" fmla="*/ 2448045 h 6373368"/>
              <a:gd name="connsiteX100" fmla="*/ 251625 w 6404625"/>
              <a:gd name="connsiteY100" fmla="*/ 2364170 h 6373368"/>
              <a:gd name="connsiteX101" fmla="*/ 204096 w 6404625"/>
              <a:gd name="connsiteY101" fmla="*/ 2280295 h 6373368"/>
              <a:gd name="connsiteX102" fmla="*/ 153769 w 6404625"/>
              <a:gd name="connsiteY102" fmla="*/ 2196423 h 6373368"/>
              <a:gd name="connsiteX103" fmla="*/ 106240 w 6404625"/>
              <a:gd name="connsiteY103" fmla="*/ 2115344 h 6373368"/>
              <a:gd name="connsiteX104" fmla="*/ 64305 w 6404625"/>
              <a:gd name="connsiteY104" fmla="*/ 2028673 h 6373368"/>
              <a:gd name="connsiteX105" fmla="*/ 30754 w 6404625"/>
              <a:gd name="connsiteY105" fmla="*/ 1944798 h 6373368"/>
              <a:gd name="connsiteX106" fmla="*/ 8387 w 6404625"/>
              <a:gd name="connsiteY106" fmla="*/ 1858129 h 6373368"/>
              <a:gd name="connsiteX107" fmla="*/ 0 w 6404625"/>
              <a:gd name="connsiteY107" fmla="*/ 1768662 h 6373368"/>
              <a:gd name="connsiteX108" fmla="*/ 8387 w 6404625"/>
              <a:gd name="connsiteY108" fmla="*/ 1679195 h 6373368"/>
              <a:gd name="connsiteX109" fmla="*/ 30754 w 6404625"/>
              <a:gd name="connsiteY109" fmla="*/ 1592526 h 6373368"/>
              <a:gd name="connsiteX110" fmla="*/ 64305 w 6404625"/>
              <a:gd name="connsiteY110" fmla="*/ 1508651 h 6373368"/>
              <a:gd name="connsiteX111" fmla="*/ 106240 w 6404625"/>
              <a:gd name="connsiteY111" fmla="*/ 1421980 h 6373368"/>
              <a:gd name="connsiteX112" fmla="*/ 153769 w 6404625"/>
              <a:gd name="connsiteY112" fmla="*/ 1340903 h 6373368"/>
              <a:gd name="connsiteX113" fmla="*/ 204096 w 6404625"/>
              <a:gd name="connsiteY113" fmla="*/ 1257028 h 6373368"/>
              <a:gd name="connsiteX114" fmla="*/ 251625 w 6404625"/>
              <a:gd name="connsiteY114" fmla="*/ 1173153 h 6373368"/>
              <a:gd name="connsiteX115" fmla="*/ 293561 w 6404625"/>
              <a:gd name="connsiteY115" fmla="*/ 1089278 h 6373368"/>
              <a:gd name="connsiteX116" fmla="*/ 327111 w 6404625"/>
              <a:gd name="connsiteY116" fmla="*/ 1008199 h 6373368"/>
              <a:gd name="connsiteX117" fmla="*/ 349477 w 6404625"/>
              <a:gd name="connsiteY117" fmla="*/ 921528 h 6373368"/>
              <a:gd name="connsiteX118" fmla="*/ 360659 w 6404625"/>
              <a:gd name="connsiteY118" fmla="*/ 834859 h 6373368"/>
              <a:gd name="connsiteX119" fmla="*/ 360659 w 6404625"/>
              <a:gd name="connsiteY119" fmla="*/ 742599 h 6373368"/>
              <a:gd name="connsiteX120" fmla="*/ 355069 w 6404625"/>
              <a:gd name="connsiteY120" fmla="*/ 647539 h 6373368"/>
              <a:gd name="connsiteX121" fmla="*/ 343885 w 6404625"/>
              <a:gd name="connsiteY121" fmla="*/ 552482 h 6373368"/>
              <a:gd name="connsiteX122" fmla="*/ 329907 w 6404625"/>
              <a:gd name="connsiteY122" fmla="*/ 457425 h 6373368"/>
              <a:gd name="connsiteX123" fmla="*/ 318723 w 6404625"/>
              <a:gd name="connsiteY123" fmla="*/ 362366 h 6373368"/>
              <a:gd name="connsiteX124" fmla="*/ 310335 w 6404625"/>
              <a:gd name="connsiteY124" fmla="*/ 267309 h 6373368"/>
              <a:gd name="connsiteX125" fmla="*/ 313131 w 6404625"/>
              <a:gd name="connsiteY125" fmla="*/ 177842 h 6373368"/>
              <a:gd name="connsiteX126" fmla="*/ 324315 w 6404625"/>
              <a:gd name="connsiteY126" fmla="*/ 91173 h 6373368"/>
              <a:gd name="connsiteX127" fmla="*/ 349477 w 6404625"/>
              <a:gd name="connsiteY127" fmla="*/ 7296 h 6373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6404625" h="6373368">
                <a:moveTo>
                  <a:pt x="353272" y="0"/>
                </a:moveTo>
                <a:lnTo>
                  <a:pt x="6404625" y="0"/>
                </a:lnTo>
                <a:lnTo>
                  <a:pt x="6404625" y="6008204"/>
                </a:lnTo>
                <a:lnTo>
                  <a:pt x="6374459" y="6023890"/>
                </a:lnTo>
                <a:lnTo>
                  <a:pt x="6290584" y="6049055"/>
                </a:lnTo>
                <a:lnTo>
                  <a:pt x="6203913" y="6060237"/>
                </a:lnTo>
                <a:lnTo>
                  <a:pt x="6114448" y="6063033"/>
                </a:lnTo>
                <a:lnTo>
                  <a:pt x="6019391" y="6054644"/>
                </a:lnTo>
                <a:lnTo>
                  <a:pt x="5924332" y="6043462"/>
                </a:lnTo>
                <a:lnTo>
                  <a:pt x="5829275" y="6029482"/>
                </a:lnTo>
                <a:lnTo>
                  <a:pt x="5734216" y="6018300"/>
                </a:lnTo>
                <a:lnTo>
                  <a:pt x="5639159" y="6012708"/>
                </a:lnTo>
                <a:lnTo>
                  <a:pt x="5546898" y="6012708"/>
                </a:lnTo>
                <a:lnTo>
                  <a:pt x="5460227" y="6023890"/>
                </a:lnTo>
                <a:lnTo>
                  <a:pt x="5370760" y="6046258"/>
                </a:lnTo>
                <a:lnTo>
                  <a:pt x="5289681" y="6079807"/>
                </a:lnTo>
                <a:lnTo>
                  <a:pt x="5205808" y="6124541"/>
                </a:lnTo>
                <a:lnTo>
                  <a:pt x="5121933" y="6169276"/>
                </a:lnTo>
                <a:lnTo>
                  <a:pt x="5038061" y="6219598"/>
                </a:lnTo>
                <a:lnTo>
                  <a:pt x="4956981" y="6267129"/>
                </a:lnTo>
                <a:lnTo>
                  <a:pt x="4870311" y="6309065"/>
                </a:lnTo>
                <a:lnTo>
                  <a:pt x="4786435" y="6342614"/>
                </a:lnTo>
                <a:lnTo>
                  <a:pt x="4699765" y="6364982"/>
                </a:lnTo>
                <a:lnTo>
                  <a:pt x="4610299" y="6373368"/>
                </a:lnTo>
                <a:lnTo>
                  <a:pt x="4520833" y="6364982"/>
                </a:lnTo>
                <a:lnTo>
                  <a:pt x="4434163" y="6342614"/>
                </a:lnTo>
                <a:lnTo>
                  <a:pt x="4350289" y="6309065"/>
                </a:lnTo>
                <a:lnTo>
                  <a:pt x="4263617" y="6267129"/>
                </a:lnTo>
                <a:lnTo>
                  <a:pt x="4182539" y="6219598"/>
                </a:lnTo>
                <a:lnTo>
                  <a:pt x="4098666" y="6169276"/>
                </a:lnTo>
                <a:lnTo>
                  <a:pt x="4014791" y="6124541"/>
                </a:lnTo>
                <a:lnTo>
                  <a:pt x="3930916" y="6079807"/>
                </a:lnTo>
                <a:lnTo>
                  <a:pt x="3847041" y="6046258"/>
                </a:lnTo>
                <a:lnTo>
                  <a:pt x="3760372" y="6023890"/>
                </a:lnTo>
                <a:lnTo>
                  <a:pt x="3673701" y="6012708"/>
                </a:lnTo>
                <a:lnTo>
                  <a:pt x="3581438" y="6012708"/>
                </a:lnTo>
                <a:lnTo>
                  <a:pt x="3486381" y="6018300"/>
                </a:lnTo>
                <a:lnTo>
                  <a:pt x="3391322" y="6029482"/>
                </a:lnTo>
                <a:lnTo>
                  <a:pt x="3296265" y="6043462"/>
                </a:lnTo>
                <a:lnTo>
                  <a:pt x="3201210" y="6054644"/>
                </a:lnTo>
                <a:lnTo>
                  <a:pt x="3106151" y="6063033"/>
                </a:lnTo>
                <a:lnTo>
                  <a:pt x="3016684" y="6060237"/>
                </a:lnTo>
                <a:lnTo>
                  <a:pt x="2930015" y="6049055"/>
                </a:lnTo>
                <a:lnTo>
                  <a:pt x="2846140" y="6023890"/>
                </a:lnTo>
                <a:lnTo>
                  <a:pt x="2776243" y="5987546"/>
                </a:lnTo>
                <a:lnTo>
                  <a:pt x="2709145" y="5940017"/>
                </a:lnTo>
                <a:lnTo>
                  <a:pt x="2650432" y="5884101"/>
                </a:lnTo>
                <a:lnTo>
                  <a:pt x="2591719" y="5819798"/>
                </a:lnTo>
                <a:lnTo>
                  <a:pt x="2538599" y="5752697"/>
                </a:lnTo>
                <a:lnTo>
                  <a:pt x="2485480" y="5682802"/>
                </a:lnTo>
                <a:lnTo>
                  <a:pt x="2432360" y="5612908"/>
                </a:lnTo>
                <a:lnTo>
                  <a:pt x="2379237" y="5545809"/>
                </a:lnTo>
                <a:lnTo>
                  <a:pt x="2323320" y="5481502"/>
                </a:lnTo>
                <a:lnTo>
                  <a:pt x="2259018" y="5425586"/>
                </a:lnTo>
                <a:lnTo>
                  <a:pt x="2197511" y="5375263"/>
                </a:lnTo>
                <a:lnTo>
                  <a:pt x="2127614" y="5336121"/>
                </a:lnTo>
                <a:lnTo>
                  <a:pt x="2052128" y="5302573"/>
                </a:lnTo>
                <a:lnTo>
                  <a:pt x="1971049" y="5274612"/>
                </a:lnTo>
                <a:lnTo>
                  <a:pt x="1887176" y="5249450"/>
                </a:lnTo>
                <a:lnTo>
                  <a:pt x="1803301" y="5227084"/>
                </a:lnTo>
                <a:lnTo>
                  <a:pt x="1716630" y="5204720"/>
                </a:lnTo>
                <a:lnTo>
                  <a:pt x="1635551" y="5179557"/>
                </a:lnTo>
                <a:lnTo>
                  <a:pt x="1554473" y="5151597"/>
                </a:lnTo>
                <a:lnTo>
                  <a:pt x="1478988" y="5118049"/>
                </a:lnTo>
                <a:lnTo>
                  <a:pt x="1411887" y="5076112"/>
                </a:lnTo>
                <a:lnTo>
                  <a:pt x="1350380" y="5025785"/>
                </a:lnTo>
                <a:lnTo>
                  <a:pt x="1300053" y="4964279"/>
                </a:lnTo>
                <a:lnTo>
                  <a:pt x="1258117" y="4897178"/>
                </a:lnTo>
                <a:lnTo>
                  <a:pt x="1224567" y="4821691"/>
                </a:lnTo>
                <a:lnTo>
                  <a:pt x="1196609" y="4740614"/>
                </a:lnTo>
                <a:lnTo>
                  <a:pt x="1171447" y="4659533"/>
                </a:lnTo>
                <a:lnTo>
                  <a:pt x="1149080" y="4572865"/>
                </a:lnTo>
                <a:lnTo>
                  <a:pt x="1126714" y="4488990"/>
                </a:lnTo>
                <a:lnTo>
                  <a:pt x="1101552" y="4405115"/>
                </a:lnTo>
                <a:lnTo>
                  <a:pt x="1073593" y="4324036"/>
                </a:lnTo>
                <a:lnTo>
                  <a:pt x="1040045" y="4248549"/>
                </a:lnTo>
                <a:lnTo>
                  <a:pt x="1000902" y="4178654"/>
                </a:lnTo>
                <a:lnTo>
                  <a:pt x="950576" y="4117146"/>
                </a:lnTo>
                <a:lnTo>
                  <a:pt x="894659" y="4052841"/>
                </a:lnTo>
                <a:lnTo>
                  <a:pt x="830356" y="3996926"/>
                </a:lnTo>
                <a:lnTo>
                  <a:pt x="760460" y="3943806"/>
                </a:lnTo>
                <a:lnTo>
                  <a:pt x="690567" y="3890685"/>
                </a:lnTo>
                <a:lnTo>
                  <a:pt x="620671" y="3837564"/>
                </a:lnTo>
                <a:lnTo>
                  <a:pt x="553571" y="3784444"/>
                </a:lnTo>
                <a:lnTo>
                  <a:pt x="489269" y="3725731"/>
                </a:lnTo>
                <a:lnTo>
                  <a:pt x="433350" y="3667021"/>
                </a:lnTo>
                <a:lnTo>
                  <a:pt x="385824" y="3599922"/>
                </a:lnTo>
                <a:lnTo>
                  <a:pt x="349477" y="3530025"/>
                </a:lnTo>
                <a:lnTo>
                  <a:pt x="324315" y="3446150"/>
                </a:lnTo>
                <a:lnTo>
                  <a:pt x="313131" y="3359479"/>
                </a:lnTo>
                <a:lnTo>
                  <a:pt x="310335" y="3270014"/>
                </a:lnTo>
                <a:lnTo>
                  <a:pt x="318723" y="3174955"/>
                </a:lnTo>
                <a:lnTo>
                  <a:pt x="329907" y="3079898"/>
                </a:lnTo>
                <a:lnTo>
                  <a:pt x="343885" y="2984841"/>
                </a:lnTo>
                <a:lnTo>
                  <a:pt x="355069" y="2889784"/>
                </a:lnTo>
                <a:lnTo>
                  <a:pt x="360659" y="2794725"/>
                </a:lnTo>
                <a:lnTo>
                  <a:pt x="360659" y="2702464"/>
                </a:lnTo>
                <a:lnTo>
                  <a:pt x="349477" y="2615793"/>
                </a:lnTo>
                <a:lnTo>
                  <a:pt x="327111" y="2529122"/>
                </a:lnTo>
                <a:lnTo>
                  <a:pt x="293561" y="2448045"/>
                </a:lnTo>
                <a:lnTo>
                  <a:pt x="251625" y="2364170"/>
                </a:lnTo>
                <a:lnTo>
                  <a:pt x="204096" y="2280295"/>
                </a:lnTo>
                <a:lnTo>
                  <a:pt x="153769" y="2196423"/>
                </a:lnTo>
                <a:lnTo>
                  <a:pt x="106240" y="2115344"/>
                </a:lnTo>
                <a:lnTo>
                  <a:pt x="64305" y="2028673"/>
                </a:lnTo>
                <a:lnTo>
                  <a:pt x="30754" y="1944798"/>
                </a:lnTo>
                <a:lnTo>
                  <a:pt x="8387" y="1858129"/>
                </a:lnTo>
                <a:lnTo>
                  <a:pt x="0" y="1768662"/>
                </a:lnTo>
                <a:lnTo>
                  <a:pt x="8387" y="1679195"/>
                </a:lnTo>
                <a:lnTo>
                  <a:pt x="30754" y="1592526"/>
                </a:lnTo>
                <a:lnTo>
                  <a:pt x="64305" y="1508651"/>
                </a:lnTo>
                <a:lnTo>
                  <a:pt x="106240" y="1421980"/>
                </a:lnTo>
                <a:lnTo>
                  <a:pt x="153769" y="1340903"/>
                </a:lnTo>
                <a:lnTo>
                  <a:pt x="204096" y="1257028"/>
                </a:lnTo>
                <a:lnTo>
                  <a:pt x="251625" y="1173153"/>
                </a:lnTo>
                <a:lnTo>
                  <a:pt x="293561" y="1089278"/>
                </a:lnTo>
                <a:lnTo>
                  <a:pt x="327111" y="1008199"/>
                </a:lnTo>
                <a:lnTo>
                  <a:pt x="349477" y="921528"/>
                </a:lnTo>
                <a:lnTo>
                  <a:pt x="360659" y="834859"/>
                </a:lnTo>
                <a:lnTo>
                  <a:pt x="360659" y="742599"/>
                </a:lnTo>
                <a:lnTo>
                  <a:pt x="355069" y="647539"/>
                </a:lnTo>
                <a:lnTo>
                  <a:pt x="343885" y="552482"/>
                </a:lnTo>
                <a:lnTo>
                  <a:pt x="329907" y="457425"/>
                </a:lnTo>
                <a:lnTo>
                  <a:pt x="318723" y="362366"/>
                </a:lnTo>
                <a:lnTo>
                  <a:pt x="310335" y="267309"/>
                </a:lnTo>
                <a:lnTo>
                  <a:pt x="313131" y="177842"/>
                </a:lnTo>
                <a:lnTo>
                  <a:pt x="324315" y="91173"/>
                </a:lnTo>
                <a:lnTo>
                  <a:pt x="349477" y="72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Gadgets on a desk">
            <a:extLst>
              <a:ext uri="{FF2B5EF4-FFF2-40B4-BE49-F238E27FC236}">
                <a16:creationId xmlns:a16="http://schemas.microsoft.com/office/drawing/2014/main" id="{A34464F7-E3FA-4BE3-2D3E-7F61F00F14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623" b="1"/>
          <a:stretch/>
        </p:blipFill>
        <p:spPr>
          <a:xfrm>
            <a:off x="6003221" y="10"/>
            <a:ext cx="6188779" cy="6157770"/>
          </a:xfrm>
          <a:custGeom>
            <a:avLst/>
            <a:gdLst/>
            <a:ahLst/>
            <a:cxnLst/>
            <a:rect l="l" t="t" r="r" b="b"/>
            <a:pathLst>
              <a:path w="6188779" h="6157780">
                <a:moveTo>
                  <a:pt x="384150" y="0"/>
                </a:moveTo>
                <a:lnTo>
                  <a:pt x="6188779" y="0"/>
                </a:lnTo>
                <a:lnTo>
                  <a:pt x="6188779" y="5757340"/>
                </a:lnTo>
                <a:lnTo>
                  <a:pt x="6142640" y="5790022"/>
                </a:lnTo>
                <a:lnTo>
                  <a:pt x="6076017" y="5824665"/>
                </a:lnTo>
                <a:lnTo>
                  <a:pt x="5996070" y="5848651"/>
                </a:lnTo>
                <a:lnTo>
                  <a:pt x="5913457" y="5859310"/>
                </a:lnTo>
                <a:lnTo>
                  <a:pt x="5828180" y="5861974"/>
                </a:lnTo>
                <a:lnTo>
                  <a:pt x="5737573" y="5853979"/>
                </a:lnTo>
                <a:lnTo>
                  <a:pt x="5646965" y="5843320"/>
                </a:lnTo>
                <a:lnTo>
                  <a:pt x="5556358" y="5829995"/>
                </a:lnTo>
                <a:lnTo>
                  <a:pt x="5465751" y="5819336"/>
                </a:lnTo>
                <a:lnTo>
                  <a:pt x="5375143" y="5814006"/>
                </a:lnTo>
                <a:lnTo>
                  <a:pt x="5287201" y="5814006"/>
                </a:lnTo>
                <a:lnTo>
                  <a:pt x="5204589" y="5824665"/>
                </a:lnTo>
                <a:lnTo>
                  <a:pt x="5119310" y="5845985"/>
                </a:lnTo>
                <a:lnTo>
                  <a:pt x="5042027" y="5877963"/>
                </a:lnTo>
                <a:lnTo>
                  <a:pt x="4962081" y="5920603"/>
                </a:lnTo>
                <a:lnTo>
                  <a:pt x="4882133" y="5963242"/>
                </a:lnTo>
                <a:lnTo>
                  <a:pt x="4802186" y="6011210"/>
                </a:lnTo>
                <a:lnTo>
                  <a:pt x="4724903" y="6056514"/>
                </a:lnTo>
                <a:lnTo>
                  <a:pt x="4642291" y="6096487"/>
                </a:lnTo>
                <a:lnTo>
                  <a:pt x="4562343" y="6128466"/>
                </a:lnTo>
                <a:lnTo>
                  <a:pt x="4479729" y="6149785"/>
                </a:lnTo>
                <a:lnTo>
                  <a:pt x="4394453" y="6157780"/>
                </a:lnTo>
                <a:lnTo>
                  <a:pt x="4309175" y="6149785"/>
                </a:lnTo>
                <a:lnTo>
                  <a:pt x="4226563" y="6128466"/>
                </a:lnTo>
                <a:lnTo>
                  <a:pt x="4146616" y="6096487"/>
                </a:lnTo>
                <a:lnTo>
                  <a:pt x="4064003" y="6056514"/>
                </a:lnTo>
                <a:lnTo>
                  <a:pt x="3986719" y="6011210"/>
                </a:lnTo>
                <a:lnTo>
                  <a:pt x="3906773" y="5963242"/>
                </a:lnTo>
                <a:lnTo>
                  <a:pt x="3826826" y="5920603"/>
                </a:lnTo>
                <a:lnTo>
                  <a:pt x="3746877" y="5877963"/>
                </a:lnTo>
                <a:lnTo>
                  <a:pt x="3666929" y="5845985"/>
                </a:lnTo>
                <a:lnTo>
                  <a:pt x="3584318" y="5824665"/>
                </a:lnTo>
                <a:lnTo>
                  <a:pt x="3501705" y="5814006"/>
                </a:lnTo>
                <a:lnTo>
                  <a:pt x="3413762" y="5814006"/>
                </a:lnTo>
                <a:lnTo>
                  <a:pt x="3323155" y="5819336"/>
                </a:lnTo>
                <a:lnTo>
                  <a:pt x="3232547" y="5829995"/>
                </a:lnTo>
                <a:lnTo>
                  <a:pt x="3141940" y="5843320"/>
                </a:lnTo>
                <a:lnTo>
                  <a:pt x="3051334" y="5853979"/>
                </a:lnTo>
                <a:lnTo>
                  <a:pt x="2960727" y="5861974"/>
                </a:lnTo>
                <a:lnTo>
                  <a:pt x="2875448" y="5859310"/>
                </a:lnTo>
                <a:lnTo>
                  <a:pt x="2792837" y="5848651"/>
                </a:lnTo>
                <a:lnTo>
                  <a:pt x="2712889" y="5824665"/>
                </a:lnTo>
                <a:lnTo>
                  <a:pt x="2646265" y="5790022"/>
                </a:lnTo>
                <a:lnTo>
                  <a:pt x="2582308" y="5744719"/>
                </a:lnTo>
                <a:lnTo>
                  <a:pt x="2526343" y="5691420"/>
                </a:lnTo>
                <a:lnTo>
                  <a:pt x="2470381" y="5630127"/>
                </a:lnTo>
                <a:lnTo>
                  <a:pt x="2419747" y="5566168"/>
                </a:lnTo>
                <a:lnTo>
                  <a:pt x="2369114" y="5499546"/>
                </a:lnTo>
                <a:lnTo>
                  <a:pt x="2318480" y="5432923"/>
                </a:lnTo>
                <a:lnTo>
                  <a:pt x="2267846" y="5368966"/>
                </a:lnTo>
                <a:lnTo>
                  <a:pt x="2214548" y="5307671"/>
                </a:lnTo>
                <a:lnTo>
                  <a:pt x="2153255" y="5254373"/>
                </a:lnTo>
                <a:lnTo>
                  <a:pt x="2094628" y="5206405"/>
                </a:lnTo>
                <a:lnTo>
                  <a:pt x="2028005" y="5169096"/>
                </a:lnTo>
                <a:lnTo>
                  <a:pt x="1956051" y="5137117"/>
                </a:lnTo>
                <a:lnTo>
                  <a:pt x="1878768" y="5110467"/>
                </a:lnTo>
                <a:lnTo>
                  <a:pt x="1798822" y="5086483"/>
                </a:lnTo>
                <a:lnTo>
                  <a:pt x="1718873" y="5065163"/>
                </a:lnTo>
                <a:lnTo>
                  <a:pt x="1636260" y="5043845"/>
                </a:lnTo>
                <a:lnTo>
                  <a:pt x="1558978" y="5019861"/>
                </a:lnTo>
                <a:lnTo>
                  <a:pt x="1481696" y="4993211"/>
                </a:lnTo>
                <a:lnTo>
                  <a:pt x="1409744" y="4961233"/>
                </a:lnTo>
                <a:lnTo>
                  <a:pt x="1345785" y="4921259"/>
                </a:lnTo>
                <a:lnTo>
                  <a:pt x="1287158" y="4873289"/>
                </a:lnTo>
                <a:lnTo>
                  <a:pt x="1239188" y="4814663"/>
                </a:lnTo>
                <a:lnTo>
                  <a:pt x="1199215" y="4750703"/>
                </a:lnTo>
                <a:lnTo>
                  <a:pt x="1167237" y="4678752"/>
                </a:lnTo>
                <a:lnTo>
                  <a:pt x="1140586" y="4601469"/>
                </a:lnTo>
                <a:lnTo>
                  <a:pt x="1116602" y="4524185"/>
                </a:lnTo>
                <a:lnTo>
                  <a:pt x="1095283" y="4441574"/>
                </a:lnTo>
                <a:lnTo>
                  <a:pt x="1073962" y="4361626"/>
                </a:lnTo>
                <a:lnTo>
                  <a:pt x="1049979" y="4281677"/>
                </a:lnTo>
                <a:lnTo>
                  <a:pt x="1023330" y="4204395"/>
                </a:lnTo>
                <a:lnTo>
                  <a:pt x="991351" y="4132443"/>
                </a:lnTo>
                <a:lnTo>
                  <a:pt x="954043" y="4065820"/>
                </a:lnTo>
                <a:lnTo>
                  <a:pt x="906073" y="4007191"/>
                </a:lnTo>
                <a:lnTo>
                  <a:pt x="852774" y="3945898"/>
                </a:lnTo>
                <a:lnTo>
                  <a:pt x="791482" y="3892600"/>
                </a:lnTo>
                <a:lnTo>
                  <a:pt x="724858" y="3841967"/>
                </a:lnTo>
                <a:lnTo>
                  <a:pt x="658236" y="3791333"/>
                </a:lnTo>
                <a:lnTo>
                  <a:pt x="591613" y="3740699"/>
                </a:lnTo>
                <a:lnTo>
                  <a:pt x="527656" y="3690067"/>
                </a:lnTo>
                <a:lnTo>
                  <a:pt x="466362" y="3634102"/>
                </a:lnTo>
                <a:lnTo>
                  <a:pt x="413063" y="3578140"/>
                </a:lnTo>
                <a:lnTo>
                  <a:pt x="367761" y="3514183"/>
                </a:lnTo>
                <a:lnTo>
                  <a:pt x="333116" y="3447559"/>
                </a:lnTo>
                <a:lnTo>
                  <a:pt x="309132" y="3367611"/>
                </a:lnTo>
                <a:lnTo>
                  <a:pt x="298471" y="3284998"/>
                </a:lnTo>
                <a:lnTo>
                  <a:pt x="295806" y="3199721"/>
                </a:lnTo>
                <a:lnTo>
                  <a:pt x="303802" y="3109114"/>
                </a:lnTo>
                <a:lnTo>
                  <a:pt x="314462" y="3018506"/>
                </a:lnTo>
                <a:lnTo>
                  <a:pt x="327785" y="2927901"/>
                </a:lnTo>
                <a:lnTo>
                  <a:pt x="338446" y="2837293"/>
                </a:lnTo>
                <a:lnTo>
                  <a:pt x="343774" y="2746686"/>
                </a:lnTo>
                <a:lnTo>
                  <a:pt x="343774" y="2658743"/>
                </a:lnTo>
                <a:lnTo>
                  <a:pt x="333116" y="2576130"/>
                </a:lnTo>
                <a:lnTo>
                  <a:pt x="311796" y="2493517"/>
                </a:lnTo>
                <a:lnTo>
                  <a:pt x="279817" y="2416237"/>
                </a:lnTo>
                <a:lnTo>
                  <a:pt x="239844" y="2336288"/>
                </a:lnTo>
                <a:lnTo>
                  <a:pt x="194541" y="2256340"/>
                </a:lnTo>
                <a:lnTo>
                  <a:pt x="146571" y="2176393"/>
                </a:lnTo>
                <a:lnTo>
                  <a:pt x="101267" y="2099111"/>
                </a:lnTo>
                <a:lnTo>
                  <a:pt x="61293" y="2016498"/>
                </a:lnTo>
                <a:lnTo>
                  <a:pt x="29315" y="1936550"/>
                </a:lnTo>
                <a:lnTo>
                  <a:pt x="7995" y="1853939"/>
                </a:lnTo>
                <a:lnTo>
                  <a:pt x="0" y="1768660"/>
                </a:lnTo>
                <a:lnTo>
                  <a:pt x="7995" y="1683383"/>
                </a:lnTo>
                <a:lnTo>
                  <a:pt x="29315" y="1600771"/>
                </a:lnTo>
                <a:lnTo>
                  <a:pt x="61293" y="1520824"/>
                </a:lnTo>
                <a:lnTo>
                  <a:pt x="101267" y="1438211"/>
                </a:lnTo>
                <a:lnTo>
                  <a:pt x="146571" y="1360929"/>
                </a:lnTo>
                <a:lnTo>
                  <a:pt x="194541" y="1280980"/>
                </a:lnTo>
                <a:lnTo>
                  <a:pt x="239844" y="1201034"/>
                </a:lnTo>
                <a:lnTo>
                  <a:pt x="279817" y="1121085"/>
                </a:lnTo>
                <a:lnTo>
                  <a:pt x="311796" y="1043803"/>
                </a:lnTo>
                <a:lnTo>
                  <a:pt x="333116" y="961190"/>
                </a:lnTo>
                <a:lnTo>
                  <a:pt x="343774" y="878578"/>
                </a:lnTo>
                <a:lnTo>
                  <a:pt x="343774" y="790636"/>
                </a:lnTo>
                <a:lnTo>
                  <a:pt x="338446" y="700029"/>
                </a:lnTo>
                <a:lnTo>
                  <a:pt x="327785" y="609422"/>
                </a:lnTo>
                <a:lnTo>
                  <a:pt x="314462" y="518814"/>
                </a:lnTo>
                <a:lnTo>
                  <a:pt x="303802" y="428207"/>
                </a:lnTo>
                <a:lnTo>
                  <a:pt x="295806" y="337599"/>
                </a:lnTo>
                <a:lnTo>
                  <a:pt x="298471" y="252322"/>
                </a:lnTo>
                <a:lnTo>
                  <a:pt x="309132" y="169710"/>
                </a:lnTo>
                <a:lnTo>
                  <a:pt x="333116" y="89761"/>
                </a:lnTo>
                <a:lnTo>
                  <a:pt x="367761" y="23140"/>
                </a:lnTo>
                <a:close/>
              </a:path>
            </a:pathLst>
          </a:custGeom>
          <a:ln w="203200">
            <a:noFill/>
          </a:ln>
        </p:spPr>
      </p:pic>
    </p:spTree>
    <p:extLst>
      <p:ext uri="{BB962C8B-B14F-4D97-AF65-F5344CB8AC3E}">
        <p14:creationId xmlns:p14="http://schemas.microsoft.com/office/powerpoint/2010/main" val="1355861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BF89811-EF86-4F24-8973-3749C8FB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7639EA-C9D1-44CA-BBC0-30625E7CD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" y="0"/>
            <a:ext cx="12191996" cy="6858000"/>
            <a:chOff x="1" y="0"/>
            <a:chExt cx="12191996" cy="6858000"/>
          </a:xfrm>
        </p:grpSpPr>
        <p:sp useBgFill="1">
          <p:nvSpPr>
            <p:cNvPr id="12" name="Rectangle 11">
              <a:extLst>
                <a:ext uri="{FF2B5EF4-FFF2-40B4-BE49-F238E27FC236}">
                  <a16:creationId xmlns:a16="http://schemas.microsoft.com/office/drawing/2014/main" id="{E4CB3E84-719D-44B6-A2F1-15E226F2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DE45E2-0D26-42CE-B95F-81CE7BD3E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786FF9-3D8C-2EEB-8242-14B2EF393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646073"/>
            <a:ext cx="4665725" cy="43880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/>
              <a:t>For any views, that will not have a backend -&gt; create a new folder inside the Views Folder and create normal html files inside as you would 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9419667-6EB3-488D-8BD4-9D972AC11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7375" y="0"/>
            <a:ext cx="6404625" cy="6373368"/>
          </a:xfrm>
          <a:custGeom>
            <a:avLst/>
            <a:gdLst>
              <a:gd name="connsiteX0" fmla="*/ 353272 w 6404625"/>
              <a:gd name="connsiteY0" fmla="*/ 0 h 6373368"/>
              <a:gd name="connsiteX1" fmla="*/ 6404625 w 6404625"/>
              <a:gd name="connsiteY1" fmla="*/ 0 h 6373368"/>
              <a:gd name="connsiteX2" fmla="*/ 6404625 w 6404625"/>
              <a:gd name="connsiteY2" fmla="*/ 6008204 h 6373368"/>
              <a:gd name="connsiteX3" fmla="*/ 6374459 w 6404625"/>
              <a:gd name="connsiteY3" fmla="*/ 6023890 h 6373368"/>
              <a:gd name="connsiteX4" fmla="*/ 6290584 w 6404625"/>
              <a:gd name="connsiteY4" fmla="*/ 6049055 h 6373368"/>
              <a:gd name="connsiteX5" fmla="*/ 6203913 w 6404625"/>
              <a:gd name="connsiteY5" fmla="*/ 6060237 h 6373368"/>
              <a:gd name="connsiteX6" fmla="*/ 6114448 w 6404625"/>
              <a:gd name="connsiteY6" fmla="*/ 6063033 h 6373368"/>
              <a:gd name="connsiteX7" fmla="*/ 6019391 w 6404625"/>
              <a:gd name="connsiteY7" fmla="*/ 6054644 h 6373368"/>
              <a:gd name="connsiteX8" fmla="*/ 5924332 w 6404625"/>
              <a:gd name="connsiteY8" fmla="*/ 6043462 h 6373368"/>
              <a:gd name="connsiteX9" fmla="*/ 5829275 w 6404625"/>
              <a:gd name="connsiteY9" fmla="*/ 6029482 h 6373368"/>
              <a:gd name="connsiteX10" fmla="*/ 5734216 w 6404625"/>
              <a:gd name="connsiteY10" fmla="*/ 6018300 h 6373368"/>
              <a:gd name="connsiteX11" fmla="*/ 5639159 w 6404625"/>
              <a:gd name="connsiteY11" fmla="*/ 6012708 h 6373368"/>
              <a:gd name="connsiteX12" fmla="*/ 5546898 w 6404625"/>
              <a:gd name="connsiteY12" fmla="*/ 6012708 h 6373368"/>
              <a:gd name="connsiteX13" fmla="*/ 5460227 w 6404625"/>
              <a:gd name="connsiteY13" fmla="*/ 6023890 h 6373368"/>
              <a:gd name="connsiteX14" fmla="*/ 5370760 w 6404625"/>
              <a:gd name="connsiteY14" fmla="*/ 6046258 h 6373368"/>
              <a:gd name="connsiteX15" fmla="*/ 5289681 w 6404625"/>
              <a:gd name="connsiteY15" fmla="*/ 6079807 h 6373368"/>
              <a:gd name="connsiteX16" fmla="*/ 5205808 w 6404625"/>
              <a:gd name="connsiteY16" fmla="*/ 6124541 h 6373368"/>
              <a:gd name="connsiteX17" fmla="*/ 5121933 w 6404625"/>
              <a:gd name="connsiteY17" fmla="*/ 6169276 h 6373368"/>
              <a:gd name="connsiteX18" fmla="*/ 5038061 w 6404625"/>
              <a:gd name="connsiteY18" fmla="*/ 6219598 h 6373368"/>
              <a:gd name="connsiteX19" fmla="*/ 4956981 w 6404625"/>
              <a:gd name="connsiteY19" fmla="*/ 6267129 h 6373368"/>
              <a:gd name="connsiteX20" fmla="*/ 4870311 w 6404625"/>
              <a:gd name="connsiteY20" fmla="*/ 6309065 h 6373368"/>
              <a:gd name="connsiteX21" fmla="*/ 4786435 w 6404625"/>
              <a:gd name="connsiteY21" fmla="*/ 6342614 h 6373368"/>
              <a:gd name="connsiteX22" fmla="*/ 4699765 w 6404625"/>
              <a:gd name="connsiteY22" fmla="*/ 6364982 h 6373368"/>
              <a:gd name="connsiteX23" fmla="*/ 4610299 w 6404625"/>
              <a:gd name="connsiteY23" fmla="*/ 6373368 h 6373368"/>
              <a:gd name="connsiteX24" fmla="*/ 4520833 w 6404625"/>
              <a:gd name="connsiteY24" fmla="*/ 6364982 h 6373368"/>
              <a:gd name="connsiteX25" fmla="*/ 4434163 w 6404625"/>
              <a:gd name="connsiteY25" fmla="*/ 6342614 h 6373368"/>
              <a:gd name="connsiteX26" fmla="*/ 4350289 w 6404625"/>
              <a:gd name="connsiteY26" fmla="*/ 6309065 h 6373368"/>
              <a:gd name="connsiteX27" fmla="*/ 4263617 w 6404625"/>
              <a:gd name="connsiteY27" fmla="*/ 6267129 h 6373368"/>
              <a:gd name="connsiteX28" fmla="*/ 4182539 w 6404625"/>
              <a:gd name="connsiteY28" fmla="*/ 6219598 h 6373368"/>
              <a:gd name="connsiteX29" fmla="*/ 4098666 w 6404625"/>
              <a:gd name="connsiteY29" fmla="*/ 6169276 h 6373368"/>
              <a:gd name="connsiteX30" fmla="*/ 4014791 w 6404625"/>
              <a:gd name="connsiteY30" fmla="*/ 6124541 h 6373368"/>
              <a:gd name="connsiteX31" fmla="*/ 3930916 w 6404625"/>
              <a:gd name="connsiteY31" fmla="*/ 6079807 h 6373368"/>
              <a:gd name="connsiteX32" fmla="*/ 3847041 w 6404625"/>
              <a:gd name="connsiteY32" fmla="*/ 6046258 h 6373368"/>
              <a:gd name="connsiteX33" fmla="*/ 3760372 w 6404625"/>
              <a:gd name="connsiteY33" fmla="*/ 6023890 h 6373368"/>
              <a:gd name="connsiteX34" fmla="*/ 3673701 w 6404625"/>
              <a:gd name="connsiteY34" fmla="*/ 6012708 h 6373368"/>
              <a:gd name="connsiteX35" fmla="*/ 3581438 w 6404625"/>
              <a:gd name="connsiteY35" fmla="*/ 6012708 h 6373368"/>
              <a:gd name="connsiteX36" fmla="*/ 3486381 w 6404625"/>
              <a:gd name="connsiteY36" fmla="*/ 6018300 h 6373368"/>
              <a:gd name="connsiteX37" fmla="*/ 3391322 w 6404625"/>
              <a:gd name="connsiteY37" fmla="*/ 6029482 h 6373368"/>
              <a:gd name="connsiteX38" fmla="*/ 3296265 w 6404625"/>
              <a:gd name="connsiteY38" fmla="*/ 6043462 h 6373368"/>
              <a:gd name="connsiteX39" fmla="*/ 3201210 w 6404625"/>
              <a:gd name="connsiteY39" fmla="*/ 6054644 h 6373368"/>
              <a:gd name="connsiteX40" fmla="*/ 3106151 w 6404625"/>
              <a:gd name="connsiteY40" fmla="*/ 6063033 h 6373368"/>
              <a:gd name="connsiteX41" fmla="*/ 3016684 w 6404625"/>
              <a:gd name="connsiteY41" fmla="*/ 6060237 h 6373368"/>
              <a:gd name="connsiteX42" fmla="*/ 2930015 w 6404625"/>
              <a:gd name="connsiteY42" fmla="*/ 6049055 h 6373368"/>
              <a:gd name="connsiteX43" fmla="*/ 2846140 w 6404625"/>
              <a:gd name="connsiteY43" fmla="*/ 6023890 h 6373368"/>
              <a:gd name="connsiteX44" fmla="*/ 2776243 w 6404625"/>
              <a:gd name="connsiteY44" fmla="*/ 5987546 h 6373368"/>
              <a:gd name="connsiteX45" fmla="*/ 2709145 w 6404625"/>
              <a:gd name="connsiteY45" fmla="*/ 5940017 h 6373368"/>
              <a:gd name="connsiteX46" fmla="*/ 2650432 w 6404625"/>
              <a:gd name="connsiteY46" fmla="*/ 5884101 h 6373368"/>
              <a:gd name="connsiteX47" fmla="*/ 2591719 w 6404625"/>
              <a:gd name="connsiteY47" fmla="*/ 5819798 h 6373368"/>
              <a:gd name="connsiteX48" fmla="*/ 2538599 w 6404625"/>
              <a:gd name="connsiteY48" fmla="*/ 5752697 h 6373368"/>
              <a:gd name="connsiteX49" fmla="*/ 2485480 w 6404625"/>
              <a:gd name="connsiteY49" fmla="*/ 5682802 h 6373368"/>
              <a:gd name="connsiteX50" fmla="*/ 2432360 w 6404625"/>
              <a:gd name="connsiteY50" fmla="*/ 5612908 h 6373368"/>
              <a:gd name="connsiteX51" fmla="*/ 2379237 w 6404625"/>
              <a:gd name="connsiteY51" fmla="*/ 5545809 h 6373368"/>
              <a:gd name="connsiteX52" fmla="*/ 2323320 w 6404625"/>
              <a:gd name="connsiteY52" fmla="*/ 5481502 h 6373368"/>
              <a:gd name="connsiteX53" fmla="*/ 2259018 w 6404625"/>
              <a:gd name="connsiteY53" fmla="*/ 5425586 h 6373368"/>
              <a:gd name="connsiteX54" fmla="*/ 2197511 w 6404625"/>
              <a:gd name="connsiteY54" fmla="*/ 5375263 h 6373368"/>
              <a:gd name="connsiteX55" fmla="*/ 2127614 w 6404625"/>
              <a:gd name="connsiteY55" fmla="*/ 5336121 h 6373368"/>
              <a:gd name="connsiteX56" fmla="*/ 2052128 w 6404625"/>
              <a:gd name="connsiteY56" fmla="*/ 5302573 h 6373368"/>
              <a:gd name="connsiteX57" fmla="*/ 1971049 w 6404625"/>
              <a:gd name="connsiteY57" fmla="*/ 5274612 h 6373368"/>
              <a:gd name="connsiteX58" fmla="*/ 1887176 w 6404625"/>
              <a:gd name="connsiteY58" fmla="*/ 5249450 h 6373368"/>
              <a:gd name="connsiteX59" fmla="*/ 1803301 w 6404625"/>
              <a:gd name="connsiteY59" fmla="*/ 5227084 h 6373368"/>
              <a:gd name="connsiteX60" fmla="*/ 1716630 w 6404625"/>
              <a:gd name="connsiteY60" fmla="*/ 5204720 h 6373368"/>
              <a:gd name="connsiteX61" fmla="*/ 1635551 w 6404625"/>
              <a:gd name="connsiteY61" fmla="*/ 5179557 h 6373368"/>
              <a:gd name="connsiteX62" fmla="*/ 1554473 w 6404625"/>
              <a:gd name="connsiteY62" fmla="*/ 5151597 h 6373368"/>
              <a:gd name="connsiteX63" fmla="*/ 1478988 w 6404625"/>
              <a:gd name="connsiteY63" fmla="*/ 5118049 h 6373368"/>
              <a:gd name="connsiteX64" fmla="*/ 1411887 w 6404625"/>
              <a:gd name="connsiteY64" fmla="*/ 5076112 h 6373368"/>
              <a:gd name="connsiteX65" fmla="*/ 1350380 w 6404625"/>
              <a:gd name="connsiteY65" fmla="*/ 5025785 h 6373368"/>
              <a:gd name="connsiteX66" fmla="*/ 1300053 w 6404625"/>
              <a:gd name="connsiteY66" fmla="*/ 4964279 h 6373368"/>
              <a:gd name="connsiteX67" fmla="*/ 1258117 w 6404625"/>
              <a:gd name="connsiteY67" fmla="*/ 4897178 h 6373368"/>
              <a:gd name="connsiteX68" fmla="*/ 1224567 w 6404625"/>
              <a:gd name="connsiteY68" fmla="*/ 4821691 h 6373368"/>
              <a:gd name="connsiteX69" fmla="*/ 1196609 w 6404625"/>
              <a:gd name="connsiteY69" fmla="*/ 4740614 h 6373368"/>
              <a:gd name="connsiteX70" fmla="*/ 1171447 w 6404625"/>
              <a:gd name="connsiteY70" fmla="*/ 4659533 h 6373368"/>
              <a:gd name="connsiteX71" fmla="*/ 1149080 w 6404625"/>
              <a:gd name="connsiteY71" fmla="*/ 4572865 h 6373368"/>
              <a:gd name="connsiteX72" fmla="*/ 1126714 w 6404625"/>
              <a:gd name="connsiteY72" fmla="*/ 4488990 h 6373368"/>
              <a:gd name="connsiteX73" fmla="*/ 1101552 w 6404625"/>
              <a:gd name="connsiteY73" fmla="*/ 4405115 h 6373368"/>
              <a:gd name="connsiteX74" fmla="*/ 1073593 w 6404625"/>
              <a:gd name="connsiteY74" fmla="*/ 4324036 h 6373368"/>
              <a:gd name="connsiteX75" fmla="*/ 1040045 w 6404625"/>
              <a:gd name="connsiteY75" fmla="*/ 4248549 h 6373368"/>
              <a:gd name="connsiteX76" fmla="*/ 1000902 w 6404625"/>
              <a:gd name="connsiteY76" fmla="*/ 4178654 h 6373368"/>
              <a:gd name="connsiteX77" fmla="*/ 950576 w 6404625"/>
              <a:gd name="connsiteY77" fmla="*/ 4117146 h 6373368"/>
              <a:gd name="connsiteX78" fmla="*/ 894659 w 6404625"/>
              <a:gd name="connsiteY78" fmla="*/ 4052841 h 6373368"/>
              <a:gd name="connsiteX79" fmla="*/ 830356 w 6404625"/>
              <a:gd name="connsiteY79" fmla="*/ 3996926 h 6373368"/>
              <a:gd name="connsiteX80" fmla="*/ 760460 w 6404625"/>
              <a:gd name="connsiteY80" fmla="*/ 3943806 h 6373368"/>
              <a:gd name="connsiteX81" fmla="*/ 690567 w 6404625"/>
              <a:gd name="connsiteY81" fmla="*/ 3890685 h 6373368"/>
              <a:gd name="connsiteX82" fmla="*/ 620671 w 6404625"/>
              <a:gd name="connsiteY82" fmla="*/ 3837564 h 6373368"/>
              <a:gd name="connsiteX83" fmla="*/ 553571 w 6404625"/>
              <a:gd name="connsiteY83" fmla="*/ 3784444 h 6373368"/>
              <a:gd name="connsiteX84" fmla="*/ 489269 w 6404625"/>
              <a:gd name="connsiteY84" fmla="*/ 3725731 h 6373368"/>
              <a:gd name="connsiteX85" fmla="*/ 433350 w 6404625"/>
              <a:gd name="connsiteY85" fmla="*/ 3667021 h 6373368"/>
              <a:gd name="connsiteX86" fmla="*/ 385824 w 6404625"/>
              <a:gd name="connsiteY86" fmla="*/ 3599922 h 6373368"/>
              <a:gd name="connsiteX87" fmla="*/ 349477 w 6404625"/>
              <a:gd name="connsiteY87" fmla="*/ 3530025 h 6373368"/>
              <a:gd name="connsiteX88" fmla="*/ 324315 w 6404625"/>
              <a:gd name="connsiteY88" fmla="*/ 3446150 h 6373368"/>
              <a:gd name="connsiteX89" fmla="*/ 313131 w 6404625"/>
              <a:gd name="connsiteY89" fmla="*/ 3359479 h 6373368"/>
              <a:gd name="connsiteX90" fmla="*/ 310335 w 6404625"/>
              <a:gd name="connsiteY90" fmla="*/ 3270014 h 6373368"/>
              <a:gd name="connsiteX91" fmla="*/ 318723 w 6404625"/>
              <a:gd name="connsiteY91" fmla="*/ 3174955 h 6373368"/>
              <a:gd name="connsiteX92" fmla="*/ 329907 w 6404625"/>
              <a:gd name="connsiteY92" fmla="*/ 3079898 h 6373368"/>
              <a:gd name="connsiteX93" fmla="*/ 343885 w 6404625"/>
              <a:gd name="connsiteY93" fmla="*/ 2984841 h 6373368"/>
              <a:gd name="connsiteX94" fmla="*/ 355069 w 6404625"/>
              <a:gd name="connsiteY94" fmla="*/ 2889784 h 6373368"/>
              <a:gd name="connsiteX95" fmla="*/ 360659 w 6404625"/>
              <a:gd name="connsiteY95" fmla="*/ 2794725 h 6373368"/>
              <a:gd name="connsiteX96" fmla="*/ 360659 w 6404625"/>
              <a:gd name="connsiteY96" fmla="*/ 2702464 h 6373368"/>
              <a:gd name="connsiteX97" fmla="*/ 349477 w 6404625"/>
              <a:gd name="connsiteY97" fmla="*/ 2615793 h 6373368"/>
              <a:gd name="connsiteX98" fmla="*/ 327111 w 6404625"/>
              <a:gd name="connsiteY98" fmla="*/ 2529122 h 6373368"/>
              <a:gd name="connsiteX99" fmla="*/ 293561 w 6404625"/>
              <a:gd name="connsiteY99" fmla="*/ 2448045 h 6373368"/>
              <a:gd name="connsiteX100" fmla="*/ 251625 w 6404625"/>
              <a:gd name="connsiteY100" fmla="*/ 2364170 h 6373368"/>
              <a:gd name="connsiteX101" fmla="*/ 204096 w 6404625"/>
              <a:gd name="connsiteY101" fmla="*/ 2280295 h 6373368"/>
              <a:gd name="connsiteX102" fmla="*/ 153769 w 6404625"/>
              <a:gd name="connsiteY102" fmla="*/ 2196423 h 6373368"/>
              <a:gd name="connsiteX103" fmla="*/ 106240 w 6404625"/>
              <a:gd name="connsiteY103" fmla="*/ 2115344 h 6373368"/>
              <a:gd name="connsiteX104" fmla="*/ 64305 w 6404625"/>
              <a:gd name="connsiteY104" fmla="*/ 2028673 h 6373368"/>
              <a:gd name="connsiteX105" fmla="*/ 30754 w 6404625"/>
              <a:gd name="connsiteY105" fmla="*/ 1944798 h 6373368"/>
              <a:gd name="connsiteX106" fmla="*/ 8387 w 6404625"/>
              <a:gd name="connsiteY106" fmla="*/ 1858129 h 6373368"/>
              <a:gd name="connsiteX107" fmla="*/ 0 w 6404625"/>
              <a:gd name="connsiteY107" fmla="*/ 1768662 h 6373368"/>
              <a:gd name="connsiteX108" fmla="*/ 8387 w 6404625"/>
              <a:gd name="connsiteY108" fmla="*/ 1679195 h 6373368"/>
              <a:gd name="connsiteX109" fmla="*/ 30754 w 6404625"/>
              <a:gd name="connsiteY109" fmla="*/ 1592526 h 6373368"/>
              <a:gd name="connsiteX110" fmla="*/ 64305 w 6404625"/>
              <a:gd name="connsiteY110" fmla="*/ 1508651 h 6373368"/>
              <a:gd name="connsiteX111" fmla="*/ 106240 w 6404625"/>
              <a:gd name="connsiteY111" fmla="*/ 1421980 h 6373368"/>
              <a:gd name="connsiteX112" fmla="*/ 153769 w 6404625"/>
              <a:gd name="connsiteY112" fmla="*/ 1340903 h 6373368"/>
              <a:gd name="connsiteX113" fmla="*/ 204096 w 6404625"/>
              <a:gd name="connsiteY113" fmla="*/ 1257028 h 6373368"/>
              <a:gd name="connsiteX114" fmla="*/ 251625 w 6404625"/>
              <a:gd name="connsiteY114" fmla="*/ 1173153 h 6373368"/>
              <a:gd name="connsiteX115" fmla="*/ 293561 w 6404625"/>
              <a:gd name="connsiteY115" fmla="*/ 1089278 h 6373368"/>
              <a:gd name="connsiteX116" fmla="*/ 327111 w 6404625"/>
              <a:gd name="connsiteY116" fmla="*/ 1008199 h 6373368"/>
              <a:gd name="connsiteX117" fmla="*/ 349477 w 6404625"/>
              <a:gd name="connsiteY117" fmla="*/ 921528 h 6373368"/>
              <a:gd name="connsiteX118" fmla="*/ 360659 w 6404625"/>
              <a:gd name="connsiteY118" fmla="*/ 834859 h 6373368"/>
              <a:gd name="connsiteX119" fmla="*/ 360659 w 6404625"/>
              <a:gd name="connsiteY119" fmla="*/ 742599 h 6373368"/>
              <a:gd name="connsiteX120" fmla="*/ 355069 w 6404625"/>
              <a:gd name="connsiteY120" fmla="*/ 647539 h 6373368"/>
              <a:gd name="connsiteX121" fmla="*/ 343885 w 6404625"/>
              <a:gd name="connsiteY121" fmla="*/ 552482 h 6373368"/>
              <a:gd name="connsiteX122" fmla="*/ 329907 w 6404625"/>
              <a:gd name="connsiteY122" fmla="*/ 457425 h 6373368"/>
              <a:gd name="connsiteX123" fmla="*/ 318723 w 6404625"/>
              <a:gd name="connsiteY123" fmla="*/ 362366 h 6373368"/>
              <a:gd name="connsiteX124" fmla="*/ 310335 w 6404625"/>
              <a:gd name="connsiteY124" fmla="*/ 267309 h 6373368"/>
              <a:gd name="connsiteX125" fmla="*/ 313131 w 6404625"/>
              <a:gd name="connsiteY125" fmla="*/ 177842 h 6373368"/>
              <a:gd name="connsiteX126" fmla="*/ 324315 w 6404625"/>
              <a:gd name="connsiteY126" fmla="*/ 91173 h 6373368"/>
              <a:gd name="connsiteX127" fmla="*/ 349477 w 6404625"/>
              <a:gd name="connsiteY127" fmla="*/ 7296 h 6373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6404625" h="6373368">
                <a:moveTo>
                  <a:pt x="353272" y="0"/>
                </a:moveTo>
                <a:lnTo>
                  <a:pt x="6404625" y="0"/>
                </a:lnTo>
                <a:lnTo>
                  <a:pt x="6404625" y="6008204"/>
                </a:lnTo>
                <a:lnTo>
                  <a:pt x="6374459" y="6023890"/>
                </a:lnTo>
                <a:lnTo>
                  <a:pt x="6290584" y="6049055"/>
                </a:lnTo>
                <a:lnTo>
                  <a:pt x="6203913" y="6060237"/>
                </a:lnTo>
                <a:lnTo>
                  <a:pt x="6114448" y="6063033"/>
                </a:lnTo>
                <a:lnTo>
                  <a:pt x="6019391" y="6054644"/>
                </a:lnTo>
                <a:lnTo>
                  <a:pt x="5924332" y="6043462"/>
                </a:lnTo>
                <a:lnTo>
                  <a:pt x="5829275" y="6029482"/>
                </a:lnTo>
                <a:lnTo>
                  <a:pt x="5734216" y="6018300"/>
                </a:lnTo>
                <a:lnTo>
                  <a:pt x="5639159" y="6012708"/>
                </a:lnTo>
                <a:lnTo>
                  <a:pt x="5546898" y="6012708"/>
                </a:lnTo>
                <a:lnTo>
                  <a:pt x="5460227" y="6023890"/>
                </a:lnTo>
                <a:lnTo>
                  <a:pt x="5370760" y="6046258"/>
                </a:lnTo>
                <a:lnTo>
                  <a:pt x="5289681" y="6079807"/>
                </a:lnTo>
                <a:lnTo>
                  <a:pt x="5205808" y="6124541"/>
                </a:lnTo>
                <a:lnTo>
                  <a:pt x="5121933" y="6169276"/>
                </a:lnTo>
                <a:lnTo>
                  <a:pt x="5038061" y="6219598"/>
                </a:lnTo>
                <a:lnTo>
                  <a:pt x="4956981" y="6267129"/>
                </a:lnTo>
                <a:lnTo>
                  <a:pt x="4870311" y="6309065"/>
                </a:lnTo>
                <a:lnTo>
                  <a:pt x="4786435" y="6342614"/>
                </a:lnTo>
                <a:lnTo>
                  <a:pt x="4699765" y="6364982"/>
                </a:lnTo>
                <a:lnTo>
                  <a:pt x="4610299" y="6373368"/>
                </a:lnTo>
                <a:lnTo>
                  <a:pt x="4520833" y="6364982"/>
                </a:lnTo>
                <a:lnTo>
                  <a:pt x="4434163" y="6342614"/>
                </a:lnTo>
                <a:lnTo>
                  <a:pt x="4350289" y="6309065"/>
                </a:lnTo>
                <a:lnTo>
                  <a:pt x="4263617" y="6267129"/>
                </a:lnTo>
                <a:lnTo>
                  <a:pt x="4182539" y="6219598"/>
                </a:lnTo>
                <a:lnTo>
                  <a:pt x="4098666" y="6169276"/>
                </a:lnTo>
                <a:lnTo>
                  <a:pt x="4014791" y="6124541"/>
                </a:lnTo>
                <a:lnTo>
                  <a:pt x="3930916" y="6079807"/>
                </a:lnTo>
                <a:lnTo>
                  <a:pt x="3847041" y="6046258"/>
                </a:lnTo>
                <a:lnTo>
                  <a:pt x="3760372" y="6023890"/>
                </a:lnTo>
                <a:lnTo>
                  <a:pt x="3673701" y="6012708"/>
                </a:lnTo>
                <a:lnTo>
                  <a:pt x="3581438" y="6012708"/>
                </a:lnTo>
                <a:lnTo>
                  <a:pt x="3486381" y="6018300"/>
                </a:lnTo>
                <a:lnTo>
                  <a:pt x="3391322" y="6029482"/>
                </a:lnTo>
                <a:lnTo>
                  <a:pt x="3296265" y="6043462"/>
                </a:lnTo>
                <a:lnTo>
                  <a:pt x="3201210" y="6054644"/>
                </a:lnTo>
                <a:lnTo>
                  <a:pt x="3106151" y="6063033"/>
                </a:lnTo>
                <a:lnTo>
                  <a:pt x="3016684" y="6060237"/>
                </a:lnTo>
                <a:lnTo>
                  <a:pt x="2930015" y="6049055"/>
                </a:lnTo>
                <a:lnTo>
                  <a:pt x="2846140" y="6023890"/>
                </a:lnTo>
                <a:lnTo>
                  <a:pt x="2776243" y="5987546"/>
                </a:lnTo>
                <a:lnTo>
                  <a:pt x="2709145" y="5940017"/>
                </a:lnTo>
                <a:lnTo>
                  <a:pt x="2650432" y="5884101"/>
                </a:lnTo>
                <a:lnTo>
                  <a:pt x="2591719" y="5819798"/>
                </a:lnTo>
                <a:lnTo>
                  <a:pt x="2538599" y="5752697"/>
                </a:lnTo>
                <a:lnTo>
                  <a:pt x="2485480" y="5682802"/>
                </a:lnTo>
                <a:lnTo>
                  <a:pt x="2432360" y="5612908"/>
                </a:lnTo>
                <a:lnTo>
                  <a:pt x="2379237" y="5545809"/>
                </a:lnTo>
                <a:lnTo>
                  <a:pt x="2323320" y="5481502"/>
                </a:lnTo>
                <a:lnTo>
                  <a:pt x="2259018" y="5425586"/>
                </a:lnTo>
                <a:lnTo>
                  <a:pt x="2197511" y="5375263"/>
                </a:lnTo>
                <a:lnTo>
                  <a:pt x="2127614" y="5336121"/>
                </a:lnTo>
                <a:lnTo>
                  <a:pt x="2052128" y="5302573"/>
                </a:lnTo>
                <a:lnTo>
                  <a:pt x="1971049" y="5274612"/>
                </a:lnTo>
                <a:lnTo>
                  <a:pt x="1887176" y="5249450"/>
                </a:lnTo>
                <a:lnTo>
                  <a:pt x="1803301" y="5227084"/>
                </a:lnTo>
                <a:lnTo>
                  <a:pt x="1716630" y="5204720"/>
                </a:lnTo>
                <a:lnTo>
                  <a:pt x="1635551" y="5179557"/>
                </a:lnTo>
                <a:lnTo>
                  <a:pt x="1554473" y="5151597"/>
                </a:lnTo>
                <a:lnTo>
                  <a:pt x="1478988" y="5118049"/>
                </a:lnTo>
                <a:lnTo>
                  <a:pt x="1411887" y="5076112"/>
                </a:lnTo>
                <a:lnTo>
                  <a:pt x="1350380" y="5025785"/>
                </a:lnTo>
                <a:lnTo>
                  <a:pt x="1300053" y="4964279"/>
                </a:lnTo>
                <a:lnTo>
                  <a:pt x="1258117" y="4897178"/>
                </a:lnTo>
                <a:lnTo>
                  <a:pt x="1224567" y="4821691"/>
                </a:lnTo>
                <a:lnTo>
                  <a:pt x="1196609" y="4740614"/>
                </a:lnTo>
                <a:lnTo>
                  <a:pt x="1171447" y="4659533"/>
                </a:lnTo>
                <a:lnTo>
                  <a:pt x="1149080" y="4572865"/>
                </a:lnTo>
                <a:lnTo>
                  <a:pt x="1126714" y="4488990"/>
                </a:lnTo>
                <a:lnTo>
                  <a:pt x="1101552" y="4405115"/>
                </a:lnTo>
                <a:lnTo>
                  <a:pt x="1073593" y="4324036"/>
                </a:lnTo>
                <a:lnTo>
                  <a:pt x="1040045" y="4248549"/>
                </a:lnTo>
                <a:lnTo>
                  <a:pt x="1000902" y="4178654"/>
                </a:lnTo>
                <a:lnTo>
                  <a:pt x="950576" y="4117146"/>
                </a:lnTo>
                <a:lnTo>
                  <a:pt x="894659" y="4052841"/>
                </a:lnTo>
                <a:lnTo>
                  <a:pt x="830356" y="3996926"/>
                </a:lnTo>
                <a:lnTo>
                  <a:pt x="760460" y="3943806"/>
                </a:lnTo>
                <a:lnTo>
                  <a:pt x="690567" y="3890685"/>
                </a:lnTo>
                <a:lnTo>
                  <a:pt x="620671" y="3837564"/>
                </a:lnTo>
                <a:lnTo>
                  <a:pt x="553571" y="3784444"/>
                </a:lnTo>
                <a:lnTo>
                  <a:pt x="489269" y="3725731"/>
                </a:lnTo>
                <a:lnTo>
                  <a:pt x="433350" y="3667021"/>
                </a:lnTo>
                <a:lnTo>
                  <a:pt x="385824" y="3599922"/>
                </a:lnTo>
                <a:lnTo>
                  <a:pt x="349477" y="3530025"/>
                </a:lnTo>
                <a:lnTo>
                  <a:pt x="324315" y="3446150"/>
                </a:lnTo>
                <a:lnTo>
                  <a:pt x="313131" y="3359479"/>
                </a:lnTo>
                <a:lnTo>
                  <a:pt x="310335" y="3270014"/>
                </a:lnTo>
                <a:lnTo>
                  <a:pt x="318723" y="3174955"/>
                </a:lnTo>
                <a:lnTo>
                  <a:pt x="329907" y="3079898"/>
                </a:lnTo>
                <a:lnTo>
                  <a:pt x="343885" y="2984841"/>
                </a:lnTo>
                <a:lnTo>
                  <a:pt x="355069" y="2889784"/>
                </a:lnTo>
                <a:lnTo>
                  <a:pt x="360659" y="2794725"/>
                </a:lnTo>
                <a:lnTo>
                  <a:pt x="360659" y="2702464"/>
                </a:lnTo>
                <a:lnTo>
                  <a:pt x="349477" y="2615793"/>
                </a:lnTo>
                <a:lnTo>
                  <a:pt x="327111" y="2529122"/>
                </a:lnTo>
                <a:lnTo>
                  <a:pt x="293561" y="2448045"/>
                </a:lnTo>
                <a:lnTo>
                  <a:pt x="251625" y="2364170"/>
                </a:lnTo>
                <a:lnTo>
                  <a:pt x="204096" y="2280295"/>
                </a:lnTo>
                <a:lnTo>
                  <a:pt x="153769" y="2196423"/>
                </a:lnTo>
                <a:lnTo>
                  <a:pt x="106240" y="2115344"/>
                </a:lnTo>
                <a:lnTo>
                  <a:pt x="64305" y="2028673"/>
                </a:lnTo>
                <a:lnTo>
                  <a:pt x="30754" y="1944798"/>
                </a:lnTo>
                <a:lnTo>
                  <a:pt x="8387" y="1858129"/>
                </a:lnTo>
                <a:lnTo>
                  <a:pt x="0" y="1768662"/>
                </a:lnTo>
                <a:lnTo>
                  <a:pt x="8387" y="1679195"/>
                </a:lnTo>
                <a:lnTo>
                  <a:pt x="30754" y="1592526"/>
                </a:lnTo>
                <a:lnTo>
                  <a:pt x="64305" y="1508651"/>
                </a:lnTo>
                <a:lnTo>
                  <a:pt x="106240" y="1421980"/>
                </a:lnTo>
                <a:lnTo>
                  <a:pt x="153769" y="1340903"/>
                </a:lnTo>
                <a:lnTo>
                  <a:pt x="204096" y="1257028"/>
                </a:lnTo>
                <a:lnTo>
                  <a:pt x="251625" y="1173153"/>
                </a:lnTo>
                <a:lnTo>
                  <a:pt x="293561" y="1089278"/>
                </a:lnTo>
                <a:lnTo>
                  <a:pt x="327111" y="1008199"/>
                </a:lnTo>
                <a:lnTo>
                  <a:pt x="349477" y="921528"/>
                </a:lnTo>
                <a:lnTo>
                  <a:pt x="360659" y="834859"/>
                </a:lnTo>
                <a:lnTo>
                  <a:pt x="360659" y="742599"/>
                </a:lnTo>
                <a:lnTo>
                  <a:pt x="355069" y="647539"/>
                </a:lnTo>
                <a:lnTo>
                  <a:pt x="343885" y="552482"/>
                </a:lnTo>
                <a:lnTo>
                  <a:pt x="329907" y="457425"/>
                </a:lnTo>
                <a:lnTo>
                  <a:pt x="318723" y="362366"/>
                </a:lnTo>
                <a:lnTo>
                  <a:pt x="310335" y="267309"/>
                </a:lnTo>
                <a:lnTo>
                  <a:pt x="313131" y="177842"/>
                </a:lnTo>
                <a:lnTo>
                  <a:pt x="324315" y="91173"/>
                </a:lnTo>
                <a:lnTo>
                  <a:pt x="349477" y="72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Files">
            <a:extLst>
              <a:ext uri="{FF2B5EF4-FFF2-40B4-BE49-F238E27FC236}">
                <a16:creationId xmlns:a16="http://schemas.microsoft.com/office/drawing/2014/main" id="{8FC5BE02-8B57-5FB9-5CD7-724CB9FBDF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38" r="25584" b="9"/>
          <a:stretch/>
        </p:blipFill>
        <p:spPr>
          <a:xfrm>
            <a:off x="6003221" y="10"/>
            <a:ext cx="6188779" cy="6157770"/>
          </a:xfrm>
          <a:custGeom>
            <a:avLst/>
            <a:gdLst/>
            <a:ahLst/>
            <a:cxnLst/>
            <a:rect l="l" t="t" r="r" b="b"/>
            <a:pathLst>
              <a:path w="6188779" h="6157780">
                <a:moveTo>
                  <a:pt x="384150" y="0"/>
                </a:moveTo>
                <a:lnTo>
                  <a:pt x="6188779" y="0"/>
                </a:lnTo>
                <a:lnTo>
                  <a:pt x="6188779" y="5757340"/>
                </a:lnTo>
                <a:lnTo>
                  <a:pt x="6142640" y="5790022"/>
                </a:lnTo>
                <a:lnTo>
                  <a:pt x="6076017" y="5824665"/>
                </a:lnTo>
                <a:lnTo>
                  <a:pt x="5996070" y="5848651"/>
                </a:lnTo>
                <a:lnTo>
                  <a:pt x="5913457" y="5859310"/>
                </a:lnTo>
                <a:lnTo>
                  <a:pt x="5828180" y="5861974"/>
                </a:lnTo>
                <a:lnTo>
                  <a:pt x="5737573" y="5853979"/>
                </a:lnTo>
                <a:lnTo>
                  <a:pt x="5646965" y="5843320"/>
                </a:lnTo>
                <a:lnTo>
                  <a:pt x="5556358" y="5829995"/>
                </a:lnTo>
                <a:lnTo>
                  <a:pt x="5465751" y="5819336"/>
                </a:lnTo>
                <a:lnTo>
                  <a:pt x="5375143" y="5814006"/>
                </a:lnTo>
                <a:lnTo>
                  <a:pt x="5287201" y="5814006"/>
                </a:lnTo>
                <a:lnTo>
                  <a:pt x="5204589" y="5824665"/>
                </a:lnTo>
                <a:lnTo>
                  <a:pt x="5119310" y="5845985"/>
                </a:lnTo>
                <a:lnTo>
                  <a:pt x="5042027" y="5877963"/>
                </a:lnTo>
                <a:lnTo>
                  <a:pt x="4962081" y="5920603"/>
                </a:lnTo>
                <a:lnTo>
                  <a:pt x="4882133" y="5963242"/>
                </a:lnTo>
                <a:lnTo>
                  <a:pt x="4802186" y="6011210"/>
                </a:lnTo>
                <a:lnTo>
                  <a:pt x="4724903" y="6056514"/>
                </a:lnTo>
                <a:lnTo>
                  <a:pt x="4642291" y="6096487"/>
                </a:lnTo>
                <a:lnTo>
                  <a:pt x="4562343" y="6128466"/>
                </a:lnTo>
                <a:lnTo>
                  <a:pt x="4479729" y="6149785"/>
                </a:lnTo>
                <a:lnTo>
                  <a:pt x="4394453" y="6157780"/>
                </a:lnTo>
                <a:lnTo>
                  <a:pt x="4309175" y="6149785"/>
                </a:lnTo>
                <a:lnTo>
                  <a:pt x="4226563" y="6128466"/>
                </a:lnTo>
                <a:lnTo>
                  <a:pt x="4146616" y="6096487"/>
                </a:lnTo>
                <a:lnTo>
                  <a:pt x="4064003" y="6056514"/>
                </a:lnTo>
                <a:lnTo>
                  <a:pt x="3986719" y="6011210"/>
                </a:lnTo>
                <a:lnTo>
                  <a:pt x="3906773" y="5963242"/>
                </a:lnTo>
                <a:lnTo>
                  <a:pt x="3826826" y="5920603"/>
                </a:lnTo>
                <a:lnTo>
                  <a:pt x="3746877" y="5877963"/>
                </a:lnTo>
                <a:lnTo>
                  <a:pt x="3666929" y="5845985"/>
                </a:lnTo>
                <a:lnTo>
                  <a:pt x="3584318" y="5824665"/>
                </a:lnTo>
                <a:lnTo>
                  <a:pt x="3501705" y="5814006"/>
                </a:lnTo>
                <a:lnTo>
                  <a:pt x="3413762" y="5814006"/>
                </a:lnTo>
                <a:lnTo>
                  <a:pt x="3323155" y="5819336"/>
                </a:lnTo>
                <a:lnTo>
                  <a:pt x="3232547" y="5829995"/>
                </a:lnTo>
                <a:lnTo>
                  <a:pt x="3141940" y="5843320"/>
                </a:lnTo>
                <a:lnTo>
                  <a:pt x="3051334" y="5853979"/>
                </a:lnTo>
                <a:lnTo>
                  <a:pt x="2960727" y="5861974"/>
                </a:lnTo>
                <a:lnTo>
                  <a:pt x="2875448" y="5859310"/>
                </a:lnTo>
                <a:lnTo>
                  <a:pt x="2792837" y="5848651"/>
                </a:lnTo>
                <a:lnTo>
                  <a:pt x="2712889" y="5824665"/>
                </a:lnTo>
                <a:lnTo>
                  <a:pt x="2646265" y="5790022"/>
                </a:lnTo>
                <a:lnTo>
                  <a:pt x="2582308" y="5744719"/>
                </a:lnTo>
                <a:lnTo>
                  <a:pt x="2526343" y="5691420"/>
                </a:lnTo>
                <a:lnTo>
                  <a:pt x="2470381" y="5630127"/>
                </a:lnTo>
                <a:lnTo>
                  <a:pt x="2419747" y="5566168"/>
                </a:lnTo>
                <a:lnTo>
                  <a:pt x="2369114" y="5499546"/>
                </a:lnTo>
                <a:lnTo>
                  <a:pt x="2318480" y="5432923"/>
                </a:lnTo>
                <a:lnTo>
                  <a:pt x="2267846" y="5368966"/>
                </a:lnTo>
                <a:lnTo>
                  <a:pt x="2214548" y="5307671"/>
                </a:lnTo>
                <a:lnTo>
                  <a:pt x="2153255" y="5254373"/>
                </a:lnTo>
                <a:lnTo>
                  <a:pt x="2094628" y="5206405"/>
                </a:lnTo>
                <a:lnTo>
                  <a:pt x="2028005" y="5169096"/>
                </a:lnTo>
                <a:lnTo>
                  <a:pt x="1956051" y="5137117"/>
                </a:lnTo>
                <a:lnTo>
                  <a:pt x="1878768" y="5110467"/>
                </a:lnTo>
                <a:lnTo>
                  <a:pt x="1798822" y="5086483"/>
                </a:lnTo>
                <a:lnTo>
                  <a:pt x="1718873" y="5065163"/>
                </a:lnTo>
                <a:lnTo>
                  <a:pt x="1636260" y="5043845"/>
                </a:lnTo>
                <a:lnTo>
                  <a:pt x="1558978" y="5019861"/>
                </a:lnTo>
                <a:lnTo>
                  <a:pt x="1481696" y="4993211"/>
                </a:lnTo>
                <a:lnTo>
                  <a:pt x="1409744" y="4961233"/>
                </a:lnTo>
                <a:lnTo>
                  <a:pt x="1345785" y="4921259"/>
                </a:lnTo>
                <a:lnTo>
                  <a:pt x="1287158" y="4873289"/>
                </a:lnTo>
                <a:lnTo>
                  <a:pt x="1239188" y="4814663"/>
                </a:lnTo>
                <a:lnTo>
                  <a:pt x="1199215" y="4750703"/>
                </a:lnTo>
                <a:lnTo>
                  <a:pt x="1167237" y="4678752"/>
                </a:lnTo>
                <a:lnTo>
                  <a:pt x="1140586" y="4601469"/>
                </a:lnTo>
                <a:lnTo>
                  <a:pt x="1116602" y="4524185"/>
                </a:lnTo>
                <a:lnTo>
                  <a:pt x="1095283" y="4441574"/>
                </a:lnTo>
                <a:lnTo>
                  <a:pt x="1073962" y="4361626"/>
                </a:lnTo>
                <a:lnTo>
                  <a:pt x="1049979" y="4281677"/>
                </a:lnTo>
                <a:lnTo>
                  <a:pt x="1023330" y="4204395"/>
                </a:lnTo>
                <a:lnTo>
                  <a:pt x="991351" y="4132443"/>
                </a:lnTo>
                <a:lnTo>
                  <a:pt x="954043" y="4065820"/>
                </a:lnTo>
                <a:lnTo>
                  <a:pt x="906073" y="4007191"/>
                </a:lnTo>
                <a:lnTo>
                  <a:pt x="852774" y="3945898"/>
                </a:lnTo>
                <a:lnTo>
                  <a:pt x="791482" y="3892600"/>
                </a:lnTo>
                <a:lnTo>
                  <a:pt x="724858" y="3841967"/>
                </a:lnTo>
                <a:lnTo>
                  <a:pt x="658236" y="3791333"/>
                </a:lnTo>
                <a:lnTo>
                  <a:pt x="591613" y="3740699"/>
                </a:lnTo>
                <a:lnTo>
                  <a:pt x="527656" y="3690067"/>
                </a:lnTo>
                <a:lnTo>
                  <a:pt x="466362" y="3634102"/>
                </a:lnTo>
                <a:lnTo>
                  <a:pt x="413063" y="3578140"/>
                </a:lnTo>
                <a:lnTo>
                  <a:pt x="367761" y="3514183"/>
                </a:lnTo>
                <a:lnTo>
                  <a:pt x="333116" y="3447559"/>
                </a:lnTo>
                <a:lnTo>
                  <a:pt x="309132" y="3367611"/>
                </a:lnTo>
                <a:lnTo>
                  <a:pt x="298471" y="3284998"/>
                </a:lnTo>
                <a:lnTo>
                  <a:pt x="295806" y="3199721"/>
                </a:lnTo>
                <a:lnTo>
                  <a:pt x="303802" y="3109114"/>
                </a:lnTo>
                <a:lnTo>
                  <a:pt x="314462" y="3018506"/>
                </a:lnTo>
                <a:lnTo>
                  <a:pt x="327785" y="2927901"/>
                </a:lnTo>
                <a:lnTo>
                  <a:pt x="338446" y="2837293"/>
                </a:lnTo>
                <a:lnTo>
                  <a:pt x="343774" y="2746686"/>
                </a:lnTo>
                <a:lnTo>
                  <a:pt x="343774" y="2658743"/>
                </a:lnTo>
                <a:lnTo>
                  <a:pt x="333116" y="2576130"/>
                </a:lnTo>
                <a:lnTo>
                  <a:pt x="311796" y="2493517"/>
                </a:lnTo>
                <a:lnTo>
                  <a:pt x="279817" y="2416237"/>
                </a:lnTo>
                <a:lnTo>
                  <a:pt x="239844" y="2336288"/>
                </a:lnTo>
                <a:lnTo>
                  <a:pt x="194541" y="2256340"/>
                </a:lnTo>
                <a:lnTo>
                  <a:pt x="146571" y="2176393"/>
                </a:lnTo>
                <a:lnTo>
                  <a:pt x="101267" y="2099111"/>
                </a:lnTo>
                <a:lnTo>
                  <a:pt x="61293" y="2016498"/>
                </a:lnTo>
                <a:lnTo>
                  <a:pt x="29315" y="1936550"/>
                </a:lnTo>
                <a:lnTo>
                  <a:pt x="7995" y="1853939"/>
                </a:lnTo>
                <a:lnTo>
                  <a:pt x="0" y="1768660"/>
                </a:lnTo>
                <a:lnTo>
                  <a:pt x="7995" y="1683383"/>
                </a:lnTo>
                <a:lnTo>
                  <a:pt x="29315" y="1600771"/>
                </a:lnTo>
                <a:lnTo>
                  <a:pt x="61293" y="1520824"/>
                </a:lnTo>
                <a:lnTo>
                  <a:pt x="101267" y="1438211"/>
                </a:lnTo>
                <a:lnTo>
                  <a:pt x="146571" y="1360929"/>
                </a:lnTo>
                <a:lnTo>
                  <a:pt x="194541" y="1280980"/>
                </a:lnTo>
                <a:lnTo>
                  <a:pt x="239844" y="1201034"/>
                </a:lnTo>
                <a:lnTo>
                  <a:pt x="279817" y="1121085"/>
                </a:lnTo>
                <a:lnTo>
                  <a:pt x="311796" y="1043803"/>
                </a:lnTo>
                <a:lnTo>
                  <a:pt x="333116" y="961190"/>
                </a:lnTo>
                <a:lnTo>
                  <a:pt x="343774" y="878578"/>
                </a:lnTo>
                <a:lnTo>
                  <a:pt x="343774" y="790636"/>
                </a:lnTo>
                <a:lnTo>
                  <a:pt x="338446" y="700029"/>
                </a:lnTo>
                <a:lnTo>
                  <a:pt x="327785" y="609422"/>
                </a:lnTo>
                <a:lnTo>
                  <a:pt x="314462" y="518814"/>
                </a:lnTo>
                <a:lnTo>
                  <a:pt x="303802" y="428207"/>
                </a:lnTo>
                <a:lnTo>
                  <a:pt x="295806" y="337599"/>
                </a:lnTo>
                <a:lnTo>
                  <a:pt x="298471" y="252322"/>
                </a:lnTo>
                <a:lnTo>
                  <a:pt x="309132" y="169710"/>
                </a:lnTo>
                <a:lnTo>
                  <a:pt x="333116" y="89761"/>
                </a:lnTo>
                <a:lnTo>
                  <a:pt x="367761" y="23140"/>
                </a:lnTo>
                <a:close/>
              </a:path>
            </a:pathLst>
          </a:custGeom>
          <a:ln w="203200">
            <a:noFill/>
          </a:ln>
        </p:spPr>
      </p:pic>
    </p:spTree>
    <p:extLst>
      <p:ext uri="{BB962C8B-B14F-4D97-AF65-F5344CB8AC3E}">
        <p14:creationId xmlns:p14="http://schemas.microsoft.com/office/powerpoint/2010/main" val="1107230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F388DC-C47F-4048-9B69-F1644A2A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C035D-D3AD-4301-A1B5-D4C91E3C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4926329"/>
            <a:ext cx="12191996" cy="1931671"/>
          </a:xfrm>
          <a:custGeom>
            <a:avLst/>
            <a:gdLst>
              <a:gd name="connsiteX0" fmla="*/ 619388 w 12191996"/>
              <a:gd name="connsiteY0" fmla="*/ 0 h 1931671"/>
              <a:gd name="connsiteX1" fmla="*/ 687651 w 12191996"/>
              <a:gd name="connsiteY1" fmla="*/ 3175 h 1931671"/>
              <a:gd name="connsiteX2" fmla="*/ 747976 w 12191996"/>
              <a:gd name="connsiteY2" fmla="*/ 9525 h 1931671"/>
              <a:gd name="connsiteX3" fmla="*/ 800363 w 12191996"/>
              <a:gd name="connsiteY3" fmla="*/ 20637 h 1931671"/>
              <a:gd name="connsiteX4" fmla="*/ 846401 w 12191996"/>
              <a:gd name="connsiteY4" fmla="*/ 36512 h 1931671"/>
              <a:gd name="connsiteX5" fmla="*/ 887676 w 12191996"/>
              <a:gd name="connsiteY5" fmla="*/ 52387 h 1931671"/>
              <a:gd name="connsiteX6" fmla="*/ 924188 w 12191996"/>
              <a:gd name="connsiteY6" fmla="*/ 68262 h 1931671"/>
              <a:gd name="connsiteX7" fmla="*/ 962288 w 12191996"/>
              <a:gd name="connsiteY7" fmla="*/ 87312 h 1931671"/>
              <a:gd name="connsiteX8" fmla="*/ 1000388 w 12191996"/>
              <a:gd name="connsiteY8" fmla="*/ 106362 h 1931671"/>
              <a:gd name="connsiteX9" fmla="*/ 1036901 w 12191996"/>
              <a:gd name="connsiteY9" fmla="*/ 125412 h 1931671"/>
              <a:gd name="connsiteX10" fmla="*/ 1078176 w 12191996"/>
              <a:gd name="connsiteY10" fmla="*/ 141287 h 1931671"/>
              <a:gd name="connsiteX11" fmla="*/ 1124213 w 12191996"/>
              <a:gd name="connsiteY11" fmla="*/ 155575 h 1931671"/>
              <a:gd name="connsiteX12" fmla="*/ 1176601 w 12191996"/>
              <a:gd name="connsiteY12" fmla="*/ 166687 h 1931671"/>
              <a:gd name="connsiteX13" fmla="*/ 1236926 w 12191996"/>
              <a:gd name="connsiteY13" fmla="*/ 174625 h 1931671"/>
              <a:gd name="connsiteX14" fmla="*/ 1305188 w 12191996"/>
              <a:gd name="connsiteY14" fmla="*/ 176212 h 1931671"/>
              <a:gd name="connsiteX15" fmla="*/ 1373451 w 12191996"/>
              <a:gd name="connsiteY15" fmla="*/ 174625 h 1931671"/>
              <a:gd name="connsiteX16" fmla="*/ 1433776 w 12191996"/>
              <a:gd name="connsiteY16" fmla="*/ 166687 h 1931671"/>
              <a:gd name="connsiteX17" fmla="*/ 1486163 w 12191996"/>
              <a:gd name="connsiteY17" fmla="*/ 155575 h 1931671"/>
              <a:gd name="connsiteX18" fmla="*/ 1532201 w 12191996"/>
              <a:gd name="connsiteY18" fmla="*/ 141287 h 1931671"/>
              <a:gd name="connsiteX19" fmla="*/ 1573476 w 12191996"/>
              <a:gd name="connsiteY19" fmla="*/ 125412 h 1931671"/>
              <a:gd name="connsiteX20" fmla="*/ 1609988 w 12191996"/>
              <a:gd name="connsiteY20" fmla="*/ 106362 h 1931671"/>
              <a:gd name="connsiteX21" fmla="*/ 1648088 w 12191996"/>
              <a:gd name="connsiteY21" fmla="*/ 87312 h 1931671"/>
              <a:gd name="connsiteX22" fmla="*/ 1686188 w 12191996"/>
              <a:gd name="connsiteY22" fmla="*/ 68262 h 1931671"/>
              <a:gd name="connsiteX23" fmla="*/ 1722701 w 12191996"/>
              <a:gd name="connsiteY23" fmla="*/ 52387 h 1931671"/>
              <a:gd name="connsiteX24" fmla="*/ 1763976 w 12191996"/>
              <a:gd name="connsiteY24" fmla="*/ 36512 h 1931671"/>
              <a:gd name="connsiteX25" fmla="*/ 1810013 w 12191996"/>
              <a:gd name="connsiteY25" fmla="*/ 20637 h 1931671"/>
              <a:gd name="connsiteX26" fmla="*/ 1862401 w 12191996"/>
              <a:gd name="connsiteY26" fmla="*/ 9525 h 1931671"/>
              <a:gd name="connsiteX27" fmla="*/ 1922726 w 12191996"/>
              <a:gd name="connsiteY27" fmla="*/ 3175 h 1931671"/>
              <a:gd name="connsiteX28" fmla="*/ 1990988 w 12191996"/>
              <a:gd name="connsiteY28" fmla="*/ 0 h 1931671"/>
              <a:gd name="connsiteX29" fmla="*/ 2059251 w 12191996"/>
              <a:gd name="connsiteY29" fmla="*/ 3175 h 1931671"/>
              <a:gd name="connsiteX30" fmla="*/ 2119576 w 12191996"/>
              <a:gd name="connsiteY30" fmla="*/ 9525 h 1931671"/>
              <a:gd name="connsiteX31" fmla="*/ 2171963 w 12191996"/>
              <a:gd name="connsiteY31" fmla="*/ 20637 h 1931671"/>
              <a:gd name="connsiteX32" fmla="*/ 2218001 w 12191996"/>
              <a:gd name="connsiteY32" fmla="*/ 36512 h 1931671"/>
              <a:gd name="connsiteX33" fmla="*/ 2259276 w 12191996"/>
              <a:gd name="connsiteY33" fmla="*/ 52387 h 1931671"/>
              <a:gd name="connsiteX34" fmla="*/ 2295788 w 12191996"/>
              <a:gd name="connsiteY34" fmla="*/ 68262 h 1931671"/>
              <a:gd name="connsiteX35" fmla="*/ 2333888 w 12191996"/>
              <a:gd name="connsiteY35" fmla="*/ 87312 h 1931671"/>
              <a:gd name="connsiteX36" fmla="*/ 2371988 w 12191996"/>
              <a:gd name="connsiteY36" fmla="*/ 106362 h 1931671"/>
              <a:gd name="connsiteX37" fmla="*/ 2408501 w 12191996"/>
              <a:gd name="connsiteY37" fmla="*/ 125412 h 1931671"/>
              <a:gd name="connsiteX38" fmla="*/ 2449776 w 12191996"/>
              <a:gd name="connsiteY38" fmla="*/ 141287 h 1931671"/>
              <a:gd name="connsiteX39" fmla="*/ 2495813 w 12191996"/>
              <a:gd name="connsiteY39" fmla="*/ 155575 h 1931671"/>
              <a:gd name="connsiteX40" fmla="*/ 2548201 w 12191996"/>
              <a:gd name="connsiteY40" fmla="*/ 166687 h 1931671"/>
              <a:gd name="connsiteX41" fmla="*/ 2608526 w 12191996"/>
              <a:gd name="connsiteY41" fmla="*/ 174625 h 1931671"/>
              <a:gd name="connsiteX42" fmla="*/ 2676788 w 12191996"/>
              <a:gd name="connsiteY42" fmla="*/ 176212 h 1931671"/>
              <a:gd name="connsiteX43" fmla="*/ 2745051 w 12191996"/>
              <a:gd name="connsiteY43" fmla="*/ 174625 h 1931671"/>
              <a:gd name="connsiteX44" fmla="*/ 2805376 w 12191996"/>
              <a:gd name="connsiteY44" fmla="*/ 166687 h 1931671"/>
              <a:gd name="connsiteX45" fmla="*/ 2857763 w 12191996"/>
              <a:gd name="connsiteY45" fmla="*/ 155575 h 1931671"/>
              <a:gd name="connsiteX46" fmla="*/ 2903801 w 12191996"/>
              <a:gd name="connsiteY46" fmla="*/ 141287 h 1931671"/>
              <a:gd name="connsiteX47" fmla="*/ 2945076 w 12191996"/>
              <a:gd name="connsiteY47" fmla="*/ 125412 h 1931671"/>
              <a:gd name="connsiteX48" fmla="*/ 2981588 w 12191996"/>
              <a:gd name="connsiteY48" fmla="*/ 106362 h 1931671"/>
              <a:gd name="connsiteX49" fmla="*/ 3019688 w 12191996"/>
              <a:gd name="connsiteY49" fmla="*/ 87312 h 1931671"/>
              <a:gd name="connsiteX50" fmla="*/ 3057788 w 12191996"/>
              <a:gd name="connsiteY50" fmla="*/ 68262 h 1931671"/>
              <a:gd name="connsiteX51" fmla="*/ 3094301 w 12191996"/>
              <a:gd name="connsiteY51" fmla="*/ 52387 h 1931671"/>
              <a:gd name="connsiteX52" fmla="*/ 3135576 w 12191996"/>
              <a:gd name="connsiteY52" fmla="*/ 36512 h 1931671"/>
              <a:gd name="connsiteX53" fmla="*/ 3181613 w 12191996"/>
              <a:gd name="connsiteY53" fmla="*/ 20637 h 1931671"/>
              <a:gd name="connsiteX54" fmla="*/ 3234001 w 12191996"/>
              <a:gd name="connsiteY54" fmla="*/ 9525 h 1931671"/>
              <a:gd name="connsiteX55" fmla="*/ 3294326 w 12191996"/>
              <a:gd name="connsiteY55" fmla="*/ 3175 h 1931671"/>
              <a:gd name="connsiteX56" fmla="*/ 3361001 w 12191996"/>
              <a:gd name="connsiteY56" fmla="*/ 0 h 1931671"/>
              <a:gd name="connsiteX57" fmla="*/ 3430851 w 12191996"/>
              <a:gd name="connsiteY57" fmla="*/ 3175 h 1931671"/>
              <a:gd name="connsiteX58" fmla="*/ 3491176 w 12191996"/>
              <a:gd name="connsiteY58" fmla="*/ 9525 h 1931671"/>
              <a:gd name="connsiteX59" fmla="*/ 3543563 w 12191996"/>
              <a:gd name="connsiteY59" fmla="*/ 20637 h 1931671"/>
              <a:gd name="connsiteX60" fmla="*/ 3589601 w 12191996"/>
              <a:gd name="connsiteY60" fmla="*/ 36512 h 1931671"/>
              <a:gd name="connsiteX61" fmla="*/ 3630876 w 12191996"/>
              <a:gd name="connsiteY61" fmla="*/ 52387 h 1931671"/>
              <a:gd name="connsiteX62" fmla="*/ 3667388 w 12191996"/>
              <a:gd name="connsiteY62" fmla="*/ 68262 h 1931671"/>
              <a:gd name="connsiteX63" fmla="*/ 3705488 w 12191996"/>
              <a:gd name="connsiteY63" fmla="*/ 87312 h 1931671"/>
              <a:gd name="connsiteX64" fmla="*/ 3743588 w 12191996"/>
              <a:gd name="connsiteY64" fmla="*/ 106362 h 1931671"/>
              <a:gd name="connsiteX65" fmla="*/ 3780101 w 12191996"/>
              <a:gd name="connsiteY65" fmla="*/ 125412 h 1931671"/>
              <a:gd name="connsiteX66" fmla="*/ 3821376 w 12191996"/>
              <a:gd name="connsiteY66" fmla="*/ 141287 h 1931671"/>
              <a:gd name="connsiteX67" fmla="*/ 3867413 w 12191996"/>
              <a:gd name="connsiteY67" fmla="*/ 155575 h 1931671"/>
              <a:gd name="connsiteX68" fmla="*/ 3919801 w 12191996"/>
              <a:gd name="connsiteY68" fmla="*/ 166687 h 1931671"/>
              <a:gd name="connsiteX69" fmla="*/ 3980126 w 12191996"/>
              <a:gd name="connsiteY69" fmla="*/ 174625 h 1931671"/>
              <a:gd name="connsiteX70" fmla="*/ 4048388 w 12191996"/>
              <a:gd name="connsiteY70" fmla="*/ 176212 h 1931671"/>
              <a:gd name="connsiteX71" fmla="*/ 4116651 w 12191996"/>
              <a:gd name="connsiteY71" fmla="*/ 174625 h 1931671"/>
              <a:gd name="connsiteX72" fmla="*/ 4176976 w 12191996"/>
              <a:gd name="connsiteY72" fmla="*/ 166687 h 1931671"/>
              <a:gd name="connsiteX73" fmla="*/ 4229363 w 12191996"/>
              <a:gd name="connsiteY73" fmla="*/ 155575 h 1931671"/>
              <a:gd name="connsiteX74" fmla="*/ 4275401 w 12191996"/>
              <a:gd name="connsiteY74" fmla="*/ 141287 h 1931671"/>
              <a:gd name="connsiteX75" fmla="*/ 4316676 w 12191996"/>
              <a:gd name="connsiteY75" fmla="*/ 125412 h 1931671"/>
              <a:gd name="connsiteX76" fmla="*/ 4353188 w 12191996"/>
              <a:gd name="connsiteY76" fmla="*/ 106362 h 1931671"/>
              <a:gd name="connsiteX77" fmla="*/ 4429388 w 12191996"/>
              <a:gd name="connsiteY77" fmla="*/ 68262 h 1931671"/>
              <a:gd name="connsiteX78" fmla="*/ 4465901 w 12191996"/>
              <a:gd name="connsiteY78" fmla="*/ 52387 h 1931671"/>
              <a:gd name="connsiteX79" fmla="*/ 4507176 w 12191996"/>
              <a:gd name="connsiteY79" fmla="*/ 36512 h 1931671"/>
              <a:gd name="connsiteX80" fmla="*/ 4553214 w 12191996"/>
              <a:gd name="connsiteY80" fmla="*/ 20637 h 1931671"/>
              <a:gd name="connsiteX81" fmla="*/ 4605601 w 12191996"/>
              <a:gd name="connsiteY81" fmla="*/ 9525 h 1931671"/>
              <a:gd name="connsiteX82" fmla="*/ 4665927 w 12191996"/>
              <a:gd name="connsiteY82" fmla="*/ 3175 h 1931671"/>
              <a:gd name="connsiteX83" fmla="*/ 4734188 w 12191996"/>
              <a:gd name="connsiteY83" fmla="*/ 0 h 1931671"/>
              <a:gd name="connsiteX84" fmla="*/ 4802452 w 12191996"/>
              <a:gd name="connsiteY84" fmla="*/ 3175 h 1931671"/>
              <a:gd name="connsiteX85" fmla="*/ 4862776 w 12191996"/>
              <a:gd name="connsiteY85" fmla="*/ 9525 h 1931671"/>
              <a:gd name="connsiteX86" fmla="*/ 4915164 w 12191996"/>
              <a:gd name="connsiteY86" fmla="*/ 20637 h 1931671"/>
              <a:gd name="connsiteX87" fmla="*/ 4961200 w 12191996"/>
              <a:gd name="connsiteY87" fmla="*/ 36512 h 1931671"/>
              <a:gd name="connsiteX88" fmla="*/ 5002476 w 12191996"/>
              <a:gd name="connsiteY88" fmla="*/ 52387 h 1931671"/>
              <a:gd name="connsiteX89" fmla="*/ 5038988 w 12191996"/>
              <a:gd name="connsiteY89" fmla="*/ 68262 h 1931671"/>
              <a:gd name="connsiteX90" fmla="*/ 5077089 w 12191996"/>
              <a:gd name="connsiteY90" fmla="*/ 87312 h 1931671"/>
              <a:gd name="connsiteX91" fmla="*/ 5115188 w 12191996"/>
              <a:gd name="connsiteY91" fmla="*/ 106362 h 1931671"/>
              <a:gd name="connsiteX92" fmla="*/ 5151700 w 12191996"/>
              <a:gd name="connsiteY92" fmla="*/ 125412 h 1931671"/>
              <a:gd name="connsiteX93" fmla="*/ 5192976 w 12191996"/>
              <a:gd name="connsiteY93" fmla="*/ 141287 h 1931671"/>
              <a:gd name="connsiteX94" fmla="*/ 5239013 w 12191996"/>
              <a:gd name="connsiteY94" fmla="*/ 155575 h 1931671"/>
              <a:gd name="connsiteX95" fmla="*/ 5291400 w 12191996"/>
              <a:gd name="connsiteY95" fmla="*/ 166687 h 1931671"/>
              <a:gd name="connsiteX96" fmla="*/ 5351726 w 12191996"/>
              <a:gd name="connsiteY96" fmla="*/ 174625 h 1931671"/>
              <a:gd name="connsiteX97" fmla="*/ 5410198 w 12191996"/>
              <a:gd name="connsiteY97" fmla="*/ 175985 h 1931671"/>
              <a:gd name="connsiteX98" fmla="*/ 5468670 w 12191996"/>
              <a:gd name="connsiteY98" fmla="*/ 174625 h 1931671"/>
              <a:gd name="connsiteX99" fmla="*/ 5528995 w 12191996"/>
              <a:gd name="connsiteY99" fmla="*/ 166687 h 1931671"/>
              <a:gd name="connsiteX100" fmla="*/ 5581382 w 12191996"/>
              <a:gd name="connsiteY100" fmla="*/ 155575 h 1931671"/>
              <a:gd name="connsiteX101" fmla="*/ 5627420 w 12191996"/>
              <a:gd name="connsiteY101" fmla="*/ 141287 h 1931671"/>
              <a:gd name="connsiteX102" fmla="*/ 5668695 w 12191996"/>
              <a:gd name="connsiteY102" fmla="*/ 125412 h 1931671"/>
              <a:gd name="connsiteX103" fmla="*/ 5705208 w 12191996"/>
              <a:gd name="connsiteY103" fmla="*/ 106362 h 1931671"/>
              <a:gd name="connsiteX104" fmla="*/ 5743307 w 12191996"/>
              <a:gd name="connsiteY104" fmla="*/ 87312 h 1931671"/>
              <a:gd name="connsiteX105" fmla="*/ 5781407 w 12191996"/>
              <a:gd name="connsiteY105" fmla="*/ 68262 h 1931671"/>
              <a:gd name="connsiteX106" fmla="*/ 5817920 w 12191996"/>
              <a:gd name="connsiteY106" fmla="*/ 52387 h 1931671"/>
              <a:gd name="connsiteX107" fmla="*/ 5859195 w 12191996"/>
              <a:gd name="connsiteY107" fmla="*/ 36512 h 1931671"/>
              <a:gd name="connsiteX108" fmla="*/ 5905233 w 12191996"/>
              <a:gd name="connsiteY108" fmla="*/ 20637 h 1931671"/>
              <a:gd name="connsiteX109" fmla="*/ 5957620 w 12191996"/>
              <a:gd name="connsiteY109" fmla="*/ 9525 h 1931671"/>
              <a:gd name="connsiteX110" fmla="*/ 6017946 w 12191996"/>
              <a:gd name="connsiteY110" fmla="*/ 3175 h 1931671"/>
              <a:gd name="connsiteX111" fmla="*/ 6086208 w 12191996"/>
              <a:gd name="connsiteY111" fmla="*/ 0 h 1931671"/>
              <a:gd name="connsiteX112" fmla="*/ 6095998 w 12191996"/>
              <a:gd name="connsiteY112" fmla="*/ 455 h 1931671"/>
              <a:gd name="connsiteX113" fmla="*/ 6105788 w 12191996"/>
              <a:gd name="connsiteY113" fmla="*/ 0 h 1931671"/>
              <a:gd name="connsiteX114" fmla="*/ 6174051 w 12191996"/>
              <a:gd name="connsiteY114" fmla="*/ 3175 h 1931671"/>
              <a:gd name="connsiteX115" fmla="*/ 6234376 w 12191996"/>
              <a:gd name="connsiteY115" fmla="*/ 9525 h 1931671"/>
              <a:gd name="connsiteX116" fmla="*/ 6286763 w 12191996"/>
              <a:gd name="connsiteY116" fmla="*/ 20637 h 1931671"/>
              <a:gd name="connsiteX117" fmla="*/ 6332801 w 12191996"/>
              <a:gd name="connsiteY117" fmla="*/ 36512 h 1931671"/>
              <a:gd name="connsiteX118" fmla="*/ 6374076 w 12191996"/>
              <a:gd name="connsiteY118" fmla="*/ 52387 h 1931671"/>
              <a:gd name="connsiteX119" fmla="*/ 6410588 w 12191996"/>
              <a:gd name="connsiteY119" fmla="*/ 68262 h 1931671"/>
              <a:gd name="connsiteX120" fmla="*/ 6448688 w 12191996"/>
              <a:gd name="connsiteY120" fmla="*/ 87312 h 1931671"/>
              <a:gd name="connsiteX121" fmla="*/ 6486788 w 12191996"/>
              <a:gd name="connsiteY121" fmla="*/ 106362 h 1931671"/>
              <a:gd name="connsiteX122" fmla="*/ 6523301 w 12191996"/>
              <a:gd name="connsiteY122" fmla="*/ 125412 h 1931671"/>
              <a:gd name="connsiteX123" fmla="*/ 6564576 w 12191996"/>
              <a:gd name="connsiteY123" fmla="*/ 141287 h 1931671"/>
              <a:gd name="connsiteX124" fmla="*/ 6610613 w 12191996"/>
              <a:gd name="connsiteY124" fmla="*/ 155575 h 1931671"/>
              <a:gd name="connsiteX125" fmla="*/ 6663001 w 12191996"/>
              <a:gd name="connsiteY125" fmla="*/ 166687 h 1931671"/>
              <a:gd name="connsiteX126" fmla="*/ 6723326 w 12191996"/>
              <a:gd name="connsiteY126" fmla="*/ 174625 h 1931671"/>
              <a:gd name="connsiteX127" fmla="*/ 6781798 w 12191996"/>
              <a:gd name="connsiteY127" fmla="*/ 175985 h 1931671"/>
              <a:gd name="connsiteX128" fmla="*/ 6840270 w 12191996"/>
              <a:gd name="connsiteY128" fmla="*/ 174625 h 1931671"/>
              <a:gd name="connsiteX129" fmla="*/ 6900595 w 12191996"/>
              <a:gd name="connsiteY129" fmla="*/ 166687 h 1931671"/>
              <a:gd name="connsiteX130" fmla="*/ 6952982 w 12191996"/>
              <a:gd name="connsiteY130" fmla="*/ 155575 h 1931671"/>
              <a:gd name="connsiteX131" fmla="*/ 6999020 w 12191996"/>
              <a:gd name="connsiteY131" fmla="*/ 141287 h 1931671"/>
              <a:gd name="connsiteX132" fmla="*/ 7040295 w 12191996"/>
              <a:gd name="connsiteY132" fmla="*/ 125412 h 1931671"/>
              <a:gd name="connsiteX133" fmla="*/ 7076807 w 12191996"/>
              <a:gd name="connsiteY133" fmla="*/ 106362 h 1931671"/>
              <a:gd name="connsiteX134" fmla="*/ 7114907 w 12191996"/>
              <a:gd name="connsiteY134" fmla="*/ 87312 h 1931671"/>
              <a:gd name="connsiteX135" fmla="*/ 7153007 w 12191996"/>
              <a:gd name="connsiteY135" fmla="*/ 68262 h 1931671"/>
              <a:gd name="connsiteX136" fmla="*/ 7189520 w 12191996"/>
              <a:gd name="connsiteY136" fmla="*/ 52387 h 1931671"/>
              <a:gd name="connsiteX137" fmla="*/ 7230795 w 12191996"/>
              <a:gd name="connsiteY137" fmla="*/ 36512 h 1931671"/>
              <a:gd name="connsiteX138" fmla="*/ 7276832 w 12191996"/>
              <a:gd name="connsiteY138" fmla="*/ 20637 h 1931671"/>
              <a:gd name="connsiteX139" fmla="*/ 7329220 w 12191996"/>
              <a:gd name="connsiteY139" fmla="*/ 9525 h 1931671"/>
              <a:gd name="connsiteX140" fmla="*/ 7389545 w 12191996"/>
              <a:gd name="connsiteY140" fmla="*/ 3175 h 1931671"/>
              <a:gd name="connsiteX141" fmla="*/ 7457807 w 12191996"/>
              <a:gd name="connsiteY141" fmla="*/ 0 h 1931671"/>
              <a:gd name="connsiteX142" fmla="*/ 7526070 w 12191996"/>
              <a:gd name="connsiteY142" fmla="*/ 3175 h 1931671"/>
              <a:gd name="connsiteX143" fmla="*/ 7586395 w 12191996"/>
              <a:gd name="connsiteY143" fmla="*/ 9525 h 1931671"/>
              <a:gd name="connsiteX144" fmla="*/ 7638782 w 12191996"/>
              <a:gd name="connsiteY144" fmla="*/ 20637 h 1931671"/>
              <a:gd name="connsiteX145" fmla="*/ 7684820 w 12191996"/>
              <a:gd name="connsiteY145" fmla="*/ 36512 h 1931671"/>
              <a:gd name="connsiteX146" fmla="*/ 7726095 w 12191996"/>
              <a:gd name="connsiteY146" fmla="*/ 52387 h 1931671"/>
              <a:gd name="connsiteX147" fmla="*/ 7762607 w 12191996"/>
              <a:gd name="connsiteY147" fmla="*/ 68262 h 1931671"/>
              <a:gd name="connsiteX148" fmla="*/ 7800707 w 12191996"/>
              <a:gd name="connsiteY148" fmla="*/ 87312 h 1931671"/>
              <a:gd name="connsiteX149" fmla="*/ 7838807 w 12191996"/>
              <a:gd name="connsiteY149" fmla="*/ 106362 h 1931671"/>
              <a:gd name="connsiteX150" fmla="*/ 7875320 w 12191996"/>
              <a:gd name="connsiteY150" fmla="*/ 125412 h 1931671"/>
              <a:gd name="connsiteX151" fmla="*/ 7916595 w 12191996"/>
              <a:gd name="connsiteY151" fmla="*/ 141287 h 1931671"/>
              <a:gd name="connsiteX152" fmla="*/ 7962632 w 12191996"/>
              <a:gd name="connsiteY152" fmla="*/ 155575 h 1931671"/>
              <a:gd name="connsiteX153" fmla="*/ 8015020 w 12191996"/>
              <a:gd name="connsiteY153" fmla="*/ 166687 h 1931671"/>
              <a:gd name="connsiteX154" fmla="*/ 8075345 w 12191996"/>
              <a:gd name="connsiteY154" fmla="*/ 174625 h 1931671"/>
              <a:gd name="connsiteX155" fmla="*/ 8143607 w 12191996"/>
              <a:gd name="connsiteY155" fmla="*/ 176212 h 1931671"/>
              <a:gd name="connsiteX156" fmla="*/ 8211870 w 12191996"/>
              <a:gd name="connsiteY156" fmla="*/ 174625 h 1931671"/>
              <a:gd name="connsiteX157" fmla="*/ 8272195 w 12191996"/>
              <a:gd name="connsiteY157" fmla="*/ 166687 h 1931671"/>
              <a:gd name="connsiteX158" fmla="*/ 8324582 w 12191996"/>
              <a:gd name="connsiteY158" fmla="*/ 155575 h 1931671"/>
              <a:gd name="connsiteX159" fmla="*/ 8370620 w 12191996"/>
              <a:gd name="connsiteY159" fmla="*/ 141287 h 1931671"/>
              <a:gd name="connsiteX160" fmla="*/ 8411895 w 12191996"/>
              <a:gd name="connsiteY160" fmla="*/ 125412 h 1931671"/>
              <a:gd name="connsiteX161" fmla="*/ 8448407 w 12191996"/>
              <a:gd name="connsiteY161" fmla="*/ 106362 h 1931671"/>
              <a:gd name="connsiteX162" fmla="*/ 8486507 w 12191996"/>
              <a:gd name="connsiteY162" fmla="*/ 87312 h 1931671"/>
              <a:gd name="connsiteX163" fmla="*/ 8524607 w 12191996"/>
              <a:gd name="connsiteY163" fmla="*/ 68262 h 1931671"/>
              <a:gd name="connsiteX164" fmla="*/ 8561119 w 12191996"/>
              <a:gd name="connsiteY164" fmla="*/ 52387 h 1931671"/>
              <a:gd name="connsiteX165" fmla="*/ 8602395 w 12191996"/>
              <a:gd name="connsiteY165" fmla="*/ 36512 h 1931671"/>
              <a:gd name="connsiteX166" fmla="*/ 8648431 w 12191996"/>
              <a:gd name="connsiteY166" fmla="*/ 20637 h 1931671"/>
              <a:gd name="connsiteX167" fmla="*/ 8700819 w 12191996"/>
              <a:gd name="connsiteY167" fmla="*/ 9525 h 1931671"/>
              <a:gd name="connsiteX168" fmla="*/ 8761145 w 12191996"/>
              <a:gd name="connsiteY168" fmla="*/ 3175 h 1931671"/>
              <a:gd name="connsiteX169" fmla="*/ 8827819 w 12191996"/>
              <a:gd name="connsiteY169" fmla="*/ 0 h 1931671"/>
              <a:gd name="connsiteX170" fmla="*/ 8897669 w 12191996"/>
              <a:gd name="connsiteY170" fmla="*/ 3175 h 1931671"/>
              <a:gd name="connsiteX171" fmla="*/ 8957995 w 12191996"/>
              <a:gd name="connsiteY171" fmla="*/ 9525 h 1931671"/>
              <a:gd name="connsiteX172" fmla="*/ 9010381 w 12191996"/>
              <a:gd name="connsiteY172" fmla="*/ 20637 h 1931671"/>
              <a:gd name="connsiteX173" fmla="*/ 9056419 w 12191996"/>
              <a:gd name="connsiteY173" fmla="*/ 36512 h 1931671"/>
              <a:gd name="connsiteX174" fmla="*/ 9097695 w 12191996"/>
              <a:gd name="connsiteY174" fmla="*/ 52387 h 1931671"/>
              <a:gd name="connsiteX175" fmla="*/ 9134207 w 12191996"/>
              <a:gd name="connsiteY175" fmla="*/ 68262 h 1931671"/>
              <a:gd name="connsiteX176" fmla="*/ 9172307 w 12191996"/>
              <a:gd name="connsiteY176" fmla="*/ 87312 h 1931671"/>
              <a:gd name="connsiteX177" fmla="*/ 9210407 w 12191996"/>
              <a:gd name="connsiteY177" fmla="*/ 106362 h 1931671"/>
              <a:gd name="connsiteX178" fmla="*/ 9246919 w 12191996"/>
              <a:gd name="connsiteY178" fmla="*/ 125412 h 1931671"/>
              <a:gd name="connsiteX179" fmla="*/ 9288195 w 12191996"/>
              <a:gd name="connsiteY179" fmla="*/ 141287 h 1931671"/>
              <a:gd name="connsiteX180" fmla="*/ 9334231 w 12191996"/>
              <a:gd name="connsiteY180" fmla="*/ 155575 h 1931671"/>
              <a:gd name="connsiteX181" fmla="*/ 9386619 w 12191996"/>
              <a:gd name="connsiteY181" fmla="*/ 166687 h 1931671"/>
              <a:gd name="connsiteX182" fmla="*/ 9446945 w 12191996"/>
              <a:gd name="connsiteY182" fmla="*/ 174625 h 1931671"/>
              <a:gd name="connsiteX183" fmla="*/ 9515207 w 12191996"/>
              <a:gd name="connsiteY183" fmla="*/ 176212 h 1931671"/>
              <a:gd name="connsiteX184" fmla="*/ 9583469 w 12191996"/>
              <a:gd name="connsiteY184" fmla="*/ 174625 h 1931671"/>
              <a:gd name="connsiteX185" fmla="*/ 9643795 w 12191996"/>
              <a:gd name="connsiteY185" fmla="*/ 166687 h 1931671"/>
              <a:gd name="connsiteX186" fmla="*/ 9696181 w 12191996"/>
              <a:gd name="connsiteY186" fmla="*/ 155575 h 1931671"/>
              <a:gd name="connsiteX187" fmla="*/ 9742219 w 12191996"/>
              <a:gd name="connsiteY187" fmla="*/ 141287 h 1931671"/>
              <a:gd name="connsiteX188" fmla="*/ 9783495 w 12191996"/>
              <a:gd name="connsiteY188" fmla="*/ 125412 h 1931671"/>
              <a:gd name="connsiteX189" fmla="*/ 9820007 w 12191996"/>
              <a:gd name="connsiteY189" fmla="*/ 106362 h 1931671"/>
              <a:gd name="connsiteX190" fmla="*/ 9896207 w 12191996"/>
              <a:gd name="connsiteY190" fmla="*/ 68262 h 1931671"/>
              <a:gd name="connsiteX191" fmla="*/ 9932719 w 12191996"/>
              <a:gd name="connsiteY191" fmla="*/ 52387 h 1931671"/>
              <a:gd name="connsiteX192" fmla="*/ 9973995 w 12191996"/>
              <a:gd name="connsiteY192" fmla="*/ 36512 h 1931671"/>
              <a:gd name="connsiteX193" fmla="*/ 10020031 w 12191996"/>
              <a:gd name="connsiteY193" fmla="*/ 20637 h 1931671"/>
              <a:gd name="connsiteX194" fmla="*/ 10072419 w 12191996"/>
              <a:gd name="connsiteY194" fmla="*/ 9525 h 1931671"/>
              <a:gd name="connsiteX195" fmla="*/ 10132745 w 12191996"/>
              <a:gd name="connsiteY195" fmla="*/ 3175 h 1931671"/>
              <a:gd name="connsiteX196" fmla="*/ 10201007 w 12191996"/>
              <a:gd name="connsiteY196" fmla="*/ 0 h 1931671"/>
              <a:gd name="connsiteX197" fmla="*/ 10269269 w 12191996"/>
              <a:gd name="connsiteY197" fmla="*/ 3175 h 1931671"/>
              <a:gd name="connsiteX198" fmla="*/ 10329595 w 12191996"/>
              <a:gd name="connsiteY198" fmla="*/ 9525 h 1931671"/>
              <a:gd name="connsiteX199" fmla="*/ 10381981 w 12191996"/>
              <a:gd name="connsiteY199" fmla="*/ 20637 h 1931671"/>
              <a:gd name="connsiteX200" fmla="*/ 10428019 w 12191996"/>
              <a:gd name="connsiteY200" fmla="*/ 36512 h 1931671"/>
              <a:gd name="connsiteX201" fmla="*/ 10469295 w 12191996"/>
              <a:gd name="connsiteY201" fmla="*/ 52387 h 1931671"/>
              <a:gd name="connsiteX202" fmla="*/ 10505807 w 12191996"/>
              <a:gd name="connsiteY202" fmla="*/ 68262 h 1931671"/>
              <a:gd name="connsiteX203" fmla="*/ 10543907 w 12191996"/>
              <a:gd name="connsiteY203" fmla="*/ 87312 h 1931671"/>
              <a:gd name="connsiteX204" fmla="*/ 10582007 w 12191996"/>
              <a:gd name="connsiteY204" fmla="*/ 106362 h 1931671"/>
              <a:gd name="connsiteX205" fmla="*/ 10618519 w 12191996"/>
              <a:gd name="connsiteY205" fmla="*/ 125412 h 1931671"/>
              <a:gd name="connsiteX206" fmla="*/ 10659795 w 12191996"/>
              <a:gd name="connsiteY206" fmla="*/ 141287 h 1931671"/>
              <a:gd name="connsiteX207" fmla="*/ 10705831 w 12191996"/>
              <a:gd name="connsiteY207" fmla="*/ 155575 h 1931671"/>
              <a:gd name="connsiteX208" fmla="*/ 10758219 w 12191996"/>
              <a:gd name="connsiteY208" fmla="*/ 166687 h 1931671"/>
              <a:gd name="connsiteX209" fmla="*/ 10818545 w 12191996"/>
              <a:gd name="connsiteY209" fmla="*/ 174625 h 1931671"/>
              <a:gd name="connsiteX210" fmla="*/ 10886807 w 12191996"/>
              <a:gd name="connsiteY210" fmla="*/ 176212 h 1931671"/>
              <a:gd name="connsiteX211" fmla="*/ 10955069 w 12191996"/>
              <a:gd name="connsiteY211" fmla="*/ 174625 h 1931671"/>
              <a:gd name="connsiteX212" fmla="*/ 11015395 w 12191996"/>
              <a:gd name="connsiteY212" fmla="*/ 166687 h 1931671"/>
              <a:gd name="connsiteX213" fmla="*/ 11067781 w 12191996"/>
              <a:gd name="connsiteY213" fmla="*/ 155575 h 1931671"/>
              <a:gd name="connsiteX214" fmla="*/ 11113819 w 12191996"/>
              <a:gd name="connsiteY214" fmla="*/ 141287 h 1931671"/>
              <a:gd name="connsiteX215" fmla="*/ 11155095 w 12191996"/>
              <a:gd name="connsiteY215" fmla="*/ 125412 h 1931671"/>
              <a:gd name="connsiteX216" fmla="*/ 11191607 w 12191996"/>
              <a:gd name="connsiteY216" fmla="*/ 106362 h 1931671"/>
              <a:gd name="connsiteX217" fmla="*/ 11229707 w 12191996"/>
              <a:gd name="connsiteY217" fmla="*/ 87312 h 1931671"/>
              <a:gd name="connsiteX218" fmla="*/ 11267807 w 12191996"/>
              <a:gd name="connsiteY218" fmla="*/ 68262 h 1931671"/>
              <a:gd name="connsiteX219" fmla="*/ 11304319 w 12191996"/>
              <a:gd name="connsiteY219" fmla="*/ 52387 h 1931671"/>
              <a:gd name="connsiteX220" fmla="*/ 11345595 w 12191996"/>
              <a:gd name="connsiteY220" fmla="*/ 36512 h 1931671"/>
              <a:gd name="connsiteX221" fmla="*/ 11391631 w 12191996"/>
              <a:gd name="connsiteY221" fmla="*/ 20637 h 1931671"/>
              <a:gd name="connsiteX222" fmla="*/ 11444019 w 12191996"/>
              <a:gd name="connsiteY222" fmla="*/ 9525 h 1931671"/>
              <a:gd name="connsiteX223" fmla="*/ 11504345 w 12191996"/>
              <a:gd name="connsiteY223" fmla="*/ 3175 h 1931671"/>
              <a:gd name="connsiteX224" fmla="*/ 11572607 w 12191996"/>
              <a:gd name="connsiteY224" fmla="*/ 0 h 1931671"/>
              <a:gd name="connsiteX225" fmla="*/ 11640869 w 12191996"/>
              <a:gd name="connsiteY225" fmla="*/ 3175 h 1931671"/>
              <a:gd name="connsiteX226" fmla="*/ 11701195 w 12191996"/>
              <a:gd name="connsiteY226" fmla="*/ 9525 h 1931671"/>
              <a:gd name="connsiteX227" fmla="*/ 11753581 w 12191996"/>
              <a:gd name="connsiteY227" fmla="*/ 20637 h 1931671"/>
              <a:gd name="connsiteX228" fmla="*/ 11799619 w 12191996"/>
              <a:gd name="connsiteY228" fmla="*/ 36512 h 1931671"/>
              <a:gd name="connsiteX229" fmla="*/ 11840895 w 12191996"/>
              <a:gd name="connsiteY229" fmla="*/ 52387 h 1931671"/>
              <a:gd name="connsiteX230" fmla="*/ 11877407 w 12191996"/>
              <a:gd name="connsiteY230" fmla="*/ 68262 h 1931671"/>
              <a:gd name="connsiteX231" fmla="*/ 11915507 w 12191996"/>
              <a:gd name="connsiteY231" fmla="*/ 87312 h 1931671"/>
              <a:gd name="connsiteX232" fmla="*/ 11953607 w 12191996"/>
              <a:gd name="connsiteY232" fmla="*/ 106362 h 1931671"/>
              <a:gd name="connsiteX233" fmla="*/ 11990119 w 12191996"/>
              <a:gd name="connsiteY233" fmla="*/ 125412 h 1931671"/>
              <a:gd name="connsiteX234" fmla="*/ 12031395 w 12191996"/>
              <a:gd name="connsiteY234" fmla="*/ 141287 h 1931671"/>
              <a:gd name="connsiteX235" fmla="*/ 12077431 w 12191996"/>
              <a:gd name="connsiteY235" fmla="*/ 155575 h 1931671"/>
              <a:gd name="connsiteX236" fmla="*/ 12129819 w 12191996"/>
              <a:gd name="connsiteY236" fmla="*/ 166688 h 1931671"/>
              <a:gd name="connsiteX237" fmla="*/ 12190145 w 12191996"/>
              <a:gd name="connsiteY237" fmla="*/ 174625 h 1931671"/>
              <a:gd name="connsiteX238" fmla="*/ 12191996 w 12191996"/>
              <a:gd name="connsiteY238" fmla="*/ 174668 h 1931671"/>
              <a:gd name="connsiteX239" fmla="*/ 12191996 w 12191996"/>
              <a:gd name="connsiteY239" fmla="*/ 1931671 h 1931671"/>
              <a:gd name="connsiteX240" fmla="*/ 0 w 12191996"/>
              <a:gd name="connsiteY240" fmla="*/ 1931671 h 1931671"/>
              <a:gd name="connsiteX241" fmla="*/ 0 w 12191996"/>
              <a:gd name="connsiteY241" fmla="*/ 174668 h 1931671"/>
              <a:gd name="connsiteX242" fmla="*/ 1851 w 12191996"/>
              <a:gd name="connsiteY242" fmla="*/ 174625 h 1931671"/>
              <a:gd name="connsiteX243" fmla="*/ 62176 w 12191996"/>
              <a:gd name="connsiteY243" fmla="*/ 166687 h 1931671"/>
              <a:gd name="connsiteX244" fmla="*/ 114563 w 12191996"/>
              <a:gd name="connsiteY244" fmla="*/ 155575 h 1931671"/>
              <a:gd name="connsiteX245" fmla="*/ 160601 w 12191996"/>
              <a:gd name="connsiteY245" fmla="*/ 141287 h 1931671"/>
              <a:gd name="connsiteX246" fmla="*/ 201876 w 12191996"/>
              <a:gd name="connsiteY246" fmla="*/ 125412 h 1931671"/>
              <a:gd name="connsiteX247" fmla="*/ 238388 w 12191996"/>
              <a:gd name="connsiteY247" fmla="*/ 106362 h 1931671"/>
              <a:gd name="connsiteX248" fmla="*/ 276488 w 12191996"/>
              <a:gd name="connsiteY248" fmla="*/ 87312 h 1931671"/>
              <a:gd name="connsiteX249" fmla="*/ 314588 w 12191996"/>
              <a:gd name="connsiteY249" fmla="*/ 68262 h 1931671"/>
              <a:gd name="connsiteX250" fmla="*/ 351101 w 12191996"/>
              <a:gd name="connsiteY250" fmla="*/ 52387 h 1931671"/>
              <a:gd name="connsiteX251" fmla="*/ 392376 w 12191996"/>
              <a:gd name="connsiteY251" fmla="*/ 36512 h 1931671"/>
              <a:gd name="connsiteX252" fmla="*/ 438413 w 12191996"/>
              <a:gd name="connsiteY252" fmla="*/ 20637 h 1931671"/>
              <a:gd name="connsiteX253" fmla="*/ 490801 w 12191996"/>
              <a:gd name="connsiteY253" fmla="*/ 9525 h 1931671"/>
              <a:gd name="connsiteX254" fmla="*/ 551126 w 12191996"/>
              <a:gd name="connsiteY254" fmla="*/ 3175 h 1931671"/>
              <a:gd name="connsiteX255" fmla="*/ 619388 w 12191996"/>
              <a:gd name="connsiteY255" fmla="*/ 0 h 19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1931671">
                <a:moveTo>
                  <a:pt x="619388" y="0"/>
                </a:moveTo>
                <a:lnTo>
                  <a:pt x="687651" y="3175"/>
                </a:lnTo>
                <a:lnTo>
                  <a:pt x="747976" y="9525"/>
                </a:lnTo>
                <a:lnTo>
                  <a:pt x="800363" y="20637"/>
                </a:lnTo>
                <a:lnTo>
                  <a:pt x="846401" y="36512"/>
                </a:lnTo>
                <a:lnTo>
                  <a:pt x="887676" y="52387"/>
                </a:lnTo>
                <a:lnTo>
                  <a:pt x="924188" y="68262"/>
                </a:lnTo>
                <a:lnTo>
                  <a:pt x="962288" y="87312"/>
                </a:lnTo>
                <a:lnTo>
                  <a:pt x="1000388" y="106362"/>
                </a:lnTo>
                <a:lnTo>
                  <a:pt x="1036901" y="125412"/>
                </a:lnTo>
                <a:lnTo>
                  <a:pt x="1078176" y="141287"/>
                </a:lnTo>
                <a:lnTo>
                  <a:pt x="1124213" y="155575"/>
                </a:lnTo>
                <a:lnTo>
                  <a:pt x="1176601" y="166687"/>
                </a:lnTo>
                <a:lnTo>
                  <a:pt x="1236926" y="174625"/>
                </a:lnTo>
                <a:lnTo>
                  <a:pt x="1305188" y="176212"/>
                </a:lnTo>
                <a:lnTo>
                  <a:pt x="1373451" y="174625"/>
                </a:lnTo>
                <a:lnTo>
                  <a:pt x="1433776" y="166687"/>
                </a:lnTo>
                <a:lnTo>
                  <a:pt x="1486163" y="155575"/>
                </a:lnTo>
                <a:lnTo>
                  <a:pt x="1532201" y="141287"/>
                </a:lnTo>
                <a:lnTo>
                  <a:pt x="1573476" y="125412"/>
                </a:lnTo>
                <a:lnTo>
                  <a:pt x="1609988" y="106362"/>
                </a:lnTo>
                <a:lnTo>
                  <a:pt x="1648088" y="87312"/>
                </a:lnTo>
                <a:lnTo>
                  <a:pt x="1686188" y="68262"/>
                </a:lnTo>
                <a:lnTo>
                  <a:pt x="1722701" y="52387"/>
                </a:lnTo>
                <a:lnTo>
                  <a:pt x="1763976" y="36512"/>
                </a:lnTo>
                <a:lnTo>
                  <a:pt x="1810013" y="20637"/>
                </a:lnTo>
                <a:lnTo>
                  <a:pt x="1862401" y="9525"/>
                </a:lnTo>
                <a:lnTo>
                  <a:pt x="1922726" y="3175"/>
                </a:lnTo>
                <a:lnTo>
                  <a:pt x="1990988" y="0"/>
                </a:lnTo>
                <a:lnTo>
                  <a:pt x="2059251" y="3175"/>
                </a:lnTo>
                <a:lnTo>
                  <a:pt x="2119576" y="9525"/>
                </a:lnTo>
                <a:lnTo>
                  <a:pt x="2171963" y="20637"/>
                </a:lnTo>
                <a:lnTo>
                  <a:pt x="2218001" y="36512"/>
                </a:lnTo>
                <a:lnTo>
                  <a:pt x="2259276" y="52387"/>
                </a:lnTo>
                <a:lnTo>
                  <a:pt x="2295788" y="68262"/>
                </a:lnTo>
                <a:lnTo>
                  <a:pt x="2333888" y="87312"/>
                </a:lnTo>
                <a:lnTo>
                  <a:pt x="2371988" y="106362"/>
                </a:lnTo>
                <a:lnTo>
                  <a:pt x="2408501" y="125412"/>
                </a:lnTo>
                <a:lnTo>
                  <a:pt x="2449776" y="141287"/>
                </a:lnTo>
                <a:lnTo>
                  <a:pt x="2495813" y="155575"/>
                </a:lnTo>
                <a:lnTo>
                  <a:pt x="2548201" y="166687"/>
                </a:lnTo>
                <a:lnTo>
                  <a:pt x="2608526" y="174625"/>
                </a:lnTo>
                <a:lnTo>
                  <a:pt x="2676788" y="176212"/>
                </a:lnTo>
                <a:lnTo>
                  <a:pt x="2745051" y="174625"/>
                </a:lnTo>
                <a:lnTo>
                  <a:pt x="2805376" y="166687"/>
                </a:lnTo>
                <a:lnTo>
                  <a:pt x="2857763" y="155575"/>
                </a:lnTo>
                <a:lnTo>
                  <a:pt x="2903801" y="141287"/>
                </a:lnTo>
                <a:lnTo>
                  <a:pt x="2945076" y="125412"/>
                </a:lnTo>
                <a:lnTo>
                  <a:pt x="2981588" y="106362"/>
                </a:lnTo>
                <a:lnTo>
                  <a:pt x="3019688" y="87312"/>
                </a:lnTo>
                <a:lnTo>
                  <a:pt x="3057788" y="68262"/>
                </a:lnTo>
                <a:lnTo>
                  <a:pt x="3094301" y="52387"/>
                </a:lnTo>
                <a:lnTo>
                  <a:pt x="3135576" y="36512"/>
                </a:lnTo>
                <a:lnTo>
                  <a:pt x="3181613" y="20637"/>
                </a:lnTo>
                <a:lnTo>
                  <a:pt x="3234001" y="9525"/>
                </a:lnTo>
                <a:lnTo>
                  <a:pt x="3294326" y="3175"/>
                </a:lnTo>
                <a:lnTo>
                  <a:pt x="3361001" y="0"/>
                </a:lnTo>
                <a:lnTo>
                  <a:pt x="3430851" y="3175"/>
                </a:lnTo>
                <a:lnTo>
                  <a:pt x="3491176" y="9525"/>
                </a:lnTo>
                <a:lnTo>
                  <a:pt x="3543563" y="20637"/>
                </a:lnTo>
                <a:lnTo>
                  <a:pt x="3589601" y="36512"/>
                </a:lnTo>
                <a:lnTo>
                  <a:pt x="3630876" y="52387"/>
                </a:lnTo>
                <a:lnTo>
                  <a:pt x="3667388" y="68262"/>
                </a:lnTo>
                <a:lnTo>
                  <a:pt x="3705488" y="87312"/>
                </a:lnTo>
                <a:lnTo>
                  <a:pt x="3743588" y="106362"/>
                </a:lnTo>
                <a:lnTo>
                  <a:pt x="3780101" y="125412"/>
                </a:lnTo>
                <a:lnTo>
                  <a:pt x="3821376" y="141287"/>
                </a:lnTo>
                <a:lnTo>
                  <a:pt x="3867413" y="155575"/>
                </a:lnTo>
                <a:lnTo>
                  <a:pt x="3919801" y="166687"/>
                </a:lnTo>
                <a:lnTo>
                  <a:pt x="3980126" y="174625"/>
                </a:lnTo>
                <a:lnTo>
                  <a:pt x="4048388" y="176212"/>
                </a:lnTo>
                <a:lnTo>
                  <a:pt x="4116651" y="174625"/>
                </a:lnTo>
                <a:lnTo>
                  <a:pt x="4176976" y="166687"/>
                </a:lnTo>
                <a:lnTo>
                  <a:pt x="4229363" y="155575"/>
                </a:lnTo>
                <a:lnTo>
                  <a:pt x="4275401" y="141287"/>
                </a:lnTo>
                <a:lnTo>
                  <a:pt x="4316676" y="125412"/>
                </a:lnTo>
                <a:lnTo>
                  <a:pt x="4353188" y="106362"/>
                </a:lnTo>
                <a:lnTo>
                  <a:pt x="4429388" y="68262"/>
                </a:lnTo>
                <a:lnTo>
                  <a:pt x="4465901" y="52387"/>
                </a:lnTo>
                <a:lnTo>
                  <a:pt x="4507176" y="36512"/>
                </a:lnTo>
                <a:lnTo>
                  <a:pt x="4553214" y="20637"/>
                </a:lnTo>
                <a:lnTo>
                  <a:pt x="4605601" y="9525"/>
                </a:lnTo>
                <a:lnTo>
                  <a:pt x="4665927" y="3175"/>
                </a:lnTo>
                <a:lnTo>
                  <a:pt x="4734188" y="0"/>
                </a:lnTo>
                <a:lnTo>
                  <a:pt x="4802452" y="3175"/>
                </a:lnTo>
                <a:lnTo>
                  <a:pt x="4862776" y="9525"/>
                </a:lnTo>
                <a:lnTo>
                  <a:pt x="4915164" y="20637"/>
                </a:lnTo>
                <a:lnTo>
                  <a:pt x="4961200" y="36512"/>
                </a:lnTo>
                <a:lnTo>
                  <a:pt x="5002476" y="52387"/>
                </a:lnTo>
                <a:lnTo>
                  <a:pt x="5038988" y="68262"/>
                </a:lnTo>
                <a:lnTo>
                  <a:pt x="5077089" y="87312"/>
                </a:lnTo>
                <a:lnTo>
                  <a:pt x="5115188" y="106362"/>
                </a:lnTo>
                <a:lnTo>
                  <a:pt x="5151700" y="125412"/>
                </a:lnTo>
                <a:lnTo>
                  <a:pt x="5192976" y="141287"/>
                </a:lnTo>
                <a:lnTo>
                  <a:pt x="5239013" y="155575"/>
                </a:lnTo>
                <a:lnTo>
                  <a:pt x="5291400" y="166687"/>
                </a:lnTo>
                <a:lnTo>
                  <a:pt x="5351726" y="174625"/>
                </a:lnTo>
                <a:lnTo>
                  <a:pt x="5410198" y="175985"/>
                </a:lnTo>
                <a:lnTo>
                  <a:pt x="5468670" y="174625"/>
                </a:lnTo>
                <a:lnTo>
                  <a:pt x="5528995" y="166687"/>
                </a:lnTo>
                <a:lnTo>
                  <a:pt x="5581382" y="155575"/>
                </a:lnTo>
                <a:lnTo>
                  <a:pt x="5627420" y="141287"/>
                </a:lnTo>
                <a:lnTo>
                  <a:pt x="5668695" y="125412"/>
                </a:lnTo>
                <a:lnTo>
                  <a:pt x="5705208" y="106362"/>
                </a:lnTo>
                <a:lnTo>
                  <a:pt x="5743307" y="87312"/>
                </a:lnTo>
                <a:lnTo>
                  <a:pt x="5781407" y="68262"/>
                </a:lnTo>
                <a:lnTo>
                  <a:pt x="5817920" y="52387"/>
                </a:lnTo>
                <a:lnTo>
                  <a:pt x="5859195" y="36512"/>
                </a:lnTo>
                <a:lnTo>
                  <a:pt x="5905233" y="20637"/>
                </a:lnTo>
                <a:lnTo>
                  <a:pt x="5957620" y="9525"/>
                </a:lnTo>
                <a:lnTo>
                  <a:pt x="6017946" y="3175"/>
                </a:lnTo>
                <a:lnTo>
                  <a:pt x="6086208" y="0"/>
                </a:lnTo>
                <a:lnTo>
                  <a:pt x="6095998" y="455"/>
                </a:lnTo>
                <a:lnTo>
                  <a:pt x="6105788" y="0"/>
                </a:lnTo>
                <a:lnTo>
                  <a:pt x="6174051" y="3175"/>
                </a:lnTo>
                <a:lnTo>
                  <a:pt x="6234376" y="9525"/>
                </a:lnTo>
                <a:lnTo>
                  <a:pt x="6286763" y="20637"/>
                </a:lnTo>
                <a:lnTo>
                  <a:pt x="6332801" y="36512"/>
                </a:lnTo>
                <a:lnTo>
                  <a:pt x="6374076" y="52387"/>
                </a:lnTo>
                <a:lnTo>
                  <a:pt x="6410588" y="68262"/>
                </a:lnTo>
                <a:lnTo>
                  <a:pt x="6448688" y="87312"/>
                </a:lnTo>
                <a:lnTo>
                  <a:pt x="6486788" y="106362"/>
                </a:lnTo>
                <a:lnTo>
                  <a:pt x="6523301" y="125412"/>
                </a:lnTo>
                <a:lnTo>
                  <a:pt x="6564576" y="141287"/>
                </a:lnTo>
                <a:lnTo>
                  <a:pt x="6610613" y="155575"/>
                </a:lnTo>
                <a:lnTo>
                  <a:pt x="6663001" y="166687"/>
                </a:lnTo>
                <a:lnTo>
                  <a:pt x="6723326" y="174625"/>
                </a:lnTo>
                <a:lnTo>
                  <a:pt x="6781798" y="175985"/>
                </a:lnTo>
                <a:lnTo>
                  <a:pt x="6840270" y="174625"/>
                </a:lnTo>
                <a:lnTo>
                  <a:pt x="6900595" y="166687"/>
                </a:lnTo>
                <a:lnTo>
                  <a:pt x="6952982" y="155575"/>
                </a:lnTo>
                <a:lnTo>
                  <a:pt x="6999020" y="141287"/>
                </a:lnTo>
                <a:lnTo>
                  <a:pt x="7040295" y="125412"/>
                </a:lnTo>
                <a:lnTo>
                  <a:pt x="7076807" y="106362"/>
                </a:lnTo>
                <a:lnTo>
                  <a:pt x="7114907" y="87312"/>
                </a:lnTo>
                <a:lnTo>
                  <a:pt x="7153007" y="68262"/>
                </a:lnTo>
                <a:lnTo>
                  <a:pt x="7189520" y="52387"/>
                </a:lnTo>
                <a:lnTo>
                  <a:pt x="7230795" y="36512"/>
                </a:lnTo>
                <a:lnTo>
                  <a:pt x="7276832" y="20637"/>
                </a:lnTo>
                <a:lnTo>
                  <a:pt x="7329220" y="9525"/>
                </a:lnTo>
                <a:lnTo>
                  <a:pt x="7389545" y="3175"/>
                </a:lnTo>
                <a:lnTo>
                  <a:pt x="7457807" y="0"/>
                </a:lnTo>
                <a:lnTo>
                  <a:pt x="7526070" y="3175"/>
                </a:lnTo>
                <a:lnTo>
                  <a:pt x="7586395" y="9525"/>
                </a:lnTo>
                <a:lnTo>
                  <a:pt x="7638782" y="20637"/>
                </a:lnTo>
                <a:lnTo>
                  <a:pt x="7684820" y="36512"/>
                </a:lnTo>
                <a:lnTo>
                  <a:pt x="7726095" y="52387"/>
                </a:lnTo>
                <a:lnTo>
                  <a:pt x="7762607" y="68262"/>
                </a:lnTo>
                <a:lnTo>
                  <a:pt x="7800707" y="87312"/>
                </a:lnTo>
                <a:lnTo>
                  <a:pt x="7838807" y="106362"/>
                </a:lnTo>
                <a:lnTo>
                  <a:pt x="7875320" y="125412"/>
                </a:lnTo>
                <a:lnTo>
                  <a:pt x="7916595" y="141287"/>
                </a:lnTo>
                <a:lnTo>
                  <a:pt x="7962632" y="155575"/>
                </a:lnTo>
                <a:lnTo>
                  <a:pt x="8015020" y="166687"/>
                </a:lnTo>
                <a:lnTo>
                  <a:pt x="8075345" y="174625"/>
                </a:lnTo>
                <a:lnTo>
                  <a:pt x="8143607" y="176212"/>
                </a:lnTo>
                <a:lnTo>
                  <a:pt x="8211870" y="174625"/>
                </a:lnTo>
                <a:lnTo>
                  <a:pt x="8272195" y="166687"/>
                </a:lnTo>
                <a:lnTo>
                  <a:pt x="8324582" y="155575"/>
                </a:lnTo>
                <a:lnTo>
                  <a:pt x="8370620" y="141287"/>
                </a:lnTo>
                <a:lnTo>
                  <a:pt x="8411895" y="125412"/>
                </a:lnTo>
                <a:lnTo>
                  <a:pt x="8448407" y="106362"/>
                </a:lnTo>
                <a:lnTo>
                  <a:pt x="8486507" y="87312"/>
                </a:lnTo>
                <a:lnTo>
                  <a:pt x="8524607" y="68262"/>
                </a:lnTo>
                <a:lnTo>
                  <a:pt x="8561119" y="52387"/>
                </a:lnTo>
                <a:lnTo>
                  <a:pt x="8602395" y="36512"/>
                </a:lnTo>
                <a:lnTo>
                  <a:pt x="8648431" y="20637"/>
                </a:lnTo>
                <a:lnTo>
                  <a:pt x="8700819" y="9525"/>
                </a:lnTo>
                <a:lnTo>
                  <a:pt x="8761145" y="3175"/>
                </a:lnTo>
                <a:lnTo>
                  <a:pt x="8827819" y="0"/>
                </a:lnTo>
                <a:lnTo>
                  <a:pt x="8897669" y="3175"/>
                </a:lnTo>
                <a:lnTo>
                  <a:pt x="8957995" y="9525"/>
                </a:lnTo>
                <a:lnTo>
                  <a:pt x="9010381" y="20637"/>
                </a:lnTo>
                <a:lnTo>
                  <a:pt x="9056419" y="36512"/>
                </a:lnTo>
                <a:lnTo>
                  <a:pt x="9097695" y="52387"/>
                </a:lnTo>
                <a:lnTo>
                  <a:pt x="9134207" y="68262"/>
                </a:lnTo>
                <a:lnTo>
                  <a:pt x="9172307" y="87312"/>
                </a:lnTo>
                <a:lnTo>
                  <a:pt x="9210407" y="106362"/>
                </a:lnTo>
                <a:lnTo>
                  <a:pt x="9246919" y="125412"/>
                </a:lnTo>
                <a:lnTo>
                  <a:pt x="9288195" y="141287"/>
                </a:lnTo>
                <a:lnTo>
                  <a:pt x="9334231" y="155575"/>
                </a:lnTo>
                <a:lnTo>
                  <a:pt x="9386619" y="166687"/>
                </a:lnTo>
                <a:lnTo>
                  <a:pt x="9446945" y="174625"/>
                </a:lnTo>
                <a:lnTo>
                  <a:pt x="9515207" y="176212"/>
                </a:lnTo>
                <a:lnTo>
                  <a:pt x="9583469" y="174625"/>
                </a:lnTo>
                <a:lnTo>
                  <a:pt x="9643795" y="166687"/>
                </a:lnTo>
                <a:lnTo>
                  <a:pt x="9696181" y="155575"/>
                </a:lnTo>
                <a:lnTo>
                  <a:pt x="9742219" y="141287"/>
                </a:lnTo>
                <a:lnTo>
                  <a:pt x="9783495" y="125412"/>
                </a:lnTo>
                <a:lnTo>
                  <a:pt x="9820007" y="106362"/>
                </a:lnTo>
                <a:lnTo>
                  <a:pt x="9896207" y="68262"/>
                </a:lnTo>
                <a:lnTo>
                  <a:pt x="9932719" y="52387"/>
                </a:lnTo>
                <a:lnTo>
                  <a:pt x="9973995" y="36512"/>
                </a:lnTo>
                <a:lnTo>
                  <a:pt x="10020031" y="20637"/>
                </a:lnTo>
                <a:lnTo>
                  <a:pt x="10072419" y="9525"/>
                </a:lnTo>
                <a:lnTo>
                  <a:pt x="10132745" y="3175"/>
                </a:lnTo>
                <a:lnTo>
                  <a:pt x="10201007" y="0"/>
                </a:lnTo>
                <a:lnTo>
                  <a:pt x="10269269" y="3175"/>
                </a:lnTo>
                <a:lnTo>
                  <a:pt x="10329595" y="9525"/>
                </a:lnTo>
                <a:lnTo>
                  <a:pt x="10381981" y="20637"/>
                </a:lnTo>
                <a:lnTo>
                  <a:pt x="10428019" y="36512"/>
                </a:lnTo>
                <a:lnTo>
                  <a:pt x="10469295" y="52387"/>
                </a:lnTo>
                <a:lnTo>
                  <a:pt x="10505807" y="68262"/>
                </a:lnTo>
                <a:lnTo>
                  <a:pt x="10543907" y="87312"/>
                </a:lnTo>
                <a:lnTo>
                  <a:pt x="10582007" y="106362"/>
                </a:lnTo>
                <a:lnTo>
                  <a:pt x="10618519" y="125412"/>
                </a:lnTo>
                <a:lnTo>
                  <a:pt x="10659795" y="141287"/>
                </a:lnTo>
                <a:lnTo>
                  <a:pt x="10705831" y="155575"/>
                </a:lnTo>
                <a:lnTo>
                  <a:pt x="10758219" y="166687"/>
                </a:lnTo>
                <a:lnTo>
                  <a:pt x="10818545" y="174625"/>
                </a:lnTo>
                <a:lnTo>
                  <a:pt x="10886807" y="176212"/>
                </a:lnTo>
                <a:lnTo>
                  <a:pt x="10955069" y="174625"/>
                </a:lnTo>
                <a:lnTo>
                  <a:pt x="11015395" y="166687"/>
                </a:lnTo>
                <a:lnTo>
                  <a:pt x="11067781" y="155575"/>
                </a:lnTo>
                <a:lnTo>
                  <a:pt x="11113819" y="141287"/>
                </a:lnTo>
                <a:lnTo>
                  <a:pt x="11155095" y="125412"/>
                </a:lnTo>
                <a:lnTo>
                  <a:pt x="11191607" y="106362"/>
                </a:lnTo>
                <a:lnTo>
                  <a:pt x="11229707" y="87312"/>
                </a:lnTo>
                <a:lnTo>
                  <a:pt x="11267807" y="68262"/>
                </a:lnTo>
                <a:lnTo>
                  <a:pt x="11304319" y="52387"/>
                </a:lnTo>
                <a:lnTo>
                  <a:pt x="11345595" y="36512"/>
                </a:lnTo>
                <a:lnTo>
                  <a:pt x="11391631" y="20637"/>
                </a:lnTo>
                <a:lnTo>
                  <a:pt x="11444019" y="9525"/>
                </a:lnTo>
                <a:lnTo>
                  <a:pt x="11504345" y="3175"/>
                </a:lnTo>
                <a:lnTo>
                  <a:pt x="11572607" y="0"/>
                </a:lnTo>
                <a:lnTo>
                  <a:pt x="11640869" y="3175"/>
                </a:lnTo>
                <a:lnTo>
                  <a:pt x="11701195" y="9525"/>
                </a:lnTo>
                <a:lnTo>
                  <a:pt x="11753581" y="20637"/>
                </a:lnTo>
                <a:lnTo>
                  <a:pt x="11799619" y="36512"/>
                </a:lnTo>
                <a:lnTo>
                  <a:pt x="11840895" y="52387"/>
                </a:lnTo>
                <a:lnTo>
                  <a:pt x="11877407" y="68262"/>
                </a:lnTo>
                <a:lnTo>
                  <a:pt x="11915507" y="87312"/>
                </a:lnTo>
                <a:lnTo>
                  <a:pt x="11953607" y="106362"/>
                </a:lnTo>
                <a:lnTo>
                  <a:pt x="11990119" y="125412"/>
                </a:lnTo>
                <a:lnTo>
                  <a:pt x="12031395" y="141287"/>
                </a:lnTo>
                <a:lnTo>
                  <a:pt x="12077431" y="155575"/>
                </a:lnTo>
                <a:lnTo>
                  <a:pt x="12129819" y="166688"/>
                </a:lnTo>
                <a:lnTo>
                  <a:pt x="12190145" y="174625"/>
                </a:lnTo>
                <a:lnTo>
                  <a:pt x="12191996" y="174668"/>
                </a:lnTo>
                <a:lnTo>
                  <a:pt x="12191996" y="1931671"/>
                </a:lnTo>
                <a:lnTo>
                  <a:pt x="0" y="1931671"/>
                </a:lnTo>
                <a:lnTo>
                  <a:pt x="0" y="174668"/>
                </a:lnTo>
                <a:lnTo>
                  <a:pt x="1851" y="174625"/>
                </a:lnTo>
                <a:lnTo>
                  <a:pt x="62176" y="166687"/>
                </a:lnTo>
                <a:lnTo>
                  <a:pt x="114563" y="155575"/>
                </a:lnTo>
                <a:lnTo>
                  <a:pt x="160601" y="141287"/>
                </a:lnTo>
                <a:lnTo>
                  <a:pt x="201876" y="125412"/>
                </a:lnTo>
                <a:lnTo>
                  <a:pt x="238388" y="106362"/>
                </a:lnTo>
                <a:lnTo>
                  <a:pt x="276488" y="87312"/>
                </a:lnTo>
                <a:lnTo>
                  <a:pt x="314588" y="68262"/>
                </a:lnTo>
                <a:lnTo>
                  <a:pt x="351101" y="52387"/>
                </a:lnTo>
                <a:lnTo>
                  <a:pt x="392376" y="36512"/>
                </a:lnTo>
                <a:lnTo>
                  <a:pt x="438413" y="20637"/>
                </a:lnTo>
                <a:lnTo>
                  <a:pt x="490801" y="9525"/>
                </a:lnTo>
                <a:lnTo>
                  <a:pt x="551126" y="3175"/>
                </a:lnTo>
                <a:lnTo>
                  <a:pt x="619388" y="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9957036-C837-4C4C-BBF0-4A0EC52A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5102540"/>
          </a:xfrm>
          <a:custGeom>
            <a:avLst/>
            <a:gdLst>
              <a:gd name="connsiteX0" fmla="*/ 0 w 12191996"/>
              <a:gd name="connsiteY0" fmla="*/ 0 h 5102540"/>
              <a:gd name="connsiteX1" fmla="*/ 12191996 w 12191996"/>
              <a:gd name="connsiteY1" fmla="*/ 0 h 5102540"/>
              <a:gd name="connsiteX2" fmla="*/ 12191996 w 12191996"/>
              <a:gd name="connsiteY2" fmla="*/ 5100996 h 5102540"/>
              <a:gd name="connsiteX3" fmla="*/ 12190145 w 12191996"/>
              <a:gd name="connsiteY3" fmla="*/ 5100953 h 5102540"/>
              <a:gd name="connsiteX4" fmla="*/ 12129819 w 12191996"/>
              <a:gd name="connsiteY4" fmla="*/ 5093016 h 5102540"/>
              <a:gd name="connsiteX5" fmla="*/ 12077431 w 12191996"/>
              <a:gd name="connsiteY5" fmla="*/ 5081903 h 5102540"/>
              <a:gd name="connsiteX6" fmla="*/ 12031395 w 12191996"/>
              <a:gd name="connsiteY6" fmla="*/ 5067615 h 5102540"/>
              <a:gd name="connsiteX7" fmla="*/ 11990119 w 12191996"/>
              <a:gd name="connsiteY7" fmla="*/ 5051740 h 5102540"/>
              <a:gd name="connsiteX8" fmla="*/ 11953607 w 12191996"/>
              <a:gd name="connsiteY8" fmla="*/ 5032690 h 5102540"/>
              <a:gd name="connsiteX9" fmla="*/ 11915507 w 12191996"/>
              <a:gd name="connsiteY9" fmla="*/ 5013640 h 5102540"/>
              <a:gd name="connsiteX10" fmla="*/ 11877407 w 12191996"/>
              <a:gd name="connsiteY10" fmla="*/ 4994590 h 5102540"/>
              <a:gd name="connsiteX11" fmla="*/ 11840895 w 12191996"/>
              <a:gd name="connsiteY11" fmla="*/ 4978715 h 5102540"/>
              <a:gd name="connsiteX12" fmla="*/ 11799619 w 12191996"/>
              <a:gd name="connsiteY12" fmla="*/ 4962840 h 5102540"/>
              <a:gd name="connsiteX13" fmla="*/ 11753581 w 12191996"/>
              <a:gd name="connsiteY13" fmla="*/ 4946965 h 5102540"/>
              <a:gd name="connsiteX14" fmla="*/ 11701195 w 12191996"/>
              <a:gd name="connsiteY14" fmla="*/ 4935853 h 5102540"/>
              <a:gd name="connsiteX15" fmla="*/ 11640869 w 12191996"/>
              <a:gd name="connsiteY15" fmla="*/ 4929503 h 5102540"/>
              <a:gd name="connsiteX16" fmla="*/ 11572607 w 12191996"/>
              <a:gd name="connsiteY16" fmla="*/ 4926328 h 5102540"/>
              <a:gd name="connsiteX17" fmla="*/ 11504345 w 12191996"/>
              <a:gd name="connsiteY17" fmla="*/ 4929503 h 5102540"/>
              <a:gd name="connsiteX18" fmla="*/ 11444019 w 12191996"/>
              <a:gd name="connsiteY18" fmla="*/ 4935853 h 5102540"/>
              <a:gd name="connsiteX19" fmla="*/ 11391631 w 12191996"/>
              <a:gd name="connsiteY19" fmla="*/ 4946965 h 5102540"/>
              <a:gd name="connsiteX20" fmla="*/ 11345595 w 12191996"/>
              <a:gd name="connsiteY20" fmla="*/ 4962840 h 5102540"/>
              <a:gd name="connsiteX21" fmla="*/ 11304319 w 12191996"/>
              <a:gd name="connsiteY21" fmla="*/ 4978715 h 5102540"/>
              <a:gd name="connsiteX22" fmla="*/ 11267807 w 12191996"/>
              <a:gd name="connsiteY22" fmla="*/ 4994590 h 5102540"/>
              <a:gd name="connsiteX23" fmla="*/ 11229707 w 12191996"/>
              <a:gd name="connsiteY23" fmla="*/ 5013640 h 5102540"/>
              <a:gd name="connsiteX24" fmla="*/ 11191607 w 12191996"/>
              <a:gd name="connsiteY24" fmla="*/ 5032690 h 5102540"/>
              <a:gd name="connsiteX25" fmla="*/ 11155095 w 12191996"/>
              <a:gd name="connsiteY25" fmla="*/ 5051740 h 5102540"/>
              <a:gd name="connsiteX26" fmla="*/ 11113819 w 12191996"/>
              <a:gd name="connsiteY26" fmla="*/ 5067615 h 5102540"/>
              <a:gd name="connsiteX27" fmla="*/ 11067781 w 12191996"/>
              <a:gd name="connsiteY27" fmla="*/ 5081903 h 5102540"/>
              <a:gd name="connsiteX28" fmla="*/ 11015395 w 12191996"/>
              <a:gd name="connsiteY28" fmla="*/ 5093015 h 5102540"/>
              <a:gd name="connsiteX29" fmla="*/ 10955069 w 12191996"/>
              <a:gd name="connsiteY29" fmla="*/ 5100953 h 5102540"/>
              <a:gd name="connsiteX30" fmla="*/ 10886807 w 12191996"/>
              <a:gd name="connsiteY30" fmla="*/ 5102540 h 5102540"/>
              <a:gd name="connsiteX31" fmla="*/ 10818545 w 12191996"/>
              <a:gd name="connsiteY31" fmla="*/ 5100953 h 5102540"/>
              <a:gd name="connsiteX32" fmla="*/ 10758219 w 12191996"/>
              <a:gd name="connsiteY32" fmla="*/ 5093015 h 5102540"/>
              <a:gd name="connsiteX33" fmla="*/ 10705831 w 12191996"/>
              <a:gd name="connsiteY33" fmla="*/ 5081903 h 5102540"/>
              <a:gd name="connsiteX34" fmla="*/ 10659795 w 12191996"/>
              <a:gd name="connsiteY34" fmla="*/ 5067615 h 5102540"/>
              <a:gd name="connsiteX35" fmla="*/ 10618519 w 12191996"/>
              <a:gd name="connsiteY35" fmla="*/ 5051740 h 5102540"/>
              <a:gd name="connsiteX36" fmla="*/ 10582007 w 12191996"/>
              <a:gd name="connsiteY36" fmla="*/ 5032690 h 5102540"/>
              <a:gd name="connsiteX37" fmla="*/ 10543907 w 12191996"/>
              <a:gd name="connsiteY37" fmla="*/ 5013640 h 5102540"/>
              <a:gd name="connsiteX38" fmla="*/ 10505807 w 12191996"/>
              <a:gd name="connsiteY38" fmla="*/ 4994590 h 5102540"/>
              <a:gd name="connsiteX39" fmla="*/ 10469295 w 12191996"/>
              <a:gd name="connsiteY39" fmla="*/ 4978715 h 5102540"/>
              <a:gd name="connsiteX40" fmla="*/ 10428019 w 12191996"/>
              <a:gd name="connsiteY40" fmla="*/ 4962840 h 5102540"/>
              <a:gd name="connsiteX41" fmla="*/ 10381981 w 12191996"/>
              <a:gd name="connsiteY41" fmla="*/ 4946965 h 5102540"/>
              <a:gd name="connsiteX42" fmla="*/ 10329595 w 12191996"/>
              <a:gd name="connsiteY42" fmla="*/ 4935853 h 5102540"/>
              <a:gd name="connsiteX43" fmla="*/ 10269269 w 12191996"/>
              <a:gd name="connsiteY43" fmla="*/ 4929503 h 5102540"/>
              <a:gd name="connsiteX44" fmla="*/ 10201007 w 12191996"/>
              <a:gd name="connsiteY44" fmla="*/ 4926328 h 5102540"/>
              <a:gd name="connsiteX45" fmla="*/ 10132745 w 12191996"/>
              <a:gd name="connsiteY45" fmla="*/ 4929503 h 5102540"/>
              <a:gd name="connsiteX46" fmla="*/ 10072419 w 12191996"/>
              <a:gd name="connsiteY46" fmla="*/ 4935853 h 5102540"/>
              <a:gd name="connsiteX47" fmla="*/ 10020031 w 12191996"/>
              <a:gd name="connsiteY47" fmla="*/ 4946965 h 5102540"/>
              <a:gd name="connsiteX48" fmla="*/ 9973995 w 12191996"/>
              <a:gd name="connsiteY48" fmla="*/ 4962840 h 5102540"/>
              <a:gd name="connsiteX49" fmla="*/ 9932719 w 12191996"/>
              <a:gd name="connsiteY49" fmla="*/ 4978715 h 5102540"/>
              <a:gd name="connsiteX50" fmla="*/ 9896207 w 12191996"/>
              <a:gd name="connsiteY50" fmla="*/ 4994590 h 5102540"/>
              <a:gd name="connsiteX51" fmla="*/ 9820007 w 12191996"/>
              <a:gd name="connsiteY51" fmla="*/ 5032690 h 5102540"/>
              <a:gd name="connsiteX52" fmla="*/ 9783495 w 12191996"/>
              <a:gd name="connsiteY52" fmla="*/ 5051740 h 5102540"/>
              <a:gd name="connsiteX53" fmla="*/ 9742219 w 12191996"/>
              <a:gd name="connsiteY53" fmla="*/ 5067615 h 5102540"/>
              <a:gd name="connsiteX54" fmla="*/ 9696181 w 12191996"/>
              <a:gd name="connsiteY54" fmla="*/ 5081903 h 5102540"/>
              <a:gd name="connsiteX55" fmla="*/ 9643795 w 12191996"/>
              <a:gd name="connsiteY55" fmla="*/ 5093015 h 5102540"/>
              <a:gd name="connsiteX56" fmla="*/ 9583469 w 12191996"/>
              <a:gd name="connsiteY56" fmla="*/ 5100953 h 5102540"/>
              <a:gd name="connsiteX57" fmla="*/ 9515207 w 12191996"/>
              <a:gd name="connsiteY57" fmla="*/ 5102540 h 5102540"/>
              <a:gd name="connsiteX58" fmla="*/ 9446945 w 12191996"/>
              <a:gd name="connsiteY58" fmla="*/ 5100953 h 5102540"/>
              <a:gd name="connsiteX59" fmla="*/ 9386619 w 12191996"/>
              <a:gd name="connsiteY59" fmla="*/ 5093015 h 5102540"/>
              <a:gd name="connsiteX60" fmla="*/ 9334231 w 12191996"/>
              <a:gd name="connsiteY60" fmla="*/ 5081903 h 5102540"/>
              <a:gd name="connsiteX61" fmla="*/ 9288195 w 12191996"/>
              <a:gd name="connsiteY61" fmla="*/ 5067615 h 5102540"/>
              <a:gd name="connsiteX62" fmla="*/ 9246919 w 12191996"/>
              <a:gd name="connsiteY62" fmla="*/ 5051740 h 5102540"/>
              <a:gd name="connsiteX63" fmla="*/ 9210407 w 12191996"/>
              <a:gd name="connsiteY63" fmla="*/ 5032690 h 5102540"/>
              <a:gd name="connsiteX64" fmla="*/ 9172307 w 12191996"/>
              <a:gd name="connsiteY64" fmla="*/ 5013640 h 5102540"/>
              <a:gd name="connsiteX65" fmla="*/ 9134207 w 12191996"/>
              <a:gd name="connsiteY65" fmla="*/ 4994590 h 5102540"/>
              <a:gd name="connsiteX66" fmla="*/ 9097695 w 12191996"/>
              <a:gd name="connsiteY66" fmla="*/ 4978715 h 5102540"/>
              <a:gd name="connsiteX67" fmla="*/ 9056419 w 12191996"/>
              <a:gd name="connsiteY67" fmla="*/ 4962840 h 5102540"/>
              <a:gd name="connsiteX68" fmla="*/ 9010381 w 12191996"/>
              <a:gd name="connsiteY68" fmla="*/ 4946965 h 5102540"/>
              <a:gd name="connsiteX69" fmla="*/ 8957995 w 12191996"/>
              <a:gd name="connsiteY69" fmla="*/ 4935853 h 5102540"/>
              <a:gd name="connsiteX70" fmla="*/ 8897669 w 12191996"/>
              <a:gd name="connsiteY70" fmla="*/ 4929503 h 5102540"/>
              <a:gd name="connsiteX71" fmla="*/ 8827819 w 12191996"/>
              <a:gd name="connsiteY71" fmla="*/ 4926328 h 5102540"/>
              <a:gd name="connsiteX72" fmla="*/ 8761145 w 12191996"/>
              <a:gd name="connsiteY72" fmla="*/ 4929503 h 5102540"/>
              <a:gd name="connsiteX73" fmla="*/ 8700819 w 12191996"/>
              <a:gd name="connsiteY73" fmla="*/ 4935853 h 5102540"/>
              <a:gd name="connsiteX74" fmla="*/ 8648431 w 12191996"/>
              <a:gd name="connsiteY74" fmla="*/ 4946965 h 5102540"/>
              <a:gd name="connsiteX75" fmla="*/ 8602395 w 12191996"/>
              <a:gd name="connsiteY75" fmla="*/ 4962840 h 5102540"/>
              <a:gd name="connsiteX76" fmla="*/ 8561119 w 12191996"/>
              <a:gd name="connsiteY76" fmla="*/ 4978715 h 5102540"/>
              <a:gd name="connsiteX77" fmla="*/ 8524607 w 12191996"/>
              <a:gd name="connsiteY77" fmla="*/ 4994590 h 5102540"/>
              <a:gd name="connsiteX78" fmla="*/ 8486507 w 12191996"/>
              <a:gd name="connsiteY78" fmla="*/ 5013640 h 5102540"/>
              <a:gd name="connsiteX79" fmla="*/ 8448407 w 12191996"/>
              <a:gd name="connsiteY79" fmla="*/ 5032690 h 5102540"/>
              <a:gd name="connsiteX80" fmla="*/ 8411895 w 12191996"/>
              <a:gd name="connsiteY80" fmla="*/ 5051740 h 5102540"/>
              <a:gd name="connsiteX81" fmla="*/ 8370620 w 12191996"/>
              <a:gd name="connsiteY81" fmla="*/ 5067615 h 5102540"/>
              <a:gd name="connsiteX82" fmla="*/ 8324582 w 12191996"/>
              <a:gd name="connsiteY82" fmla="*/ 5081903 h 5102540"/>
              <a:gd name="connsiteX83" fmla="*/ 8272195 w 12191996"/>
              <a:gd name="connsiteY83" fmla="*/ 5093015 h 5102540"/>
              <a:gd name="connsiteX84" fmla="*/ 8211870 w 12191996"/>
              <a:gd name="connsiteY84" fmla="*/ 5100953 h 5102540"/>
              <a:gd name="connsiteX85" fmla="*/ 8143607 w 12191996"/>
              <a:gd name="connsiteY85" fmla="*/ 5102540 h 5102540"/>
              <a:gd name="connsiteX86" fmla="*/ 8075345 w 12191996"/>
              <a:gd name="connsiteY86" fmla="*/ 5100953 h 5102540"/>
              <a:gd name="connsiteX87" fmla="*/ 8015020 w 12191996"/>
              <a:gd name="connsiteY87" fmla="*/ 5093015 h 5102540"/>
              <a:gd name="connsiteX88" fmla="*/ 7962632 w 12191996"/>
              <a:gd name="connsiteY88" fmla="*/ 5081903 h 5102540"/>
              <a:gd name="connsiteX89" fmla="*/ 7916595 w 12191996"/>
              <a:gd name="connsiteY89" fmla="*/ 5067615 h 5102540"/>
              <a:gd name="connsiteX90" fmla="*/ 7875320 w 12191996"/>
              <a:gd name="connsiteY90" fmla="*/ 5051740 h 5102540"/>
              <a:gd name="connsiteX91" fmla="*/ 7838807 w 12191996"/>
              <a:gd name="connsiteY91" fmla="*/ 5032690 h 5102540"/>
              <a:gd name="connsiteX92" fmla="*/ 7800707 w 12191996"/>
              <a:gd name="connsiteY92" fmla="*/ 5013640 h 5102540"/>
              <a:gd name="connsiteX93" fmla="*/ 7762607 w 12191996"/>
              <a:gd name="connsiteY93" fmla="*/ 4994590 h 5102540"/>
              <a:gd name="connsiteX94" fmla="*/ 7726095 w 12191996"/>
              <a:gd name="connsiteY94" fmla="*/ 4978715 h 5102540"/>
              <a:gd name="connsiteX95" fmla="*/ 7684820 w 12191996"/>
              <a:gd name="connsiteY95" fmla="*/ 4962840 h 5102540"/>
              <a:gd name="connsiteX96" fmla="*/ 7638782 w 12191996"/>
              <a:gd name="connsiteY96" fmla="*/ 4946965 h 5102540"/>
              <a:gd name="connsiteX97" fmla="*/ 7586395 w 12191996"/>
              <a:gd name="connsiteY97" fmla="*/ 4935853 h 5102540"/>
              <a:gd name="connsiteX98" fmla="*/ 7526070 w 12191996"/>
              <a:gd name="connsiteY98" fmla="*/ 4929503 h 5102540"/>
              <a:gd name="connsiteX99" fmla="*/ 7457807 w 12191996"/>
              <a:gd name="connsiteY99" fmla="*/ 4926328 h 5102540"/>
              <a:gd name="connsiteX100" fmla="*/ 7389545 w 12191996"/>
              <a:gd name="connsiteY100" fmla="*/ 4929503 h 5102540"/>
              <a:gd name="connsiteX101" fmla="*/ 7329220 w 12191996"/>
              <a:gd name="connsiteY101" fmla="*/ 4935853 h 5102540"/>
              <a:gd name="connsiteX102" fmla="*/ 7276832 w 12191996"/>
              <a:gd name="connsiteY102" fmla="*/ 4946965 h 5102540"/>
              <a:gd name="connsiteX103" fmla="*/ 7230795 w 12191996"/>
              <a:gd name="connsiteY103" fmla="*/ 4962840 h 5102540"/>
              <a:gd name="connsiteX104" fmla="*/ 7189520 w 12191996"/>
              <a:gd name="connsiteY104" fmla="*/ 4978715 h 5102540"/>
              <a:gd name="connsiteX105" fmla="*/ 7153007 w 12191996"/>
              <a:gd name="connsiteY105" fmla="*/ 4994590 h 5102540"/>
              <a:gd name="connsiteX106" fmla="*/ 7114907 w 12191996"/>
              <a:gd name="connsiteY106" fmla="*/ 5013640 h 5102540"/>
              <a:gd name="connsiteX107" fmla="*/ 7076807 w 12191996"/>
              <a:gd name="connsiteY107" fmla="*/ 5032690 h 5102540"/>
              <a:gd name="connsiteX108" fmla="*/ 7040295 w 12191996"/>
              <a:gd name="connsiteY108" fmla="*/ 5051740 h 5102540"/>
              <a:gd name="connsiteX109" fmla="*/ 6999020 w 12191996"/>
              <a:gd name="connsiteY109" fmla="*/ 5067615 h 5102540"/>
              <a:gd name="connsiteX110" fmla="*/ 6952982 w 12191996"/>
              <a:gd name="connsiteY110" fmla="*/ 5081903 h 5102540"/>
              <a:gd name="connsiteX111" fmla="*/ 6900595 w 12191996"/>
              <a:gd name="connsiteY111" fmla="*/ 5093015 h 5102540"/>
              <a:gd name="connsiteX112" fmla="*/ 6840270 w 12191996"/>
              <a:gd name="connsiteY112" fmla="*/ 5100953 h 5102540"/>
              <a:gd name="connsiteX113" fmla="*/ 6781798 w 12191996"/>
              <a:gd name="connsiteY113" fmla="*/ 5102313 h 5102540"/>
              <a:gd name="connsiteX114" fmla="*/ 6723326 w 12191996"/>
              <a:gd name="connsiteY114" fmla="*/ 5100953 h 5102540"/>
              <a:gd name="connsiteX115" fmla="*/ 6663001 w 12191996"/>
              <a:gd name="connsiteY115" fmla="*/ 5093015 h 5102540"/>
              <a:gd name="connsiteX116" fmla="*/ 6610613 w 12191996"/>
              <a:gd name="connsiteY116" fmla="*/ 5081903 h 5102540"/>
              <a:gd name="connsiteX117" fmla="*/ 6564576 w 12191996"/>
              <a:gd name="connsiteY117" fmla="*/ 5067615 h 5102540"/>
              <a:gd name="connsiteX118" fmla="*/ 6523301 w 12191996"/>
              <a:gd name="connsiteY118" fmla="*/ 5051740 h 5102540"/>
              <a:gd name="connsiteX119" fmla="*/ 6486788 w 12191996"/>
              <a:gd name="connsiteY119" fmla="*/ 5032690 h 5102540"/>
              <a:gd name="connsiteX120" fmla="*/ 6448688 w 12191996"/>
              <a:gd name="connsiteY120" fmla="*/ 5013640 h 5102540"/>
              <a:gd name="connsiteX121" fmla="*/ 6410588 w 12191996"/>
              <a:gd name="connsiteY121" fmla="*/ 4994590 h 5102540"/>
              <a:gd name="connsiteX122" fmla="*/ 6374076 w 12191996"/>
              <a:gd name="connsiteY122" fmla="*/ 4978715 h 5102540"/>
              <a:gd name="connsiteX123" fmla="*/ 6332801 w 12191996"/>
              <a:gd name="connsiteY123" fmla="*/ 4962840 h 5102540"/>
              <a:gd name="connsiteX124" fmla="*/ 6286763 w 12191996"/>
              <a:gd name="connsiteY124" fmla="*/ 4946965 h 5102540"/>
              <a:gd name="connsiteX125" fmla="*/ 6234376 w 12191996"/>
              <a:gd name="connsiteY125" fmla="*/ 4935853 h 5102540"/>
              <a:gd name="connsiteX126" fmla="*/ 6174051 w 12191996"/>
              <a:gd name="connsiteY126" fmla="*/ 4929503 h 5102540"/>
              <a:gd name="connsiteX127" fmla="*/ 6105788 w 12191996"/>
              <a:gd name="connsiteY127" fmla="*/ 4926328 h 5102540"/>
              <a:gd name="connsiteX128" fmla="*/ 6095998 w 12191996"/>
              <a:gd name="connsiteY128" fmla="*/ 4926783 h 5102540"/>
              <a:gd name="connsiteX129" fmla="*/ 6086208 w 12191996"/>
              <a:gd name="connsiteY129" fmla="*/ 4926328 h 5102540"/>
              <a:gd name="connsiteX130" fmla="*/ 6017946 w 12191996"/>
              <a:gd name="connsiteY130" fmla="*/ 4929503 h 5102540"/>
              <a:gd name="connsiteX131" fmla="*/ 5957620 w 12191996"/>
              <a:gd name="connsiteY131" fmla="*/ 4935853 h 5102540"/>
              <a:gd name="connsiteX132" fmla="*/ 5905233 w 12191996"/>
              <a:gd name="connsiteY132" fmla="*/ 4946965 h 5102540"/>
              <a:gd name="connsiteX133" fmla="*/ 5859195 w 12191996"/>
              <a:gd name="connsiteY133" fmla="*/ 4962840 h 5102540"/>
              <a:gd name="connsiteX134" fmla="*/ 5817920 w 12191996"/>
              <a:gd name="connsiteY134" fmla="*/ 4978715 h 5102540"/>
              <a:gd name="connsiteX135" fmla="*/ 5781407 w 12191996"/>
              <a:gd name="connsiteY135" fmla="*/ 4994590 h 5102540"/>
              <a:gd name="connsiteX136" fmla="*/ 5743307 w 12191996"/>
              <a:gd name="connsiteY136" fmla="*/ 5013640 h 5102540"/>
              <a:gd name="connsiteX137" fmla="*/ 5705208 w 12191996"/>
              <a:gd name="connsiteY137" fmla="*/ 5032690 h 5102540"/>
              <a:gd name="connsiteX138" fmla="*/ 5668695 w 12191996"/>
              <a:gd name="connsiteY138" fmla="*/ 5051740 h 5102540"/>
              <a:gd name="connsiteX139" fmla="*/ 5627420 w 12191996"/>
              <a:gd name="connsiteY139" fmla="*/ 5067615 h 5102540"/>
              <a:gd name="connsiteX140" fmla="*/ 5581382 w 12191996"/>
              <a:gd name="connsiteY140" fmla="*/ 5081903 h 5102540"/>
              <a:gd name="connsiteX141" fmla="*/ 5528995 w 12191996"/>
              <a:gd name="connsiteY141" fmla="*/ 5093015 h 5102540"/>
              <a:gd name="connsiteX142" fmla="*/ 5468670 w 12191996"/>
              <a:gd name="connsiteY142" fmla="*/ 5100953 h 5102540"/>
              <a:gd name="connsiteX143" fmla="*/ 5410198 w 12191996"/>
              <a:gd name="connsiteY143" fmla="*/ 5102313 h 5102540"/>
              <a:gd name="connsiteX144" fmla="*/ 5351726 w 12191996"/>
              <a:gd name="connsiteY144" fmla="*/ 5100953 h 5102540"/>
              <a:gd name="connsiteX145" fmla="*/ 5291400 w 12191996"/>
              <a:gd name="connsiteY145" fmla="*/ 5093015 h 5102540"/>
              <a:gd name="connsiteX146" fmla="*/ 5239013 w 12191996"/>
              <a:gd name="connsiteY146" fmla="*/ 5081903 h 5102540"/>
              <a:gd name="connsiteX147" fmla="*/ 5192976 w 12191996"/>
              <a:gd name="connsiteY147" fmla="*/ 5067615 h 5102540"/>
              <a:gd name="connsiteX148" fmla="*/ 5151700 w 12191996"/>
              <a:gd name="connsiteY148" fmla="*/ 5051740 h 5102540"/>
              <a:gd name="connsiteX149" fmla="*/ 5115188 w 12191996"/>
              <a:gd name="connsiteY149" fmla="*/ 5032690 h 5102540"/>
              <a:gd name="connsiteX150" fmla="*/ 5077089 w 12191996"/>
              <a:gd name="connsiteY150" fmla="*/ 5013640 h 5102540"/>
              <a:gd name="connsiteX151" fmla="*/ 5038988 w 12191996"/>
              <a:gd name="connsiteY151" fmla="*/ 4994590 h 5102540"/>
              <a:gd name="connsiteX152" fmla="*/ 5002476 w 12191996"/>
              <a:gd name="connsiteY152" fmla="*/ 4978715 h 5102540"/>
              <a:gd name="connsiteX153" fmla="*/ 4961200 w 12191996"/>
              <a:gd name="connsiteY153" fmla="*/ 4962840 h 5102540"/>
              <a:gd name="connsiteX154" fmla="*/ 4915164 w 12191996"/>
              <a:gd name="connsiteY154" fmla="*/ 4946965 h 5102540"/>
              <a:gd name="connsiteX155" fmla="*/ 4862776 w 12191996"/>
              <a:gd name="connsiteY155" fmla="*/ 4935853 h 5102540"/>
              <a:gd name="connsiteX156" fmla="*/ 4802452 w 12191996"/>
              <a:gd name="connsiteY156" fmla="*/ 4929503 h 5102540"/>
              <a:gd name="connsiteX157" fmla="*/ 4734188 w 12191996"/>
              <a:gd name="connsiteY157" fmla="*/ 4926328 h 5102540"/>
              <a:gd name="connsiteX158" fmla="*/ 4665927 w 12191996"/>
              <a:gd name="connsiteY158" fmla="*/ 4929503 h 5102540"/>
              <a:gd name="connsiteX159" fmla="*/ 4605601 w 12191996"/>
              <a:gd name="connsiteY159" fmla="*/ 4935853 h 5102540"/>
              <a:gd name="connsiteX160" fmla="*/ 4553214 w 12191996"/>
              <a:gd name="connsiteY160" fmla="*/ 4946965 h 5102540"/>
              <a:gd name="connsiteX161" fmla="*/ 4507176 w 12191996"/>
              <a:gd name="connsiteY161" fmla="*/ 4962840 h 5102540"/>
              <a:gd name="connsiteX162" fmla="*/ 4465901 w 12191996"/>
              <a:gd name="connsiteY162" fmla="*/ 4978715 h 5102540"/>
              <a:gd name="connsiteX163" fmla="*/ 4429388 w 12191996"/>
              <a:gd name="connsiteY163" fmla="*/ 4994590 h 5102540"/>
              <a:gd name="connsiteX164" fmla="*/ 4353188 w 12191996"/>
              <a:gd name="connsiteY164" fmla="*/ 5032690 h 5102540"/>
              <a:gd name="connsiteX165" fmla="*/ 4316676 w 12191996"/>
              <a:gd name="connsiteY165" fmla="*/ 5051740 h 5102540"/>
              <a:gd name="connsiteX166" fmla="*/ 4275401 w 12191996"/>
              <a:gd name="connsiteY166" fmla="*/ 5067615 h 5102540"/>
              <a:gd name="connsiteX167" fmla="*/ 4229363 w 12191996"/>
              <a:gd name="connsiteY167" fmla="*/ 5081903 h 5102540"/>
              <a:gd name="connsiteX168" fmla="*/ 4176976 w 12191996"/>
              <a:gd name="connsiteY168" fmla="*/ 5093015 h 5102540"/>
              <a:gd name="connsiteX169" fmla="*/ 4116651 w 12191996"/>
              <a:gd name="connsiteY169" fmla="*/ 5100953 h 5102540"/>
              <a:gd name="connsiteX170" fmla="*/ 4048388 w 12191996"/>
              <a:gd name="connsiteY170" fmla="*/ 5102540 h 5102540"/>
              <a:gd name="connsiteX171" fmla="*/ 3980126 w 12191996"/>
              <a:gd name="connsiteY171" fmla="*/ 5100953 h 5102540"/>
              <a:gd name="connsiteX172" fmla="*/ 3919801 w 12191996"/>
              <a:gd name="connsiteY172" fmla="*/ 5093015 h 5102540"/>
              <a:gd name="connsiteX173" fmla="*/ 3867413 w 12191996"/>
              <a:gd name="connsiteY173" fmla="*/ 5081903 h 5102540"/>
              <a:gd name="connsiteX174" fmla="*/ 3821376 w 12191996"/>
              <a:gd name="connsiteY174" fmla="*/ 5067615 h 5102540"/>
              <a:gd name="connsiteX175" fmla="*/ 3780101 w 12191996"/>
              <a:gd name="connsiteY175" fmla="*/ 5051740 h 5102540"/>
              <a:gd name="connsiteX176" fmla="*/ 3743588 w 12191996"/>
              <a:gd name="connsiteY176" fmla="*/ 5032690 h 5102540"/>
              <a:gd name="connsiteX177" fmla="*/ 3705488 w 12191996"/>
              <a:gd name="connsiteY177" fmla="*/ 5013640 h 5102540"/>
              <a:gd name="connsiteX178" fmla="*/ 3667388 w 12191996"/>
              <a:gd name="connsiteY178" fmla="*/ 4994590 h 5102540"/>
              <a:gd name="connsiteX179" fmla="*/ 3630876 w 12191996"/>
              <a:gd name="connsiteY179" fmla="*/ 4978715 h 5102540"/>
              <a:gd name="connsiteX180" fmla="*/ 3589601 w 12191996"/>
              <a:gd name="connsiteY180" fmla="*/ 4962840 h 5102540"/>
              <a:gd name="connsiteX181" fmla="*/ 3543563 w 12191996"/>
              <a:gd name="connsiteY181" fmla="*/ 4946965 h 5102540"/>
              <a:gd name="connsiteX182" fmla="*/ 3491176 w 12191996"/>
              <a:gd name="connsiteY182" fmla="*/ 4935853 h 5102540"/>
              <a:gd name="connsiteX183" fmla="*/ 3430851 w 12191996"/>
              <a:gd name="connsiteY183" fmla="*/ 4929503 h 5102540"/>
              <a:gd name="connsiteX184" fmla="*/ 3361001 w 12191996"/>
              <a:gd name="connsiteY184" fmla="*/ 4926328 h 5102540"/>
              <a:gd name="connsiteX185" fmla="*/ 3294326 w 12191996"/>
              <a:gd name="connsiteY185" fmla="*/ 4929503 h 5102540"/>
              <a:gd name="connsiteX186" fmla="*/ 3234001 w 12191996"/>
              <a:gd name="connsiteY186" fmla="*/ 4935853 h 5102540"/>
              <a:gd name="connsiteX187" fmla="*/ 3181613 w 12191996"/>
              <a:gd name="connsiteY187" fmla="*/ 4946965 h 5102540"/>
              <a:gd name="connsiteX188" fmla="*/ 3135576 w 12191996"/>
              <a:gd name="connsiteY188" fmla="*/ 4962840 h 5102540"/>
              <a:gd name="connsiteX189" fmla="*/ 3094301 w 12191996"/>
              <a:gd name="connsiteY189" fmla="*/ 4978715 h 5102540"/>
              <a:gd name="connsiteX190" fmla="*/ 3057788 w 12191996"/>
              <a:gd name="connsiteY190" fmla="*/ 4994590 h 5102540"/>
              <a:gd name="connsiteX191" fmla="*/ 3019688 w 12191996"/>
              <a:gd name="connsiteY191" fmla="*/ 5013640 h 5102540"/>
              <a:gd name="connsiteX192" fmla="*/ 2981588 w 12191996"/>
              <a:gd name="connsiteY192" fmla="*/ 5032690 h 5102540"/>
              <a:gd name="connsiteX193" fmla="*/ 2945076 w 12191996"/>
              <a:gd name="connsiteY193" fmla="*/ 5051740 h 5102540"/>
              <a:gd name="connsiteX194" fmla="*/ 2903801 w 12191996"/>
              <a:gd name="connsiteY194" fmla="*/ 5067615 h 5102540"/>
              <a:gd name="connsiteX195" fmla="*/ 2857763 w 12191996"/>
              <a:gd name="connsiteY195" fmla="*/ 5081903 h 5102540"/>
              <a:gd name="connsiteX196" fmla="*/ 2805376 w 12191996"/>
              <a:gd name="connsiteY196" fmla="*/ 5093015 h 5102540"/>
              <a:gd name="connsiteX197" fmla="*/ 2745051 w 12191996"/>
              <a:gd name="connsiteY197" fmla="*/ 5100953 h 5102540"/>
              <a:gd name="connsiteX198" fmla="*/ 2676788 w 12191996"/>
              <a:gd name="connsiteY198" fmla="*/ 5102540 h 5102540"/>
              <a:gd name="connsiteX199" fmla="*/ 2608526 w 12191996"/>
              <a:gd name="connsiteY199" fmla="*/ 5100953 h 5102540"/>
              <a:gd name="connsiteX200" fmla="*/ 2548201 w 12191996"/>
              <a:gd name="connsiteY200" fmla="*/ 5093015 h 5102540"/>
              <a:gd name="connsiteX201" fmla="*/ 2495813 w 12191996"/>
              <a:gd name="connsiteY201" fmla="*/ 5081903 h 5102540"/>
              <a:gd name="connsiteX202" fmla="*/ 2449776 w 12191996"/>
              <a:gd name="connsiteY202" fmla="*/ 5067615 h 5102540"/>
              <a:gd name="connsiteX203" fmla="*/ 2408501 w 12191996"/>
              <a:gd name="connsiteY203" fmla="*/ 5051740 h 5102540"/>
              <a:gd name="connsiteX204" fmla="*/ 2371988 w 12191996"/>
              <a:gd name="connsiteY204" fmla="*/ 5032690 h 5102540"/>
              <a:gd name="connsiteX205" fmla="*/ 2333888 w 12191996"/>
              <a:gd name="connsiteY205" fmla="*/ 5013640 h 5102540"/>
              <a:gd name="connsiteX206" fmla="*/ 2295788 w 12191996"/>
              <a:gd name="connsiteY206" fmla="*/ 4994590 h 5102540"/>
              <a:gd name="connsiteX207" fmla="*/ 2259276 w 12191996"/>
              <a:gd name="connsiteY207" fmla="*/ 4978715 h 5102540"/>
              <a:gd name="connsiteX208" fmla="*/ 2218001 w 12191996"/>
              <a:gd name="connsiteY208" fmla="*/ 4962840 h 5102540"/>
              <a:gd name="connsiteX209" fmla="*/ 2171963 w 12191996"/>
              <a:gd name="connsiteY209" fmla="*/ 4946965 h 5102540"/>
              <a:gd name="connsiteX210" fmla="*/ 2119576 w 12191996"/>
              <a:gd name="connsiteY210" fmla="*/ 4935853 h 5102540"/>
              <a:gd name="connsiteX211" fmla="*/ 2059251 w 12191996"/>
              <a:gd name="connsiteY211" fmla="*/ 4929503 h 5102540"/>
              <a:gd name="connsiteX212" fmla="*/ 1990988 w 12191996"/>
              <a:gd name="connsiteY212" fmla="*/ 4926328 h 5102540"/>
              <a:gd name="connsiteX213" fmla="*/ 1922726 w 12191996"/>
              <a:gd name="connsiteY213" fmla="*/ 4929503 h 5102540"/>
              <a:gd name="connsiteX214" fmla="*/ 1862401 w 12191996"/>
              <a:gd name="connsiteY214" fmla="*/ 4935853 h 5102540"/>
              <a:gd name="connsiteX215" fmla="*/ 1810013 w 12191996"/>
              <a:gd name="connsiteY215" fmla="*/ 4946965 h 5102540"/>
              <a:gd name="connsiteX216" fmla="*/ 1763976 w 12191996"/>
              <a:gd name="connsiteY216" fmla="*/ 4962840 h 5102540"/>
              <a:gd name="connsiteX217" fmla="*/ 1722701 w 12191996"/>
              <a:gd name="connsiteY217" fmla="*/ 4978715 h 5102540"/>
              <a:gd name="connsiteX218" fmla="*/ 1686188 w 12191996"/>
              <a:gd name="connsiteY218" fmla="*/ 4994590 h 5102540"/>
              <a:gd name="connsiteX219" fmla="*/ 1648088 w 12191996"/>
              <a:gd name="connsiteY219" fmla="*/ 5013640 h 5102540"/>
              <a:gd name="connsiteX220" fmla="*/ 1609988 w 12191996"/>
              <a:gd name="connsiteY220" fmla="*/ 5032690 h 5102540"/>
              <a:gd name="connsiteX221" fmla="*/ 1573476 w 12191996"/>
              <a:gd name="connsiteY221" fmla="*/ 5051740 h 5102540"/>
              <a:gd name="connsiteX222" fmla="*/ 1532201 w 12191996"/>
              <a:gd name="connsiteY222" fmla="*/ 5067615 h 5102540"/>
              <a:gd name="connsiteX223" fmla="*/ 1486163 w 12191996"/>
              <a:gd name="connsiteY223" fmla="*/ 5081903 h 5102540"/>
              <a:gd name="connsiteX224" fmla="*/ 1433776 w 12191996"/>
              <a:gd name="connsiteY224" fmla="*/ 5093015 h 5102540"/>
              <a:gd name="connsiteX225" fmla="*/ 1373451 w 12191996"/>
              <a:gd name="connsiteY225" fmla="*/ 5100953 h 5102540"/>
              <a:gd name="connsiteX226" fmla="*/ 1305188 w 12191996"/>
              <a:gd name="connsiteY226" fmla="*/ 5102540 h 5102540"/>
              <a:gd name="connsiteX227" fmla="*/ 1236926 w 12191996"/>
              <a:gd name="connsiteY227" fmla="*/ 5100953 h 5102540"/>
              <a:gd name="connsiteX228" fmla="*/ 1176601 w 12191996"/>
              <a:gd name="connsiteY228" fmla="*/ 5093015 h 5102540"/>
              <a:gd name="connsiteX229" fmla="*/ 1124213 w 12191996"/>
              <a:gd name="connsiteY229" fmla="*/ 5081903 h 5102540"/>
              <a:gd name="connsiteX230" fmla="*/ 1078176 w 12191996"/>
              <a:gd name="connsiteY230" fmla="*/ 5067615 h 5102540"/>
              <a:gd name="connsiteX231" fmla="*/ 1036901 w 12191996"/>
              <a:gd name="connsiteY231" fmla="*/ 5051740 h 5102540"/>
              <a:gd name="connsiteX232" fmla="*/ 1000388 w 12191996"/>
              <a:gd name="connsiteY232" fmla="*/ 5032690 h 5102540"/>
              <a:gd name="connsiteX233" fmla="*/ 962288 w 12191996"/>
              <a:gd name="connsiteY233" fmla="*/ 5013640 h 5102540"/>
              <a:gd name="connsiteX234" fmla="*/ 924188 w 12191996"/>
              <a:gd name="connsiteY234" fmla="*/ 4994590 h 5102540"/>
              <a:gd name="connsiteX235" fmla="*/ 887676 w 12191996"/>
              <a:gd name="connsiteY235" fmla="*/ 4978715 h 5102540"/>
              <a:gd name="connsiteX236" fmla="*/ 846401 w 12191996"/>
              <a:gd name="connsiteY236" fmla="*/ 4962840 h 5102540"/>
              <a:gd name="connsiteX237" fmla="*/ 800363 w 12191996"/>
              <a:gd name="connsiteY237" fmla="*/ 4946965 h 5102540"/>
              <a:gd name="connsiteX238" fmla="*/ 747976 w 12191996"/>
              <a:gd name="connsiteY238" fmla="*/ 4935853 h 5102540"/>
              <a:gd name="connsiteX239" fmla="*/ 687651 w 12191996"/>
              <a:gd name="connsiteY239" fmla="*/ 4929503 h 5102540"/>
              <a:gd name="connsiteX240" fmla="*/ 619388 w 12191996"/>
              <a:gd name="connsiteY240" fmla="*/ 4926328 h 5102540"/>
              <a:gd name="connsiteX241" fmla="*/ 551126 w 12191996"/>
              <a:gd name="connsiteY241" fmla="*/ 4929503 h 5102540"/>
              <a:gd name="connsiteX242" fmla="*/ 490801 w 12191996"/>
              <a:gd name="connsiteY242" fmla="*/ 4935853 h 5102540"/>
              <a:gd name="connsiteX243" fmla="*/ 438413 w 12191996"/>
              <a:gd name="connsiteY243" fmla="*/ 4946965 h 5102540"/>
              <a:gd name="connsiteX244" fmla="*/ 392376 w 12191996"/>
              <a:gd name="connsiteY244" fmla="*/ 4962840 h 5102540"/>
              <a:gd name="connsiteX245" fmla="*/ 351101 w 12191996"/>
              <a:gd name="connsiteY245" fmla="*/ 4978715 h 5102540"/>
              <a:gd name="connsiteX246" fmla="*/ 314588 w 12191996"/>
              <a:gd name="connsiteY246" fmla="*/ 4994590 h 5102540"/>
              <a:gd name="connsiteX247" fmla="*/ 276488 w 12191996"/>
              <a:gd name="connsiteY247" fmla="*/ 5013640 h 5102540"/>
              <a:gd name="connsiteX248" fmla="*/ 238388 w 12191996"/>
              <a:gd name="connsiteY248" fmla="*/ 5032690 h 5102540"/>
              <a:gd name="connsiteX249" fmla="*/ 201876 w 12191996"/>
              <a:gd name="connsiteY249" fmla="*/ 5051740 h 5102540"/>
              <a:gd name="connsiteX250" fmla="*/ 160601 w 12191996"/>
              <a:gd name="connsiteY250" fmla="*/ 5067615 h 5102540"/>
              <a:gd name="connsiteX251" fmla="*/ 114563 w 12191996"/>
              <a:gd name="connsiteY251" fmla="*/ 5081903 h 5102540"/>
              <a:gd name="connsiteX252" fmla="*/ 62176 w 12191996"/>
              <a:gd name="connsiteY252" fmla="*/ 5093015 h 5102540"/>
              <a:gd name="connsiteX253" fmla="*/ 1851 w 12191996"/>
              <a:gd name="connsiteY253" fmla="*/ 5100953 h 5102540"/>
              <a:gd name="connsiteX254" fmla="*/ 0 w 12191996"/>
              <a:gd name="connsiteY254" fmla="*/ 5100996 h 5102540"/>
              <a:gd name="connsiteX255" fmla="*/ 0 w 12191996"/>
              <a:gd name="connsiteY255" fmla="*/ 0 h 510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5102540">
                <a:moveTo>
                  <a:pt x="0" y="0"/>
                </a:moveTo>
                <a:lnTo>
                  <a:pt x="12191996" y="0"/>
                </a:lnTo>
                <a:lnTo>
                  <a:pt x="12191996" y="5100996"/>
                </a:lnTo>
                <a:lnTo>
                  <a:pt x="12190145" y="5100953"/>
                </a:lnTo>
                <a:lnTo>
                  <a:pt x="12129819" y="5093016"/>
                </a:lnTo>
                <a:lnTo>
                  <a:pt x="12077431" y="5081903"/>
                </a:lnTo>
                <a:lnTo>
                  <a:pt x="12031395" y="5067615"/>
                </a:lnTo>
                <a:lnTo>
                  <a:pt x="11990119" y="5051740"/>
                </a:lnTo>
                <a:lnTo>
                  <a:pt x="11953607" y="5032690"/>
                </a:lnTo>
                <a:lnTo>
                  <a:pt x="11915507" y="5013640"/>
                </a:lnTo>
                <a:lnTo>
                  <a:pt x="11877407" y="4994590"/>
                </a:lnTo>
                <a:lnTo>
                  <a:pt x="11840895" y="4978715"/>
                </a:lnTo>
                <a:lnTo>
                  <a:pt x="11799619" y="4962840"/>
                </a:lnTo>
                <a:lnTo>
                  <a:pt x="11753581" y="4946965"/>
                </a:lnTo>
                <a:lnTo>
                  <a:pt x="11701195" y="4935853"/>
                </a:lnTo>
                <a:lnTo>
                  <a:pt x="11640869" y="4929503"/>
                </a:lnTo>
                <a:lnTo>
                  <a:pt x="11572607" y="4926328"/>
                </a:lnTo>
                <a:lnTo>
                  <a:pt x="11504345" y="4929503"/>
                </a:lnTo>
                <a:lnTo>
                  <a:pt x="11444019" y="4935853"/>
                </a:lnTo>
                <a:lnTo>
                  <a:pt x="11391631" y="4946965"/>
                </a:lnTo>
                <a:lnTo>
                  <a:pt x="11345595" y="4962840"/>
                </a:lnTo>
                <a:lnTo>
                  <a:pt x="11304319" y="4978715"/>
                </a:lnTo>
                <a:lnTo>
                  <a:pt x="11267807" y="4994590"/>
                </a:lnTo>
                <a:lnTo>
                  <a:pt x="11229707" y="5013640"/>
                </a:lnTo>
                <a:lnTo>
                  <a:pt x="11191607" y="5032690"/>
                </a:lnTo>
                <a:lnTo>
                  <a:pt x="11155095" y="5051740"/>
                </a:lnTo>
                <a:lnTo>
                  <a:pt x="11113819" y="5067615"/>
                </a:lnTo>
                <a:lnTo>
                  <a:pt x="11067781" y="5081903"/>
                </a:lnTo>
                <a:lnTo>
                  <a:pt x="11015395" y="5093015"/>
                </a:lnTo>
                <a:lnTo>
                  <a:pt x="10955069" y="5100953"/>
                </a:lnTo>
                <a:lnTo>
                  <a:pt x="10886807" y="5102540"/>
                </a:lnTo>
                <a:lnTo>
                  <a:pt x="10818545" y="5100953"/>
                </a:lnTo>
                <a:lnTo>
                  <a:pt x="10758219" y="5093015"/>
                </a:lnTo>
                <a:lnTo>
                  <a:pt x="10705831" y="5081903"/>
                </a:lnTo>
                <a:lnTo>
                  <a:pt x="10659795" y="5067615"/>
                </a:lnTo>
                <a:lnTo>
                  <a:pt x="10618519" y="5051740"/>
                </a:lnTo>
                <a:lnTo>
                  <a:pt x="10582007" y="5032690"/>
                </a:lnTo>
                <a:lnTo>
                  <a:pt x="10543907" y="5013640"/>
                </a:lnTo>
                <a:lnTo>
                  <a:pt x="10505807" y="4994590"/>
                </a:lnTo>
                <a:lnTo>
                  <a:pt x="10469295" y="4978715"/>
                </a:lnTo>
                <a:lnTo>
                  <a:pt x="10428019" y="4962840"/>
                </a:lnTo>
                <a:lnTo>
                  <a:pt x="10381981" y="4946965"/>
                </a:lnTo>
                <a:lnTo>
                  <a:pt x="10329595" y="4935853"/>
                </a:lnTo>
                <a:lnTo>
                  <a:pt x="10269269" y="4929503"/>
                </a:lnTo>
                <a:lnTo>
                  <a:pt x="10201007" y="4926328"/>
                </a:lnTo>
                <a:lnTo>
                  <a:pt x="10132745" y="4929503"/>
                </a:lnTo>
                <a:lnTo>
                  <a:pt x="10072419" y="4935853"/>
                </a:lnTo>
                <a:lnTo>
                  <a:pt x="10020031" y="4946965"/>
                </a:lnTo>
                <a:lnTo>
                  <a:pt x="9973995" y="4962840"/>
                </a:lnTo>
                <a:lnTo>
                  <a:pt x="9932719" y="4978715"/>
                </a:lnTo>
                <a:lnTo>
                  <a:pt x="9896207" y="4994590"/>
                </a:lnTo>
                <a:lnTo>
                  <a:pt x="9820007" y="5032690"/>
                </a:lnTo>
                <a:lnTo>
                  <a:pt x="9783495" y="5051740"/>
                </a:lnTo>
                <a:lnTo>
                  <a:pt x="9742219" y="5067615"/>
                </a:lnTo>
                <a:lnTo>
                  <a:pt x="9696181" y="5081903"/>
                </a:lnTo>
                <a:lnTo>
                  <a:pt x="9643795" y="5093015"/>
                </a:lnTo>
                <a:lnTo>
                  <a:pt x="9583469" y="5100953"/>
                </a:lnTo>
                <a:lnTo>
                  <a:pt x="9515207" y="5102540"/>
                </a:lnTo>
                <a:lnTo>
                  <a:pt x="9446945" y="5100953"/>
                </a:lnTo>
                <a:lnTo>
                  <a:pt x="9386619" y="5093015"/>
                </a:lnTo>
                <a:lnTo>
                  <a:pt x="9334231" y="5081903"/>
                </a:lnTo>
                <a:lnTo>
                  <a:pt x="9288195" y="5067615"/>
                </a:lnTo>
                <a:lnTo>
                  <a:pt x="9246919" y="5051740"/>
                </a:lnTo>
                <a:lnTo>
                  <a:pt x="9210407" y="5032690"/>
                </a:lnTo>
                <a:lnTo>
                  <a:pt x="9172307" y="5013640"/>
                </a:lnTo>
                <a:lnTo>
                  <a:pt x="9134207" y="4994590"/>
                </a:lnTo>
                <a:lnTo>
                  <a:pt x="9097695" y="4978715"/>
                </a:lnTo>
                <a:lnTo>
                  <a:pt x="9056419" y="4962840"/>
                </a:lnTo>
                <a:lnTo>
                  <a:pt x="9010381" y="4946965"/>
                </a:lnTo>
                <a:lnTo>
                  <a:pt x="8957995" y="4935853"/>
                </a:lnTo>
                <a:lnTo>
                  <a:pt x="8897669" y="4929503"/>
                </a:lnTo>
                <a:lnTo>
                  <a:pt x="8827819" y="4926328"/>
                </a:lnTo>
                <a:lnTo>
                  <a:pt x="8761145" y="4929503"/>
                </a:lnTo>
                <a:lnTo>
                  <a:pt x="8700819" y="4935853"/>
                </a:lnTo>
                <a:lnTo>
                  <a:pt x="8648431" y="4946965"/>
                </a:lnTo>
                <a:lnTo>
                  <a:pt x="8602395" y="4962840"/>
                </a:lnTo>
                <a:lnTo>
                  <a:pt x="8561119" y="4978715"/>
                </a:lnTo>
                <a:lnTo>
                  <a:pt x="8524607" y="4994590"/>
                </a:lnTo>
                <a:lnTo>
                  <a:pt x="8486507" y="5013640"/>
                </a:lnTo>
                <a:lnTo>
                  <a:pt x="8448407" y="5032690"/>
                </a:lnTo>
                <a:lnTo>
                  <a:pt x="8411895" y="5051740"/>
                </a:lnTo>
                <a:lnTo>
                  <a:pt x="8370620" y="5067615"/>
                </a:lnTo>
                <a:lnTo>
                  <a:pt x="8324582" y="5081903"/>
                </a:lnTo>
                <a:lnTo>
                  <a:pt x="8272195" y="5093015"/>
                </a:lnTo>
                <a:lnTo>
                  <a:pt x="8211870" y="5100953"/>
                </a:lnTo>
                <a:lnTo>
                  <a:pt x="8143607" y="5102540"/>
                </a:lnTo>
                <a:lnTo>
                  <a:pt x="8075345" y="5100953"/>
                </a:lnTo>
                <a:lnTo>
                  <a:pt x="8015020" y="5093015"/>
                </a:lnTo>
                <a:lnTo>
                  <a:pt x="7962632" y="5081903"/>
                </a:lnTo>
                <a:lnTo>
                  <a:pt x="7916595" y="5067615"/>
                </a:lnTo>
                <a:lnTo>
                  <a:pt x="7875320" y="5051740"/>
                </a:lnTo>
                <a:lnTo>
                  <a:pt x="7838807" y="5032690"/>
                </a:lnTo>
                <a:lnTo>
                  <a:pt x="7800707" y="5013640"/>
                </a:lnTo>
                <a:lnTo>
                  <a:pt x="7762607" y="4994590"/>
                </a:lnTo>
                <a:lnTo>
                  <a:pt x="7726095" y="4978715"/>
                </a:lnTo>
                <a:lnTo>
                  <a:pt x="7684820" y="4962840"/>
                </a:lnTo>
                <a:lnTo>
                  <a:pt x="7638782" y="4946965"/>
                </a:lnTo>
                <a:lnTo>
                  <a:pt x="7586395" y="4935853"/>
                </a:lnTo>
                <a:lnTo>
                  <a:pt x="7526070" y="4929503"/>
                </a:lnTo>
                <a:lnTo>
                  <a:pt x="7457807" y="4926328"/>
                </a:lnTo>
                <a:lnTo>
                  <a:pt x="7389545" y="4929503"/>
                </a:lnTo>
                <a:lnTo>
                  <a:pt x="7329220" y="4935853"/>
                </a:lnTo>
                <a:lnTo>
                  <a:pt x="7276832" y="4946965"/>
                </a:lnTo>
                <a:lnTo>
                  <a:pt x="7230795" y="4962840"/>
                </a:lnTo>
                <a:lnTo>
                  <a:pt x="7189520" y="4978715"/>
                </a:lnTo>
                <a:lnTo>
                  <a:pt x="7153007" y="4994590"/>
                </a:lnTo>
                <a:lnTo>
                  <a:pt x="7114907" y="5013640"/>
                </a:lnTo>
                <a:lnTo>
                  <a:pt x="7076807" y="5032690"/>
                </a:lnTo>
                <a:lnTo>
                  <a:pt x="7040295" y="5051740"/>
                </a:lnTo>
                <a:lnTo>
                  <a:pt x="6999020" y="5067615"/>
                </a:lnTo>
                <a:lnTo>
                  <a:pt x="6952982" y="5081903"/>
                </a:lnTo>
                <a:lnTo>
                  <a:pt x="6900595" y="5093015"/>
                </a:lnTo>
                <a:lnTo>
                  <a:pt x="6840270" y="5100953"/>
                </a:lnTo>
                <a:lnTo>
                  <a:pt x="6781798" y="5102313"/>
                </a:lnTo>
                <a:lnTo>
                  <a:pt x="6723326" y="5100953"/>
                </a:lnTo>
                <a:lnTo>
                  <a:pt x="6663001" y="5093015"/>
                </a:lnTo>
                <a:lnTo>
                  <a:pt x="6610613" y="5081903"/>
                </a:lnTo>
                <a:lnTo>
                  <a:pt x="6564576" y="5067615"/>
                </a:lnTo>
                <a:lnTo>
                  <a:pt x="6523301" y="5051740"/>
                </a:lnTo>
                <a:lnTo>
                  <a:pt x="6486788" y="5032690"/>
                </a:lnTo>
                <a:lnTo>
                  <a:pt x="6448688" y="5013640"/>
                </a:lnTo>
                <a:lnTo>
                  <a:pt x="6410588" y="4994590"/>
                </a:lnTo>
                <a:lnTo>
                  <a:pt x="6374076" y="4978715"/>
                </a:lnTo>
                <a:lnTo>
                  <a:pt x="6332801" y="4962840"/>
                </a:lnTo>
                <a:lnTo>
                  <a:pt x="6286763" y="4946965"/>
                </a:lnTo>
                <a:lnTo>
                  <a:pt x="6234376" y="4935853"/>
                </a:lnTo>
                <a:lnTo>
                  <a:pt x="6174051" y="4929503"/>
                </a:lnTo>
                <a:lnTo>
                  <a:pt x="6105788" y="4926328"/>
                </a:lnTo>
                <a:lnTo>
                  <a:pt x="6095998" y="4926783"/>
                </a:lnTo>
                <a:lnTo>
                  <a:pt x="6086208" y="4926328"/>
                </a:lnTo>
                <a:lnTo>
                  <a:pt x="6017946" y="4929503"/>
                </a:lnTo>
                <a:lnTo>
                  <a:pt x="5957620" y="4935853"/>
                </a:lnTo>
                <a:lnTo>
                  <a:pt x="5905233" y="4946965"/>
                </a:lnTo>
                <a:lnTo>
                  <a:pt x="5859195" y="4962840"/>
                </a:lnTo>
                <a:lnTo>
                  <a:pt x="5817920" y="4978715"/>
                </a:lnTo>
                <a:lnTo>
                  <a:pt x="5781407" y="4994590"/>
                </a:lnTo>
                <a:lnTo>
                  <a:pt x="5743307" y="5013640"/>
                </a:lnTo>
                <a:lnTo>
                  <a:pt x="5705208" y="5032690"/>
                </a:lnTo>
                <a:lnTo>
                  <a:pt x="5668695" y="5051740"/>
                </a:lnTo>
                <a:lnTo>
                  <a:pt x="5627420" y="5067615"/>
                </a:lnTo>
                <a:lnTo>
                  <a:pt x="5581382" y="5081903"/>
                </a:lnTo>
                <a:lnTo>
                  <a:pt x="5528995" y="5093015"/>
                </a:lnTo>
                <a:lnTo>
                  <a:pt x="5468670" y="5100953"/>
                </a:lnTo>
                <a:lnTo>
                  <a:pt x="5410198" y="5102313"/>
                </a:lnTo>
                <a:lnTo>
                  <a:pt x="5351726" y="5100953"/>
                </a:lnTo>
                <a:lnTo>
                  <a:pt x="5291400" y="5093015"/>
                </a:lnTo>
                <a:lnTo>
                  <a:pt x="5239013" y="5081903"/>
                </a:lnTo>
                <a:lnTo>
                  <a:pt x="5192976" y="5067615"/>
                </a:lnTo>
                <a:lnTo>
                  <a:pt x="5151700" y="5051740"/>
                </a:lnTo>
                <a:lnTo>
                  <a:pt x="5115188" y="5032690"/>
                </a:lnTo>
                <a:lnTo>
                  <a:pt x="5077089" y="5013640"/>
                </a:lnTo>
                <a:lnTo>
                  <a:pt x="5038988" y="4994590"/>
                </a:lnTo>
                <a:lnTo>
                  <a:pt x="5002476" y="4978715"/>
                </a:lnTo>
                <a:lnTo>
                  <a:pt x="4961200" y="4962840"/>
                </a:lnTo>
                <a:lnTo>
                  <a:pt x="4915164" y="4946965"/>
                </a:lnTo>
                <a:lnTo>
                  <a:pt x="4862776" y="4935853"/>
                </a:lnTo>
                <a:lnTo>
                  <a:pt x="4802452" y="4929503"/>
                </a:lnTo>
                <a:lnTo>
                  <a:pt x="4734188" y="4926328"/>
                </a:lnTo>
                <a:lnTo>
                  <a:pt x="4665927" y="4929503"/>
                </a:lnTo>
                <a:lnTo>
                  <a:pt x="4605601" y="4935853"/>
                </a:lnTo>
                <a:lnTo>
                  <a:pt x="4553214" y="4946965"/>
                </a:lnTo>
                <a:lnTo>
                  <a:pt x="4507176" y="4962840"/>
                </a:lnTo>
                <a:lnTo>
                  <a:pt x="4465901" y="4978715"/>
                </a:lnTo>
                <a:lnTo>
                  <a:pt x="4429388" y="4994590"/>
                </a:lnTo>
                <a:lnTo>
                  <a:pt x="4353188" y="5032690"/>
                </a:lnTo>
                <a:lnTo>
                  <a:pt x="4316676" y="5051740"/>
                </a:lnTo>
                <a:lnTo>
                  <a:pt x="4275401" y="5067615"/>
                </a:lnTo>
                <a:lnTo>
                  <a:pt x="4229363" y="5081903"/>
                </a:lnTo>
                <a:lnTo>
                  <a:pt x="4176976" y="5093015"/>
                </a:lnTo>
                <a:lnTo>
                  <a:pt x="4116651" y="5100953"/>
                </a:lnTo>
                <a:lnTo>
                  <a:pt x="4048388" y="5102540"/>
                </a:lnTo>
                <a:lnTo>
                  <a:pt x="3980126" y="5100953"/>
                </a:lnTo>
                <a:lnTo>
                  <a:pt x="3919801" y="5093015"/>
                </a:lnTo>
                <a:lnTo>
                  <a:pt x="3867413" y="5081903"/>
                </a:lnTo>
                <a:lnTo>
                  <a:pt x="3821376" y="5067615"/>
                </a:lnTo>
                <a:lnTo>
                  <a:pt x="3780101" y="5051740"/>
                </a:lnTo>
                <a:lnTo>
                  <a:pt x="3743588" y="5032690"/>
                </a:lnTo>
                <a:lnTo>
                  <a:pt x="3705488" y="5013640"/>
                </a:lnTo>
                <a:lnTo>
                  <a:pt x="3667388" y="4994590"/>
                </a:lnTo>
                <a:lnTo>
                  <a:pt x="3630876" y="4978715"/>
                </a:lnTo>
                <a:lnTo>
                  <a:pt x="3589601" y="4962840"/>
                </a:lnTo>
                <a:lnTo>
                  <a:pt x="3543563" y="4946965"/>
                </a:lnTo>
                <a:lnTo>
                  <a:pt x="3491176" y="4935853"/>
                </a:lnTo>
                <a:lnTo>
                  <a:pt x="3430851" y="4929503"/>
                </a:lnTo>
                <a:lnTo>
                  <a:pt x="3361001" y="4926328"/>
                </a:lnTo>
                <a:lnTo>
                  <a:pt x="3294326" y="4929503"/>
                </a:lnTo>
                <a:lnTo>
                  <a:pt x="3234001" y="4935853"/>
                </a:lnTo>
                <a:lnTo>
                  <a:pt x="3181613" y="4946965"/>
                </a:lnTo>
                <a:lnTo>
                  <a:pt x="3135576" y="4962840"/>
                </a:lnTo>
                <a:lnTo>
                  <a:pt x="3094301" y="4978715"/>
                </a:lnTo>
                <a:lnTo>
                  <a:pt x="3057788" y="4994590"/>
                </a:lnTo>
                <a:lnTo>
                  <a:pt x="3019688" y="5013640"/>
                </a:lnTo>
                <a:lnTo>
                  <a:pt x="2981588" y="5032690"/>
                </a:lnTo>
                <a:lnTo>
                  <a:pt x="2945076" y="5051740"/>
                </a:lnTo>
                <a:lnTo>
                  <a:pt x="2903801" y="5067615"/>
                </a:lnTo>
                <a:lnTo>
                  <a:pt x="2857763" y="5081903"/>
                </a:lnTo>
                <a:lnTo>
                  <a:pt x="2805376" y="5093015"/>
                </a:lnTo>
                <a:lnTo>
                  <a:pt x="2745051" y="5100953"/>
                </a:lnTo>
                <a:lnTo>
                  <a:pt x="2676788" y="5102540"/>
                </a:lnTo>
                <a:lnTo>
                  <a:pt x="2608526" y="5100953"/>
                </a:lnTo>
                <a:lnTo>
                  <a:pt x="2548201" y="5093015"/>
                </a:lnTo>
                <a:lnTo>
                  <a:pt x="2495813" y="5081903"/>
                </a:lnTo>
                <a:lnTo>
                  <a:pt x="2449776" y="5067615"/>
                </a:lnTo>
                <a:lnTo>
                  <a:pt x="2408501" y="5051740"/>
                </a:lnTo>
                <a:lnTo>
                  <a:pt x="2371988" y="5032690"/>
                </a:lnTo>
                <a:lnTo>
                  <a:pt x="2333888" y="5013640"/>
                </a:lnTo>
                <a:lnTo>
                  <a:pt x="2295788" y="4994590"/>
                </a:lnTo>
                <a:lnTo>
                  <a:pt x="2259276" y="4978715"/>
                </a:lnTo>
                <a:lnTo>
                  <a:pt x="2218001" y="4962840"/>
                </a:lnTo>
                <a:lnTo>
                  <a:pt x="2171963" y="4946965"/>
                </a:lnTo>
                <a:lnTo>
                  <a:pt x="2119576" y="4935853"/>
                </a:lnTo>
                <a:lnTo>
                  <a:pt x="2059251" y="4929503"/>
                </a:lnTo>
                <a:lnTo>
                  <a:pt x="1990988" y="4926328"/>
                </a:lnTo>
                <a:lnTo>
                  <a:pt x="1922726" y="4929503"/>
                </a:lnTo>
                <a:lnTo>
                  <a:pt x="1862401" y="4935853"/>
                </a:lnTo>
                <a:lnTo>
                  <a:pt x="1810013" y="4946965"/>
                </a:lnTo>
                <a:lnTo>
                  <a:pt x="1763976" y="4962840"/>
                </a:lnTo>
                <a:lnTo>
                  <a:pt x="1722701" y="4978715"/>
                </a:lnTo>
                <a:lnTo>
                  <a:pt x="1686188" y="4994590"/>
                </a:lnTo>
                <a:lnTo>
                  <a:pt x="1648088" y="5013640"/>
                </a:lnTo>
                <a:lnTo>
                  <a:pt x="1609988" y="5032690"/>
                </a:lnTo>
                <a:lnTo>
                  <a:pt x="1573476" y="5051740"/>
                </a:lnTo>
                <a:lnTo>
                  <a:pt x="1532201" y="5067615"/>
                </a:lnTo>
                <a:lnTo>
                  <a:pt x="1486163" y="5081903"/>
                </a:lnTo>
                <a:lnTo>
                  <a:pt x="1433776" y="5093015"/>
                </a:lnTo>
                <a:lnTo>
                  <a:pt x="1373451" y="5100953"/>
                </a:lnTo>
                <a:lnTo>
                  <a:pt x="1305188" y="5102540"/>
                </a:lnTo>
                <a:lnTo>
                  <a:pt x="1236926" y="5100953"/>
                </a:lnTo>
                <a:lnTo>
                  <a:pt x="1176601" y="5093015"/>
                </a:lnTo>
                <a:lnTo>
                  <a:pt x="1124213" y="5081903"/>
                </a:lnTo>
                <a:lnTo>
                  <a:pt x="1078176" y="5067615"/>
                </a:lnTo>
                <a:lnTo>
                  <a:pt x="1036901" y="5051740"/>
                </a:lnTo>
                <a:lnTo>
                  <a:pt x="1000388" y="5032690"/>
                </a:lnTo>
                <a:lnTo>
                  <a:pt x="962288" y="5013640"/>
                </a:lnTo>
                <a:lnTo>
                  <a:pt x="924188" y="4994590"/>
                </a:lnTo>
                <a:lnTo>
                  <a:pt x="887676" y="4978715"/>
                </a:lnTo>
                <a:lnTo>
                  <a:pt x="846401" y="4962840"/>
                </a:lnTo>
                <a:lnTo>
                  <a:pt x="800363" y="4946965"/>
                </a:lnTo>
                <a:lnTo>
                  <a:pt x="747976" y="4935853"/>
                </a:lnTo>
                <a:lnTo>
                  <a:pt x="687651" y="4929503"/>
                </a:lnTo>
                <a:lnTo>
                  <a:pt x="619388" y="4926328"/>
                </a:lnTo>
                <a:lnTo>
                  <a:pt x="551126" y="4929503"/>
                </a:lnTo>
                <a:lnTo>
                  <a:pt x="490801" y="4935853"/>
                </a:lnTo>
                <a:lnTo>
                  <a:pt x="438413" y="4946965"/>
                </a:lnTo>
                <a:lnTo>
                  <a:pt x="392376" y="4962840"/>
                </a:lnTo>
                <a:lnTo>
                  <a:pt x="351101" y="4978715"/>
                </a:lnTo>
                <a:lnTo>
                  <a:pt x="314588" y="4994590"/>
                </a:lnTo>
                <a:lnTo>
                  <a:pt x="276488" y="5013640"/>
                </a:lnTo>
                <a:lnTo>
                  <a:pt x="238388" y="5032690"/>
                </a:lnTo>
                <a:lnTo>
                  <a:pt x="201876" y="5051740"/>
                </a:lnTo>
                <a:lnTo>
                  <a:pt x="160601" y="5067615"/>
                </a:lnTo>
                <a:lnTo>
                  <a:pt x="114563" y="5081903"/>
                </a:lnTo>
                <a:lnTo>
                  <a:pt x="62176" y="5093015"/>
                </a:lnTo>
                <a:lnTo>
                  <a:pt x="1851" y="5100953"/>
                </a:lnTo>
                <a:lnTo>
                  <a:pt x="0" y="51009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78528-2355-249B-8A1B-1F482A39E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Creating Views with a Backend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C1887B-FB03-4296-8352-8CFA0080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4926330"/>
            <a:ext cx="12191996" cy="320591"/>
          </a:xfrm>
          <a:custGeom>
            <a:avLst/>
            <a:gdLst>
              <a:gd name="connsiteX0" fmla="*/ 619389 w 12191996"/>
              <a:gd name="connsiteY0" fmla="*/ 0 h 320591"/>
              <a:gd name="connsiteX1" fmla="*/ 687652 w 12191996"/>
              <a:gd name="connsiteY1" fmla="*/ 3175 h 320591"/>
              <a:gd name="connsiteX2" fmla="*/ 747977 w 12191996"/>
              <a:gd name="connsiteY2" fmla="*/ 9525 h 320591"/>
              <a:gd name="connsiteX3" fmla="*/ 800364 w 12191996"/>
              <a:gd name="connsiteY3" fmla="*/ 20637 h 320591"/>
              <a:gd name="connsiteX4" fmla="*/ 846402 w 12191996"/>
              <a:gd name="connsiteY4" fmla="*/ 36512 h 320591"/>
              <a:gd name="connsiteX5" fmla="*/ 887677 w 12191996"/>
              <a:gd name="connsiteY5" fmla="*/ 52387 h 320591"/>
              <a:gd name="connsiteX6" fmla="*/ 924189 w 12191996"/>
              <a:gd name="connsiteY6" fmla="*/ 68262 h 320591"/>
              <a:gd name="connsiteX7" fmla="*/ 962289 w 12191996"/>
              <a:gd name="connsiteY7" fmla="*/ 87312 h 320591"/>
              <a:gd name="connsiteX8" fmla="*/ 1000389 w 12191996"/>
              <a:gd name="connsiteY8" fmla="*/ 106362 h 320591"/>
              <a:gd name="connsiteX9" fmla="*/ 1036902 w 12191996"/>
              <a:gd name="connsiteY9" fmla="*/ 125412 h 320591"/>
              <a:gd name="connsiteX10" fmla="*/ 1078177 w 12191996"/>
              <a:gd name="connsiteY10" fmla="*/ 141287 h 320591"/>
              <a:gd name="connsiteX11" fmla="*/ 1124214 w 12191996"/>
              <a:gd name="connsiteY11" fmla="*/ 155575 h 320591"/>
              <a:gd name="connsiteX12" fmla="*/ 1176602 w 12191996"/>
              <a:gd name="connsiteY12" fmla="*/ 166687 h 320591"/>
              <a:gd name="connsiteX13" fmla="*/ 1236927 w 12191996"/>
              <a:gd name="connsiteY13" fmla="*/ 174625 h 320591"/>
              <a:gd name="connsiteX14" fmla="*/ 1305189 w 12191996"/>
              <a:gd name="connsiteY14" fmla="*/ 176212 h 320591"/>
              <a:gd name="connsiteX15" fmla="*/ 1373452 w 12191996"/>
              <a:gd name="connsiteY15" fmla="*/ 174625 h 320591"/>
              <a:gd name="connsiteX16" fmla="*/ 1433777 w 12191996"/>
              <a:gd name="connsiteY16" fmla="*/ 166687 h 320591"/>
              <a:gd name="connsiteX17" fmla="*/ 1486164 w 12191996"/>
              <a:gd name="connsiteY17" fmla="*/ 155575 h 320591"/>
              <a:gd name="connsiteX18" fmla="*/ 1532202 w 12191996"/>
              <a:gd name="connsiteY18" fmla="*/ 141287 h 320591"/>
              <a:gd name="connsiteX19" fmla="*/ 1573477 w 12191996"/>
              <a:gd name="connsiteY19" fmla="*/ 125412 h 320591"/>
              <a:gd name="connsiteX20" fmla="*/ 1609989 w 12191996"/>
              <a:gd name="connsiteY20" fmla="*/ 106362 h 320591"/>
              <a:gd name="connsiteX21" fmla="*/ 1648089 w 12191996"/>
              <a:gd name="connsiteY21" fmla="*/ 87312 h 320591"/>
              <a:gd name="connsiteX22" fmla="*/ 1686189 w 12191996"/>
              <a:gd name="connsiteY22" fmla="*/ 68262 h 320591"/>
              <a:gd name="connsiteX23" fmla="*/ 1722702 w 12191996"/>
              <a:gd name="connsiteY23" fmla="*/ 52387 h 320591"/>
              <a:gd name="connsiteX24" fmla="*/ 1763977 w 12191996"/>
              <a:gd name="connsiteY24" fmla="*/ 36512 h 320591"/>
              <a:gd name="connsiteX25" fmla="*/ 1810014 w 12191996"/>
              <a:gd name="connsiteY25" fmla="*/ 20637 h 320591"/>
              <a:gd name="connsiteX26" fmla="*/ 1862402 w 12191996"/>
              <a:gd name="connsiteY26" fmla="*/ 9525 h 320591"/>
              <a:gd name="connsiteX27" fmla="*/ 1922727 w 12191996"/>
              <a:gd name="connsiteY27" fmla="*/ 3175 h 320591"/>
              <a:gd name="connsiteX28" fmla="*/ 1990989 w 12191996"/>
              <a:gd name="connsiteY28" fmla="*/ 0 h 320591"/>
              <a:gd name="connsiteX29" fmla="*/ 2059252 w 12191996"/>
              <a:gd name="connsiteY29" fmla="*/ 3175 h 320591"/>
              <a:gd name="connsiteX30" fmla="*/ 2119577 w 12191996"/>
              <a:gd name="connsiteY30" fmla="*/ 9525 h 320591"/>
              <a:gd name="connsiteX31" fmla="*/ 2171964 w 12191996"/>
              <a:gd name="connsiteY31" fmla="*/ 20637 h 320591"/>
              <a:gd name="connsiteX32" fmla="*/ 2218002 w 12191996"/>
              <a:gd name="connsiteY32" fmla="*/ 36512 h 320591"/>
              <a:gd name="connsiteX33" fmla="*/ 2259277 w 12191996"/>
              <a:gd name="connsiteY33" fmla="*/ 52387 h 320591"/>
              <a:gd name="connsiteX34" fmla="*/ 2295789 w 12191996"/>
              <a:gd name="connsiteY34" fmla="*/ 68262 h 320591"/>
              <a:gd name="connsiteX35" fmla="*/ 2333889 w 12191996"/>
              <a:gd name="connsiteY35" fmla="*/ 87312 h 320591"/>
              <a:gd name="connsiteX36" fmla="*/ 2371989 w 12191996"/>
              <a:gd name="connsiteY36" fmla="*/ 106362 h 320591"/>
              <a:gd name="connsiteX37" fmla="*/ 2408502 w 12191996"/>
              <a:gd name="connsiteY37" fmla="*/ 125412 h 320591"/>
              <a:gd name="connsiteX38" fmla="*/ 2449777 w 12191996"/>
              <a:gd name="connsiteY38" fmla="*/ 141287 h 320591"/>
              <a:gd name="connsiteX39" fmla="*/ 2495814 w 12191996"/>
              <a:gd name="connsiteY39" fmla="*/ 155575 h 320591"/>
              <a:gd name="connsiteX40" fmla="*/ 2548202 w 12191996"/>
              <a:gd name="connsiteY40" fmla="*/ 166687 h 320591"/>
              <a:gd name="connsiteX41" fmla="*/ 2608527 w 12191996"/>
              <a:gd name="connsiteY41" fmla="*/ 174625 h 320591"/>
              <a:gd name="connsiteX42" fmla="*/ 2676789 w 12191996"/>
              <a:gd name="connsiteY42" fmla="*/ 176212 h 320591"/>
              <a:gd name="connsiteX43" fmla="*/ 2745052 w 12191996"/>
              <a:gd name="connsiteY43" fmla="*/ 174625 h 320591"/>
              <a:gd name="connsiteX44" fmla="*/ 2805377 w 12191996"/>
              <a:gd name="connsiteY44" fmla="*/ 166687 h 320591"/>
              <a:gd name="connsiteX45" fmla="*/ 2857764 w 12191996"/>
              <a:gd name="connsiteY45" fmla="*/ 155575 h 320591"/>
              <a:gd name="connsiteX46" fmla="*/ 2903802 w 12191996"/>
              <a:gd name="connsiteY46" fmla="*/ 141287 h 320591"/>
              <a:gd name="connsiteX47" fmla="*/ 2945077 w 12191996"/>
              <a:gd name="connsiteY47" fmla="*/ 125412 h 320591"/>
              <a:gd name="connsiteX48" fmla="*/ 2981589 w 12191996"/>
              <a:gd name="connsiteY48" fmla="*/ 106362 h 320591"/>
              <a:gd name="connsiteX49" fmla="*/ 3019689 w 12191996"/>
              <a:gd name="connsiteY49" fmla="*/ 87312 h 320591"/>
              <a:gd name="connsiteX50" fmla="*/ 3057789 w 12191996"/>
              <a:gd name="connsiteY50" fmla="*/ 68262 h 320591"/>
              <a:gd name="connsiteX51" fmla="*/ 3094302 w 12191996"/>
              <a:gd name="connsiteY51" fmla="*/ 52387 h 320591"/>
              <a:gd name="connsiteX52" fmla="*/ 3135577 w 12191996"/>
              <a:gd name="connsiteY52" fmla="*/ 36512 h 320591"/>
              <a:gd name="connsiteX53" fmla="*/ 3181614 w 12191996"/>
              <a:gd name="connsiteY53" fmla="*/ 20637 h 320591"/>
              <a:gd name="connsiteX54" fmla="*/ 3234002 w 12191996"/>
              <a:gd name="connsiteY54" fmla="*/ 9525 h 320591"/>
              <a:gd name="connsiteX55" fmla="*/ 3294327 w 12191996"/>
              <a:gd name="connsiteY55" fmla="*/ 3175 h 320591"/>
              <a:gd name="connsiteX56" fmla="*/ 3361002 w 12191996"/>
              <a:gd name="connsiteY56" fmla="*/ 0 h 320591"/>
              <a:gd name="connsiteX57" fmla="*/ 3430852 w 12191996"/>
              <a:gd name="connsiteY57" fmla="*/ 3175 h 320591"/>
              <a:gd name="connsiteX58" fmla="*/ 3491177 w 12191996"/>
              <a:gd name="connsiteY58" fmla="*/ 9525 h 320591"/>
              <a:gd name="connsiteX59" fmla="*/ 3543564 w 12191996"/>
              <a:gd name="connsiteY59" fmla="*/ 20637 h 320591"/>
              <a:gd name="connsiteX60" fmla="*/ 3589602 w 12191996"/>
              <a:gd name="connsiteY60" fmla="*/ 36512 h 320591"/>
              <a:gd name="connsiteX61" fmla="*/ 3630877 w 12191996"/>
              <a:gd name="connsiteY61" fmla="*/ 52387 h 320591"/>
              <a:gd name="connsiteX62" fmla="*/ 3667389 w 12191996"/>
              <a:gd name="connsiteY62" fmla="*/ 68262 h 320591"/>
              <a:gd name="connsiteX63" fmla="*/ 3705489 w 12191996"/>
              <a:gd name="connsiteY63" fmla="*/ 87312 h 320591"/>
              <a:gd name="connsiteX64" fmla="*/ 3743589 w 12191996"/>
              <a:gd name="connsiteY64" fmla="*/ 106362 h 320591"/>
              <a:gd name="connsiteX65" fmla="*/ 3780102 w 12191996"/>
              <a:gd name="connsiteY65" fmla="*/ 125412 h 320591"/>
              <a:gd name="connsiteX66" fmla="*/ 3821377 w 12191996"/>
              <a:gd name="connsiteY66" fmla="*/ 141287 h 320591"/>
              <a:gd name="connsiteX67" fmla="*/ 3867414 w 12191996"/>
              <a:gd name="connsiteY67" fmla="*/ 155575 h 320591"/>
              <a:gd name="connsiteX68" fmla="*/ 3919802 w 12191996"/>
              <a:gd name="connsiteY68" fmla="*/ 166687 h 320591"/>
              <a:gd name="connsiteX69" fmla="*/ 3980127 w 12191996"/>
              <a:gd name="connsiteY69" fmla="*/ 174625 h 320591"/>
              <a:gd name="connsiteX70" fmla="*/ 4048389 w 12191996"/>
              <a:gd name="connsiteY70" fmla="*/ 176212 h 320591"/>
              <a:gd name="connsiteX71" fmla="*/ 4116652 w 12191996"/>
              <a:gd name="connsiteY71" fmla="*/ 174625 h 320591"/>
              <a:gd name="connsiteX72" fmla="*/ 4176977 w 12191996"/>
              <a:gd name="connsiteY72" fmla="*/ 166687 h 320591"/>
              <a:gd name="connsiteX73" fmla="*/ 4229364 w 12191996"/>
              <a:gd name="connsiteY73" fmla="*/ 155575 h 320591"/>
              <a:gd name="connsiteX74" fmla="*/ 4275402 w 12191996"/>
              <a:gd name="connsiteY74" fmla="*/ 141287 h 320591"/>
              <a:gd name="connsiteX75" fmla="*/ 4316677 w 12191996"/>
              <a:gd name="connsiteY75" fmla="*/ 125412 h 320591"/>
              <a:gd name="connsiteX76" fmla="*/ 4353189 w 12191996"/>
              <a:gd name="connsiteY76" fmla="*/ 106362 h 320591"/>
              <a:gd name="connsiteX77" fmla="*/ 4429389 w 12191996"/>
              <a:gd name="connsiteY77" fmla="*/ 68262 h 320591"/>
              <a:gd name="connsiteX78" fmla="*/ 4465902 w 12191996"/>
              <a:gd name="connsiteY78" fmla="*/ 52387 h 320591"/>
              <a:gd name="connsiteX79" fmla="*/ 4507177 w 12191996"/>
              <a:gd name="connsiteY79" fmla="*/ 36512 h 320591"/>
              <a:gd name="connsiteX80" fmla="*/ 4553215 w 12191996"/>
              <a:gd name="connsiteY80" fmla="*/ 20637 h 320591"/>
              <a:gd name="connsiteX81" fmla="*/ 4605602 w 12191996"/>
              <a:gd name="connsiteY81" fmla="*/ 9525 h 320591"/>
              <a:gd name="connsiteX82" fmla="*/ 4665928 w 12191996"/>
              <a:gd name="connsiteY82" fmla="*/ 3175 h 320591"/>
              <a:gd name="connsiteX83" fmla="*/ 4734189 w 12191996"/>
              <a:gd name="connsiteY83" fmla="*/ 0 h 320591"/>
              <a:gd name="connsiteX84" fmla="*/ 4802453 w 12191996"/>
              <a:gd name="connsiteY84" fmla="*/ 3175 h 320591"/>
              <a:gd name="connsiteX85" fmla="*/ 4862777 w 12191996"/>
              <a:gd name="connsiteY85" fmla="*/ 9525 h 320591"/>
              <a:gd name="connsiteX86" fmla="*/ 4915165 w 12191996"/>
              <a:gd name="connsiteY86" fmla="*/ 20637 h 320591"/>
              <a:gd name="connsiteX87" fmla="*/ 4961201 w 12191996"/>
              <a:gd name="connsiteY87" fmla="*/ 36512 h 320591"/>
              <a:gd name="connsiteX88" fmla="*/ 5002477 w 12191996"/>
              <a:gd name="connsiteY88" fmla="*/ 52387 h 320591"/>
              <a:gd name="connsiteX89" fmla="*/ 5038989 w 12191996"/>
              <a:gd name="connsiteY89" fmla="*/ 68262 h 320591"/>
              <a:gd name="connsiteX90" fmla="*/ 5077090 w 12191996"/>
              <a:gd name="connsiteY90" fmla="*/ 87312 h 320591"/>
              <a:gd name="connsiteX91" fmla="*/ 5115189 w 12191996"/>
              <a:gd name="connsiteY91" fmla="*/ 106362 h 320591"/>
              <a:gd name="connsiteX92" fmla="*/ 5151701 w 12191996"/>
              <a:gd name="connsiteY92" fmla="*/ 125412 h 320591"/>
              <a:gd name="connsiteX93" fmla="*/ 5192977 w 12191996"/>
              <a:gd name="connsiteY93" fmla="*/ 141287 h 320591"/>
              <a:gd name="connsiteX94" fmla="*/ 5239014 w 12191996"/>
              <a:gd name="connsiteY94" fmla="*/ 155575 h 320591"/>
              <a:gd name="connsiteX95" fmla="*/ 5291401 w 12191996"/>
              <a:gd name="connsiteY95" fmla="*/ 166687 h 320591"/>
              <a:gd name="connsiteX96" fmla="*/ 5351727 w 12191996"/>
              <a:gd name="connsiteY96" fmla="*/ 174625 h 320591"/>
              <a:gd name="connsiteX97" fmla="*/ 5410199 w 12191996"/>
              <a:gd name="connsiteY97" fmla="*/ 175985 h 320591"/>
              <a:gd name="connsiteX98" fmla="*/ 5468671 w 12191996"/>
              <a:gd name="connsiteY98" fmla="*/ 174625 h 320591"/>
              <a:gd name="connsiteX99" fmla="*/ 5528996 w 12191996"/>
              <a:gd name="connsiteY99" fmla="*/ 166687 h 320591"/>
              <a:gd name="connsiteX100" fmla="*/ 5581383 w 12191996"/>
              <a:gd name="connsiteY100" fmla="*/ 155575 h 320591"/>
              <a:gd name="connsiteX101" fmla="*/ 5627421 w 12191996"/>
              <a:gd name="connsiteY101" fmla="*/ 141287 h 320591"/>
              <a:gd name="connsiteX102" fmla="*/ 5668696 w 12191996"/>
              <a:gd name="connsiteY102" fmla="*/ 125412 h 320591"/>
              <a:gd name="connsiteX103" fmla="*/ 5705209 w 12191996"/>
              <a:gd name="connsiteY103" fmla="*/ 106362 h 320591"/>
              <a:gd name="connsiteX104" fmla="*/ 5743308 w 12191996"/>
              <a:gd name="connsiteY104" fmla="*/ 87312 h 320591"/>
              <a:gd name="connsiteX105" fmla="*/ 5781408 w 12191996"/>
              <a:gd name="connsiteY105" fmla="*/ 68262 h 320591"/>
              <a:gd name="connsiteX106" fmla="*/ 5817921 w 12191996"/>
              <a:gd name="connsiteY106" fmla="*/ 52387 h 320591"/>
              <a:gd name="connsiteX107" fmla="*/ 5859196 w 12191996"/>
              <a:gd name="connsiteY107" fmla="*/ 36512 h 320591"/>
              <a:gd name="connsiteX108" fmla="*/ 5905234 w 12191996"/>
              <a:gd name="connsiteY108" fmla="*/ 20637 h 320591"/>
              <a:gd name="connsiteX109" fmla="*/ 5957621 w 12191996"/>
              <a:gd name="connsiteY109" fmla="*/ 9525 h 320591"/>
              <a:gd name="connsiteX110" fmla="*/ 6017947 w 12191996"/>
              <a:gd name="connsiteY110" fmla="*/ 3175 h 320591"/>
              <a:gd name="connsiteX111" fmla="*/ 6086209 w 12191996"/>
              <a:gd name="connsiteY111" fmla="*/ 0 h 320591"/>
              <a:gd name="connsiteX112" fmla="*/ 6095999 w 12191996"/>
              <a:gd name="connsiteY112" fmla="*/ 455 h 320591"/>
              <a:gd name="connsiteX113" fmla="*/ 6105789 w 12191996"/>
              <a:gd name="connsiteY113" fmla="*/ 0 h 320591"/>
              <a:gd name="connsiteX114" fmla="*/ 6174052 w 12191996"/>
              <a:gd name="connsiteY114" fmla="*/ 3175 h 320591"/>
              <a:gd name="connsiteX115" fmla="*/ 6234377 w 12191996"/>
              <a:gd name="connsiteY115" fmla="*/ 9525 h 320591"/>
              <a:gd name="connsiteX116" fmla="*/ 6286764 w 12191996"/>
              <a:gd name="connsiteY116" fmla="*/ 20637 h 320591"/>
              <a:gd name="connsiteX117" fmla="*/ 6332802 w 12191996"/>
              <a:gd name="connsiteY117" fmla="*/ 36512 h 320591"/>
              <a:gd name="connsiteX118" fmla="*/ 6374077 w 12191996"/>
              <a:gd name="connsiteY118" fmla="*/ 52387 h 320591"/>
              <a:gd name="connsiteX119" fmla="*/ 6410589 w 12191996"/>
              <a:gd name="connsiteY119" fmla="*/ 68262 h 320591"/>
              <a:gd name="connsiteX120" fmla="*/ 6448689 w 12191996"/>
              <a:gd name="connsiteY120" fmla="*/ 87312 h 320591"/>
              <a:gd name="connsiteX121" fmla="*/ 6486789 w 12191996"/>
              <a:gd name="connsiteY121" fmla="*/ 106362 h 320591"/>
              <a:gd name="connsiteX122" fmla="*/ 6523302 w 12191996"/>
              <a:gd name="connsiteY122" fmla="*/ 125412 h 320591"/>
              <a:gd name="connsiteX123" fmla="*/ 6564577 w 12191996"/>
              <a:gd name="connsiteY123" fmla="*/ 141287 h 320591"/>
              <a:gd name="connsiteX124" fmla="*/ 6610614 w 12191996"/>
              <a:gd name="connsiteY124" fmla="*/ 155575 h 320591"/>
              <a:gd name="connsiteX125" fmla="*/ 6663002 w 12191996"/>
              <a:gd name="connsiteY125" fmla="*/ 166687 h 320591"/>
              <a:gd name="connsiteX126" fmla="*/ 6723327 w 12191996"/>
              <a:gd name="connsiteY126" fmla="*/ 174625 h 320591"/>
              <a:gd name="connsiteX127" fmla="*/ 6781799 w 12191996"/>
              <a:gd name="connsiteY127" fmla="*/ 175985 h 320591"/>
              <a:gd name="connsiteX128" fmla="*/ 6840271 w 12191996"/>
              <a:gd name="connsiteY128" fmla="*/ 174625 h 320591"/>
              <a:gd name="connsiteX129" fmla="*/ 6900596 w 12191996"/>
              <a:gd name="connsiteY129" fmla="*/ 166687 h 320591"/>
              <a:gd name="connsiteX130" fmla="*/ 6952983 w 12191996"/>
              <a:gd name="connsiteY130" fmla="*/ 155575 h 320591"/>
              <a:gd name="connsiteX131" fmla="*/ 6999021 w 12191996"/>
              <a:gd name="connsiteY131" fmla="*/ 141287 h 320591"/>
              <a:gd name="connsiteX132" fmla="*/ 7040296 w 12191996"/>
              <a:gd name="connsiteY132" fmla="*/ 125412 h 320591"/>
              <a:gd name="connsiteX133" fmla="*/ 7076808 w 12191996"/>
              <a:gd name="connsiteY133" fmla="*/ 106362 h 320591"/>
              <a:gd name="connsiteX134" fmla="*/ 7114908 w 12191996"/>
              <a:gd name="connsiteY134" fmla="*/ 87312 h 320591"/>
              <a:gd name="connsiteX135" fmla="*/ 7153008 w 12191996"/>
              <a:gd name="connsiteY135" fmla="*/ 68262 h 320591"/>
              <a:gd name="connsiteX136" fmla="*/ 7189521 w 12191996"/>
              <a:gd name="connsiteY136" fmla="*/ 52387 h 320591"/>
              <a:gd name="connsiteX137" fmla="*/ 7230796 w 12191996"/>
              <a:gd name="connsiteY137" fmla="*/ 36512 h 320591"/>
              <a:gd name="connsiteX138" fmla="*/ 7276833 w 12191996"/>
              <a:gd name="connsiteY138" fmla="*/ 20637 h 320591"/>
              <a:gd name="connsiteX139" fmla="*/ 7329221 w 12191996"/>
              <a:gd name="connsiteY139" fmla="*/ 9525 h 320591"/>
              <a:gd name="connsiteX140" fmla="*/ 7389546 w 12191996"/>
              <a:gd name="connsiteY140" fmla="*/ 3175 h 320591"/>
              <a:gd name="connsiteX141" fmla="*/ 7457808 w 12191996"/>
              <a:gd name="connsiteY141" fmla="*/ 0 h 320591"/>
              <a:gd name="connsiteX142" fmla="*/ 7526071 w 12191996"/>
              <a:gd name="connsiteY142" fmla="*/ 3175 h 320591"/>
              <a:gd name="connsiteX143" fmla="*/ 7586396 w 12191996"/>
              <a:gd name="connsiteY143" fmla="*/ 9525 h 320591"/>
              <a:gd name="connsiteX144" fmla="*/ 7638783 w 12191996"/>
              <a:gd name="connsiteY144" fmla="*/ 20637 h 320591"/>
              <a:gd name="connsiteX145" fmla="*/ 7684821 w 12191996"/>
              <a:gd name="connsiteY145" fmla="*/ 36512 h 320591"/>
              <a:gd name="connsiteX146" fmla="*/ 7726096 w 12191996"/>
              <a:gd name="connsiteY146" fmla="*/ 52387 h 320591"/>
              <a:gd name="connsiteX147" fmla="*/ 7762608 w 12191996"/>
              <a:gd name="connsiteY147" fmla="*/ 68262 h 320591"/>
              <a:gd name="connsiteX148" fmla="*/ 7800708 w 12191996"/>
              <a:gd name="connsiteY148" fmla="*/ 87312 h 320591"/>
              <a:gd name="connsiteX149" fmla="*/ 7838808 w 12191996"/>
              <a:gd name="connsiteY149" fmla="*/ 106362 h 320591"/>
              <a:gd name="connsiteX150" fmla="*/ 7875321 w 12191996"/>
              <a:gd name="connsiteY150" fmla="*/ 125412 h 320591"/>
              <a:gd name="connsiteX151" fmla="*/ 7916596 w 12191996"/>
              <a:gd name="connsiteY151" fmla="*/ 141287 h 320591"/>
              <a:gd name="connsiteX152" fmla="*/ 7962633 w 12191996"/>
              <a:gd name="connsiteY152" fmla="*/ 155575 h 320591"/>
              <a:gd name="connsiteX153" fmla="*/ 8015021 w 12191996"/>
              <a:gd name="connsiteY153" fmla="*/ 166687 h 320591"/>
              <a:gd name="connsiteX154" fmla="*/ 8075346 w 12191996"/>
              <a:gd name="connsiteY154" fmla="*/ 174625 h 320591"/>
              <a:gd name="connsiteX155" fmla="*/ 8143608 w 12191996"/>
              <a:gd name="connsiteY155" fmla="*/ 176212 h 320591"/>
              <a:gd name="connsiteX156" fmla="*/ 8211871 w 12191996"/>
              <a:gd name="connsiteY156" fmla="*/ 174625 h 320591"/>
              <a:gd name="connsiteX157" fmla="*/ 8272196 w 12191996"/>
              <a:gd name="connsiteY157" fmla="*/ 166687 h 320591"/>
              <a:gd name="connsiteX158" fmla="*/ 8324583 w 12191996"/>
              <a:gd name="connsiteY158" fmla="*/ 155575 h 320591"/>
              <a:gd name="connsiteX159" fmla="*/ 8370621 w 12191996"/>
              <a:gd name="connsiteY159" fmla="*/ 141287 h 320591"/>
              <a:gd name="connsiteX160" fmla="*/ 8411896 w 12191996"/>
              <a:gd name="connsiteY160" fmla="*/ 125412 h 320591"/>
              <a:gd name="connsiteX161" fmla="*/ 8448408 w 12191996"/>
              <a:gd name="connsiteY161" fmla="*/ 106362 h 320591"/>
              <a:gd name="connsiteX162" fmla="*/ 8486508 w 12191996"/>
              <a:gd name="connsiteY162" fmla="*/ 87312 h 320591"/>
              <a:gd name="connsiteX163" fmla="*/ 8524608 w 12191996"/>
              <a:gd name="connsiteY163" fmla="*/ 68262 h 320591"/>
              <a:gd name="connsiteX164" fmla="*/ 8561120 w 12191996"/>
              <a:gd name="connsiteY164" fmla="*/ 52387 h 320591"/>
              <a:gd name="connsiteX165" fmla="*/ 8602396 w 12191996"/>
              <a:gd name="connsiteY165" fmla="*/ 36512 h 320591"/>
              <a:gd name="connsiteX166" fmla="*/ 8648432 w 12191996"/>
              <a:gd name="connsiteY166" fmla="*/ 20637 h 320591"/>
              <a:gd name="connsiteX167" fmla="*/ 8700820 w 12191996"/>
              <a:gd name="connsiteY167" fmla="*/ 9525 h 320591"/>
              <a:gd name="connsiteX168" fmla="*/ 8761146 w 12191996"/>
              <a:gd name="connsiteY168" fmla="*/ 3175 h 320591"/>
              <a:gd name="connsiteX169" fmla="*/ 8827820 w 12191996"/>
              <a:gd name="connsiteY169" fmla="*/ 0 h 320591"/>
              <a:gd name="connsiteX170" fmla="*/ 8897670 w 12191996"/>
              <a:gd name="connsiteY170" fmla="*/ 3175 h 320591"/>
              <a:gd name="connsiteX171" fmla="*/ 8957996 w 12191996"/>
              <a:gd name="connsiteY171" fmla="*/ 9525 h 320591"/>
              <a:gd name="connsiteX172" fmla="*/ 9010382 w 12191996"/>
              <a:gd name="connsiteY172" fmla="*/ 20637 h 320591"/>
              <a:gd name="connsiteX173" fmla="*/ 9056420 w 12191996"/>
              <a:gd name="connsiteY173" fmla="*/ 36512 h 320591"/>
              <a:gd name="connsiteX174" fmla="*/ 9097696 w 12191996"/>
              <a:gd name="connsiteY174" fmla="*/ 52387 h 320591"/>
              <a:gd name="connsiteX175" fmla="*/ 9134208 w 12191996"/>
              <a:gd name="connsiteY175" fmla="*/ 68262 h 320591"/>
              <a:gd name="connsiteX176" fmla="*/ 9172308 w 12191996"/>
              <a:gd name="connsiteY176" fmla="*/ 87312 h 320591"/>
              <a:gd name="connsiteX177" fmla="*/ 9210408 w 12191996"/>
              <a:gd name="connsiteY177" fmla="*/ 106362 h 320591"/>
              <a:gd name="connsiteX178" fmla="*/ 9246920 w 12191996"/>
              <a:gd name="connsiteY178" fmla="*/ 125412 h 320591"/>
              <a:gd name="connsiteX179" fmla="*/ 9288196 w 12191996"/>
              <a:gd name="connsiteY179" fmla="*/ 141287 h 320591"/>
              <a:gd name="connsiteX180" fmla="*/ 9334232 w 12191996"/>
              <a:gd name="connsiteY180" fmla="*/ 155575 h 320591"/>
              <a:gd name="connsiteX181" fmla="*/ 9386620 w 12191996"/>
              <a:gd name="connsiteY181" fmla="*/ 166687 h 320591"/>
              <a:gd name="connsiteX182" fmla="*/ 9446946 w 12191996"/>
              <a:gd name="connsiteY182" fmla="*/ 174625 h 320591"/>
              <a:gd name="connsiteX183" fmla="*/ 9515208 w 12191996"/>
              <a:gd name="connsiteY183" fmla="*/ 176212 h 320591"/>
              <a:gd name="connsiteX184" fmla="*/ 9583470 w 12191996"/>
              <a:gd name="connsiteY184" fmla="*/ 174625 h 320591"/>
              <a:gd name="connsiteX185" fmla="*/ 9643796 w 12191996"/>
              <a:gd name="connsiteY185" fmla="*/ 166687 h 320591"/>
              <a:gd name="connsiteX186" fmla="*/ 9696182 w 12191996"/>
              <a:gd name="connsiteY186" fmla="*/ 155575 h 320591"/>
              <a:gd name="connsiteX187" fmla="*/ 9742220 w 12191996"/>
              <a:gd name="connsiteY187" fmla="*/ 141287 h 320591"/>
              <a:gd name="connsiteX188" fmla="*/ 9783496 w 12191996"/>
              <a:gd name="connsiteY188" fmla="*/ 125412 h 320591"/>
              <a:gd name="connsiteX189" fmla="*/ 9820008 w 12191996"/>
              <a:gd name="connsiteY189" fmla="*/ 106362 h 320591"/>
              <a:gd name="connsiteX190" fmla="*/ 9896208 w 12191996"/>
              <a:gd name="connsiteY190" fmla="*/ 68262 h 320591"/>
              <a:gd name="connsiteX191" fmla="*/ 9932720 w 12191996"/>
              <a:gd name="connsiteY191" fmla="*/ 52387 h 320591"/>
              <a:gd name="connsiteX192" fmla="*/ 9973996 w 12191996"/>
              <a:gd name="connsiteY192" fmla="*/ 36512 h 320591"/>
              <a:gd name="connsiteX193" fmla="*/ 10020032 w 12191996"/>
              <a:gd name="connsiteY193" fmla="*/ 20637 h 320591"/>
              <a:gd name="connsiteX194" fmla="*/ 10072420 w 12191996"/>
              <a:gd name="connsiteY194" fmla="*/ 9525 h 320591"/>
              <a:gd name="connsiteX195" fmla="*/ 10132746 w 12191996"/>
              <a:gd name="connsiteY195" fmla="*/ 3175 h 320591"/>
              <a:gd name="connsiteX196" fmla="*/ 10201008 w 12191996"/>
              <a:gd name="connsiteY196" fmla="*/ 0 h 320591"/>
              <a:gd name="connsiteX197" fmla="*/ 10269270 w 12191996"/>
              <a:gd name="connsiteY197" fmla="*/ 3175 h 320591"/>
              <a:gd name="connsiteX198" fmla="*/ 10329596 w 12191996"/>
              <a:gd name="connsiteY198" fmla="*/ 9525 h 320591"/>
              <a:gd name="connsiteX199" fmla="*/ 10381982 w 12191996"/>
              <a:gd name="connsiteY199" fmla="*/ 20637 h 320591"/>
              <a:gd name="connsiteX200" fmla="*/ 10428020 w 12191996"/>
              <a:gd name="connsiteY200" fmla="*/ 36512 h 320591"/>
              <a:gd name="connsiteX201" fmla="*/ 10469296 w 12191996"/>
              <a:gd name="connsiteY201" fmla="*/ 52387 h 320591"/>
              <a:gd name="connsiteX202" fmla="*/ 10505808 w 12191996"/>
              <a:gd name="connsiteY202" fmla="*/ 68262 h 320591"/>
              <a:gd name="connsiteX203" fmla="*/ 10543908 w 12191996"/>
              <a:gd name="connsiteY203" fmla="*/ 87312 h 320591"/>
              <a:gd name="connsiteX204" fmla="*/ 10582008 w 12191996"/>
              <a:gd name="connsiteY204" fmla="*/ 106362 h 320591"/>
              <a:gd name="connsiteX205" fmla="*/ 10618520 w 12191996"/>
              <a:gd name="connsiteY205" fmla="*/ 125412 h 320591"/>
              <a:gd name="connsiteX206" fmla="*/ 10659796 w 12191996"/>
              <a:gd name="connsiteY206" fmla="*/ 141287 h 320591"/>
              <a:gd name="connsiteX207" fmla="*/ 10705832 w 12191996"/>
              <a:gd name="connsiteY207" fmla="*/ 155575 h 320591"/>
              <a:gd name="connsiteX208" fmla="*/ 10758220 w 12191996"/>
              <a:gd name="connsiteY208" fmla="*/ 166687 h 320591"/>
              <a:gd name="connsiteX209" fmla="*/ 10818546 w 12191996"/>
              <a:gd name="connsiteY209" fmla="*/ 174625 h 320591"/>
              <a:gd name="connsiteX210" fmla="*/ 10886808 w 12191996"/>
              <a:gd name="connsiteY210" fmla="*/ 176212 h 320591"/>
              <a:gd name="connsiteX211" fmla="*/ 10955070 w 12191996"/>
              <a:gd name="connsiteY211" fmla="*/ 174625 h 320591"/>
              <a:gd name="connsiteX212" fmla="*/ 11015396 w 12191996"/>
              <a:gd name="connsiteY212" fmla="*/ 166687 h 320591"/>
              <a:gd name="connsiteX213" fmla="*/ 11067782 w 12191996"/>
              <a:gd name="connsiteY213" fmla="*/ 155575 h 320591"/>
              <a:gd name="connsiteX214" fmla="*/ 11113820 w 12191996"/>
              <a:gd name="connsiteY214" fmla="*/ 141287 h 320591"/>
              <a:gd name="connsiteX215" fmla="*/ 11155096 w 12191996"/>
              <a:gd name="connsiteY215" fmla="*/ 125412 h 320591"/>
              <a:gd name="connsiteX216" fmla="*/ 11191608 w 12191996"/>
              <a:gd name="connsiteY216" fmla="*/ 106362 h 320591"/>
              <a:gd name="connsiteX217" fmla="*/ 11229708 w 12191996"/>
              <a:gd name="connsiteY217" fmla="*/ 87312 h 320591"/>
              <a:gd name="connsiteX218" fmla="*/ 11267808 w 12191996"/>
              <a:gd name="connsiteY218" fmla="*/ 68262 h 320591"/>
              <a:gd name="connsiteX219" fmla="*/ 11304320 w 12191996"/>
              <a:gd name="connsiteY219" fmla="*/ 52387 h 320591"/>
              <a:gd name="connsiteX220" fmla="*/ 11345596 w 12191996"/>
              <a:gd name="connsiteY220" fmla="*/ 36512 h 320591"/>
              <a:gd name="connsiteX221" fmla="*/ 11391632 w 12191996"/>
              <a:gd name="connsiteY221" fmla="*/ 20637 h 320591"/>
              <a:gd name="connsiteX222" fmla="*/ 11444020 w 12191996"/>
              <a:gd name="connsiteY222" fmla="*/ 9525 h 320591"/>
              <a:gd name="connsiteX223" fmla="*/ 11504346 w 12191996"/>
              <a:gd name="connsiteY223" fmla="*/ 3175 h 320591"/>
              <a:gd name="connsiteX224" fmla="*/ 11572608 w 12191996"/>
              <a:gd name="connsiteY224" fmla="*/ 0 h 320591"/>
              <a:gd name="connsiteX225" fmla="*/ 11640870 w 12191996"/>
              <a:gd name="connsiteY225" fmla="*/ 3175 h 320591"/>
              <a:gd name="connsiteX226" fmla="*/ 11701196 w 12191996"/>
              <a:gd name="connsiteY226" fmla="*/ 9525 h 320591"/>
              <a:gd name="connsiteX227" fmla="*/ 11753582 w 12191996"/>
              <a:gd name="connsiteY227" fmla="*/ 20637 h 320591"/>
              <a:gd name="connsiteX228" fmla="*/ 11799620 w 12191996"/>
              <a:gd name="connsiteY228" fmla="*/ 36512 h 320591"/>
              <a:gd name="connsiteX229" fmla="*/ 11840896 w 12191996"/>
              <a:gd name="connsiteY229" fmla="*/ 52387 h 320591"/>
              <a:gd name="connsiteX230" fmla="*/ 11877408 w 12191996"/>
              <a:gd name="connsiteY230" fmla="*/ 68262 h 320591"/>
              <a:gd name="connsiteX231" fmla="*/ 11915508 w 12191996"/>
              <a:gd name="connsiteY231" fmla="*/ 87312 h 320591"/>
              <a:gd name="connsiteX232" fmla="*/ 11953608 w 12191996"/>
              <a:gd name="connsiteY232" fmla="*/ 106362 h 320591"/>
              <a:gd name="connsiteX233" fmla="*/ 11990120 w 12191996"/>
              <a:gd name="connsiteY233" fmla="*/ 125412 h 320591"/>
              <a:gd name="connsiteX234" fmla="*/ 12031396 w 12191996"/>
              <a:gd name="connsiteY234" fmla="*/ 141287 h 320591"/>
              <a:gd name="connsiteX235" fmla="*/ 12077432 w 12191996"/>
              <a:gd name="connsiteY235" fmla="*/ 155575 h 320591"/>
              <a:gd name="connsiteX236" fmla="*/ 12129820 w 12191996"/>
              <a:gd name="connsiteY236" fmla="*/ 166688 h 320591"/>
              <a:gd name="connsiteX237" fmla="*/ 12190146 w 12191996"/>
              <a:gd name="connsiteY237" fmla="*/ 174625 h 320591"/>
              <a:gd name="connsiteX238" fmla="*/ 12191996 w 12191996"/>
              <a:gd name="connsiteY238" fmla="*/ 174668 h 320591"/>
              <a:gd name="connsiteX239" fmla="*/ 12191996 w 12191996"/>
              <a:gd name="connsiteY239" fmla="*/ 319047 h 320591"/>
              <a:gd name="connsiteX240" fmla="*/ 12190146 w 12191996"/>
              <a:gd name="connsiteY240" fmla="*/ 319004 h 320591"/>
              <a:gd name="connsiteX241" fmla="*/ 12129820 w 12191996"/>
              <a:gd name="connsiteY241" fmla="*/ 311067 h 320591"/>
              <a:gd name="connsiteX242" fmla="*/ 12077432 w 12191996"/>
              <a:gd name="connsiteY242" fmla="*/ 299954 h 320591"/>
              <a:gd name="connsiteX243" fmla="*/ 12031396 w 12191996"/>
              <a:gd name="connsiteY243" fmla="*/ 285666 h 320591"/>
              <a:gd name="connsiteX244" fmla="*/ 11990120 w 12191996"/>
              <a:gd name="connsiteY244" fmla="*/ 269791 h 320591"/>
              <a:gd name="connsiteX245" fmla="*/ 11953608 w 12191996"/>
              <a:gd name="connsiteY245" fmla="*/ 250741 h 320591"/>
              <a:gd name="connsiteX246" fmla="*/ 11915508 w 12191996"/>
              <a:gd name="connsiteY246" fmla="*/ 231691 h 320591"/>
              <a:gd name="connsiteX247" fmla="*/ 11877408 w 12191996"/>
              <a:gd name="connsiteY247" fmla="*/ 212641 h 320591"/>
              <a:gd name="connsiteX248" fmla="*/ 11840896 w 12191996"/>
              <a:gd name="connsiteY248" fmla="*/ 196766 h 320591"/>
              <a:gd name="connsiteX249" fmla="*/ 11799620 w 12191996"/>
              <a:gd name="connsiteY249" fmla="*/ 180891 h 320591"/>
              <a:gd name="connsiteX250" fmla="*/ 11753582 w 12191996"/>
              <a:gd name="connsiteY250" fmla="*/ 165016 h 320591"/>
              <a:gd name="connsiteX251" fmla="*/ 11701196 w 12191996"/>
              <a:gd name="connsiteY251" fmla="*/ 153904 h 320591"/>
              <a:gd name="connsiteX252" fmla="*/ 11640870 w 12191996"/>
              <a:gd name="connsiteY252" fmla="*/ 147554 h 320591"/>
              <a:gd name="connsiteX253" fmla="*/ 11572608 w 12191996"/>
              <a:gd name="connsiteY253" fmla="*/ 144379 h 320591"/>
              <a:gd name="connsiteX254" fmla="*/ 11504346 w 12191996"/>
              <a:gd name="connsiteY254" fmla="*/ 147554 h 320591"/>
              <a:gd name="connsiteX255" fmla="*/ 11444020 w 12191996"/>
              <a:gd name="connsiteY255" fmla="*/ 153904 h 320591"/>
              <a:gd name="connsiteX256" fmla="*/ 11391632 w 12191996"/>
              <a:gd name="connsiteY256" fmla="*/ 165016 h 320591"/>
              <a:gd name="connsiteX257" fmla="*/ 11345596 w 12191996"/>
              <a:gd name="connsiteY257" fmla="*/ 180891 h 320591"/>
              <a:gd name="connsiteX258" fmla="*/ 11304320 w 12191996"/>
              <a:gd name="connsiteY258" fmla="*/ 196766 h 320591"/>
              <a:gd name="connsiteX259" fmla="*/ 11267808 w 12191996"/>
              <a:gd name="connsiteY259" fmla="*/ 212641 h 320591"/>
              <a:gd name="connsiteX260" fmla="*/ 11229708 w 12191996"/>
              <a:gd name="connsiteY260" fmla="*/ 231691 h 320591"/>
              <a:gd name="connsiteX261" fmla="*/ 11191608 w 12191996"/>
              <a:gd name="connsiteY261" fmla="*/ 250741 h 320591"/>
              <a:gd name="connsiteX262" fmla="*/ 11155096 w 12191996"/>
              <a:gd name="connsiteY262" fmla="*/ 269791 h 320591"/>
              <a:gd name="connsiteX263" fmla="*/ 11113820 w 12191996"/>
              <a:gd name="connsiteY263" fmla="*/ 285666 h 320591"/>
              <a:gd name="connsiteX264" fmla="*/ 11067782 w 12191996"/>
              <a:gd name="connsiteY264" fmla="*/ 299954 h 320591"/>
              <a:gd name="connsiteX265" fmla="*/ 11015396 w 12191996"/>
              <a:gd name="connsiteY265" fmla="*/ 311066 h 320591"/>
              <a:gd name="connsiteX266" fmla="*/ 10955070 w 12191996"/>
              <a:gd name="connsiteY266" fmla="*/ 319004 h 320591"/>
              <a:gd name="connsiteX267" fmla="*/ 10886808 w 12191996"/>
              <a:gd name="connsiteY267" fmla="*/ 320591 h 320591"/>
              <a:gd name="connsiteX268" fmla="*/ 10818546 w 12191996"/>
              <a:gd name="connsiteY268" fmla="*/ 319004 h 320591"/>
              <a:gd name="connsiteX269" fmla="*/ 10758220 w 12191996"/>
              <a:gd name="connsiteY269" fmla="*/ 311066 h 320591"/>
              <a:gd name="connsiteX270" fmla="*/ 10705832 w 12191996"/>
              <a:gd name="connsiteY270" fmla="*/ 299954 h 320591"/>
              <a:gd name="connsiteX271" fmla="*/ 10659796 w 12191996"/>
              <a:gd name="connsiteY271" fmla="*/ 285666 h 320591"/>
              <a:gd name="connsiteX272" fmla="*/ 10618520 w 12191996"/>
              <a:gd name="connsiteY272" fmla="*/ 269791 h 320591"/>
              <a:gd name="connsiteX273" fmla="*/ 10582008 w 12191996"/>
              <a:gd name="connsiteY273" fmla="*/ 250741 h 320591"/>
              <a:gd name="connsiteX274" fmla="*/ 10543908 w 12191996"/>
              <a:gd name="connsiteY274" fmla="*/ 231691 h 320591"/>
              <a:gd name="connsiteX275" fmla="*/ 10505808 w 12191996"/>
              <a:gd name="connsiteY275" fmla="*/ 212641 h 320591"/>
              <a:gd name="connsiteX276" fmla="*/ 10469296 w 12191996"/>
              <a:gd name="connsiteY276" fmla="*/ 196766 h 320591"/>
              <a:gd name="connsiteX277" fmla="*/ 10428020 w 12191996"/>
              <a:gd name="connsiteY277" fmla="*/ 180891 h 320591"/>
              <a:gd name="connsiteX278" fmla="*/ 10381982 w 12191996"/>
              <a:gd name="connsiteY278" fmla="*/ 165016 h 320591"/>
              <a:gd name="connsiteX279" fmla="*/ 10329596 w 12191996"/>
              <a:gd name="connsiteY279" fmla="*/ 153904 h 320591"/>
              <a:gd name="connsiteX280" fmla="*/ 10269270 w 12191996"/>
              <a:gd name="connsiteY280" fmla="*/ 147554 h 320591"/>
              <a:gd name="connsiteX281" fmla="*/ 10201008 w 12191996"/>
              <a:gd name="connsiteY281" fmla="*/ 144379 h 320591"/>
              <a:gd name="connsiteX282" fmla="*/ 10132746 w 12191996"/>
              <a:gd name="connsiteY282" fmla="*/ 147554 h 320591"/>
              <a:gd name="connsiteX283" fmla="*/ 10072420 w 12191996"/>
              <a:gd name="connsiteY283" fmla="*/ 153904 h 320591"/>
              <a:gd name="connsiteX284" fmla="*/ 10020032 w 12191996"/>
              <a:gd name="connsiteY284" fmla="*/ 165016 h 320591"/>
              <a:gd name="connsiteX285" fmla="*/ 9973996 w 12191996"/>
              <a:gd name="connsiteY285" fmla="*/ 180891 h 320591"/>
              <a:gd name="connsiteX286" fmla="*/ 9932720 w 12191996"/>
              <a:gd name="connsiteY286" fmla="*/ 196766 h 320591"/>
              <a:gd name="connsiteX287" fmla="*/ 9896208 w 12191996"/>
              <a:gd name="connsiteY287" fmla="*/ 212641 h 320591"/>
              <a:gd name="connsiteX288" fmla="*/ 9820008 w 12191996"/>
              <a:gd name="connsiteY288" fmla="*/ 250741 h 320591"/>
              <a:gd name="connsiteX289" fmla="*/ 9783496 w 12191996"/>
              <a:gd name="connsiteY289" fmla="*/ 269791 h 320591"/>
              <a:gd name="connsiteX290" fmla="*/ 9742220 w 12191996"/>
              <a:gd name="connsiteY290" fmla="*/ 285666 h 320591"/>
              <a:gd name="connsiteX291" fmla="*/ 9696182 w 12191996"/>
              <a:gd name="connsiteY291" fmla="*/ 299954 h 320591"/>
              <a:gd name="connsiteX292" fmla="*/ 9643796 w 12191996"/>
              <a:gd name="connsiteY292" fmla="*/ 311066 h 320591"/>
              <a:gd name="connsiteX293" fmla="*/ 9583470 w 12191996"/>
              <a:gd name="connsiteY293" fmla="*/ 319004 h 320591"/>
              <a:gd name="connsiteX294" fmla="*/ 9515208 w 12191996"/>
              <a:gd name="connsiteY294" fmla="*/ 320591 h 320591"/>
              <a:gd name="connsiteX295" fmla="*/ 9446946 w 12191996"/>
              <a:gd name="connsiteY295" fmla="*/ 319004 h 320591"/>
              <a:gd name="connsiteX296" fmla="*/ 9386620 w 12191996"/>
              <a:gd name="connsiteY296" fmla="*/ 311066 h 320591"/>
              <a:gd name="connsiteX297" fmla="*/ 9334232 w 12191996"/>
              <a:gd name="connsiteY297" fmla="*/ 299954 h 320591"/>
              <a:gd name="connsiteX298" fmla="*/ 9288196 w 12191996"/>
              <a:gd name="connsiteY298" fmla="*/ 285666 h 320591"/>
              <a:gd name="connsiteX299" fmla="*/ 9246920 w 12191996"/>
              <a:gd name="connsiteY299" fmla="*/ 269791 h 320591"/>
              <a:gd name="connsiteX300" fmla="*/ 9210408 w 12191996"/>
              <a:gd name="connsiteY300" fmla="*/ 250741 h 320591"/>
              <a:gd name="connsiteX301" fmla="*/ 9172308 w 12191996"/>
              <a:gd name="connsiteY301" fmla="*/ 231691 h 320591"/>
              <a:gd name="connsiteX302" fmla="*/ 9134208 w 12191996"/>
              <a:gd name="connsiteY302" fmla="*/ 212641 h 320591"/>
              <a:gd name="connsiteX303" fmla="*/ 9097696 w 12191996"/>
              <a:gd name="connsiteY303" fmla="*/ 196766 h 320591"/>
              <a:gd name="connsiteX304" fmla="*/ 9056420 w 12191996"/>
              <a:gd name="connsiteY304" fmla="*/ 180891 h 320591"/>
              <a:gd name="connsiteX305" fmla="*/ 9010382 w 12191996"/>
              <a:gd name="connsiteY305" fmla="*/ 165016 h 320591"/>
              <a:gd name="connsiteX306" fmla="*/ 8957996 w 12191996"/>
              <a:gd name="connsiteY306" fmla="*/ 153904 h 320591"/>
              <a:gd name="connsiteX307" fmla="*/ 8897670 w 12191996"/>
              <a:gd name="connsiteY307" fmla="*/ 147554 h 320591"/>
              <a:gd name="connsiteX308" fmla="*/ 8827820 w 12191996"/>
              <a:gd name="connsiteY308" fmla="*/ 144379 h 320591"/>
              <a:gd name="connsiteX309" fmla="*/ 8761146 w 12191996"/>
              <a:gd name="connsiteY309" fmla="*/ 147554 h 320591"/>
              <a:gd name="connsiteX310" fmla="*/ 8700820 w 12191996"/>
              <a:gd name="connsiteY310" fmla="*/ 153904 h 320591"/>
              <a:gd name="connsiteX311" fmla="*/ 8648432 w 12191996"/>
              <a:gd name="connsiteY311" fmla="*/ 165016 h 320591"/>
              <a:gd name="connsiteX312" fmla="*/ 8602396 w 12191996"/>
              <a:gd name="connsiteY312" fmla="*/ 180891 h 320591"/>
              <a:gd name="connsiteX313" fmla="*/ 8561120 w 12191996"/>
              <a:gd name="connsiteY313" fmla="*/ 196766 h 320591"/>
              <a:gd name="connsiteX314" fmla="*/ 8524608 w 12191996"/>
              <a:gd name="connsiteY314" fmla="*/ 212641 h 320591"/>
              <a:gd name="connsiteX315" fmla="*/ 8486508 w 12191996"/>
              <a:gd name="connsiteY315" fmla="*/ 231691 h 320591"/>
              <a:gd name="connsiteX316" fmla="*/ 8448408 w 12191996"/>
              <a:gd name="connsiteY316" fmla="*/ 250741 h 320591"/>
              <a:gd name="connsiteX317" fmla="*/ 8411896 w 12191996"/>
              <a:gd name="connsiteY317" fmla="*/ 269791 h 320591"/>
              <a:gd name="connsiteX318" fmla="*/ 8370621 w 12191996"/>
              <a:gd name="connsiteY318" fmla="*/ 285666 h 320591"/>
              <a:gd name="connsiteX319" fmla="*/ 8324583 w 12191996"/>
              <a:gd name="connsiteY319" fmla="*/ 299954 h 320591"/>
              <a:gd name="connsiteX320" fmla="*/ 8272196 w 12191996"/>
              <a:gd name="connsiteY320" fmla="*/ 311066 h 320591"/>
              <a:gd name="connsiteX321" fmla="*/ 8211871 w 12191996"/>
              <a:gd name="connsiteY321" fmla="*/ 319004 h 320591"/>
              <a:gd name="connsiteX322" fmla="*/ 8143608 w 12191996"/>
              <a:gd name="connsiteY322" fmla="*/ 320591 h 320591"/>
              <a:gd name="connsiteX323" fmla="*/ 8075346 w 12191996"/>
              <a:gd name="connsiteY323" fmla="*/ 319004 h 320591"/>
              <a:gd name="connsiteX324" fmla="*/ 8015021 w 12191996"/>
              <a:gd name="connsiteY324" fmla="*/ 311066 h 320591"/>
              <a:gd name="connsiteX325" fmla="*/ 7962633 w 12191996"/>
              <a:gd name="connsiteY325" fmla="*/ 299954 h 320591"/>
              <a:gd name="connsiteX326" fmla="*/ 7916596 w 12191996"/>
              <a:gd name="connsiteY326" fmla="*/ 285666 h 320591"/>
              <a:gd name="connsiteX327" fmla="*/ 7875321 w 12191996"/>
              <a:gd name="connsiteY327" fmla="*/ 269791 h 320591"/>
              <a:gd name="connsiteX328" fmla="*/ 7838808 w 12191996"/>
              <a:gd name="connsiteY328" fmla="*/ 250741 h 320591"/>
              <a:gd name="connsiteX329" fmla="*/ 7800708 w 12191996"/>
              <a:gd name="connsiteY329" fmla="*/ 231691 h 320591"/>
              <a:gd name="connsiteX330" fmla="*/ 7762608 w 12191996"/>
              <a:gd name="connsiteY330" fmla="*/ 212641 h 320591"/>
              <a:gd name="connsiteX331" fmla="*/ 7726096 w 12191996"/>
              <a:gd name="connsiteY331" fmla="*/ 196766 h 320591"/>
              <a:gd name="connsiteX332" fmla="*/ 7684821 w 12191996"/>
              <a:gd name="connsiteY332" fmla="*/ 180891 h 320591"/>
              <a:gd name="connsiteX333" fmla="*/ 7638783 w 12191996"/>
              <a:gd name="connsiteY333" fmla="*/ 165016 h 320591"/>
              <a:gd name="connsiteX334" fmla="*/ 7586396 w 12191996"/>
              <a:gd name="connsiteY334" fmla="*/ 153904 h 320591"/>
              <a:gd name="connsiteX335" fmla="*/ 7526071 w 12191996"/>
              <a:gd name="connsiteY335" fmla="*/ 147554 h 320591"/>
              <a:gd name="connsiteX336" fmla="*/ 7457808 w 12191996"/>
              <a:gd name="connsiteY336" fmla="*/ 144379 h 320591"/>
              <a:gd name="connsiteX337" fmla="*/ 7389546 w 12191996"/>
              <a:gd name="connsiteY337" fmla="*/ 147554 h 320591"/>
              <a:gd name="connsiteX338" fmla="*/ 7329221 w 12191996"/>
              <a:gd name="connsiteY338" fmla="*/ 153904 h 320591"/>
              <a:gd name="connsiteX339" fmla="*/ 7276833 w 12191996"/>
              <a:gd name="connsiteY339" fmla="*/ 165016 h 320591"/>
              <a:gd name="connsiteX340" fmla="*/ 7230796 w 12191996"/>
              <a:gd name="connsiteY340" fmla="*/ 180891 h 320591"/>
              <a:gd name="connsiteX341" fmla="*/ 7189521 w 12191996"/>
              <a:gd name="connsiteY341" fmla="*/ 196766 h 320591"/>
              <a:gd name="connsiteX342" fmla="*/ 7153008 w 12191996"/>
              <a:gd name="connsiteY342" fmla="*/ 212641 h 320591"/>
              <a:gd name="connsiteX343" fmla="*/ 7114908 w 12191996"/>
              <a:gd name="connsiteY343" fmla="*/ 231691 h 320591"/>
              <a:gd name="connsiteX344" fmla="*/ 7076808 w 12191996"/>
              <a:gd name="connsiteY344" fmla="*/ 250741 h 320591"/>
              <a:gd name="connsiteX345" fmla="*/ 7040296 w 12191996"/>
              <a:gd name="connsiteY345" fmla="*/ 269791 h 320591"/>
              <a:gd name="connsiteX346" fmla="*/ 6999021 w 12191996"/>
              <a:gd name="connsiteY346" fmla="*/ 285666 h 320591"/>
              <a:gd name="connsiteX347" fmla="*/ 6952983 w 12191996"/>
              <a:gd name="connsiteY347" fmla="*/ 299954 h 320591"/>
              <a:gd name="connsiteX348" fmla="*/ 6900596 w 12191996"/>
              <a:gd name="connsiteY348" fmla="*/ 311066 h 320591"/>
              <a:gd name="connsiteX349" fmla="*/ 6840271 w 12191996"/>
              <a:gd name="connsiteY349" fmla="*/ 319004 h 320591"/>
              <a:gd name="connsiteX350" fmla="*/ 6781799 w 12191996"/>
              <a:gd name="connsiteY350" fmla="*/ 320364 h 320591"/>
              <a:gd name="connsiteX351" fmla="*/ 6723327 w 12191996"/>
              <a:gd name="connsiteY351" fmla="*/ 319004 h 320591"/>
              <a:gd name="connsiteX352" fmla="*/ 6663002 w 12191996"/>
              <a:gd name="connsiteY352" fmla="*/ 311066 h 320591"/>
              <a:gd name="connsiteX353" fmla="*/ 6610614 w 12191996"/>
              <a:gd name="connsiteY353" fmla="*/ 299954 h 320591"/>
              <a:gd name="connsiteX354" fmla="*/ 6564577 w 12191996"/>
              <a:gd name="connsiteY354" fmla="*/ 285666 h 320591"/>
              <a:gd name="connsiteX355" fmla="*/ 6523302 w 12191996"/>
              <a:gd name="connsiteY355" fmla="*/ 269791 h 320591"/>
              <a:gd name="connsiteX356" fmla="*/ 6486789 w 12191996"/>
              <a:gd name="connsiteY356" fmla="*/ 250741 h 320591"/>
              <a:gd name="connsiteX357" fmla="*/ 6448689 w 12191996"/>
              <a:gd name="connsiteY357" fmla="*/ 231691 h 320591"/>
              <a:gd name="connsiteX358" fmla="*/ 6410589 w 12191996"/>
              <a:gd name="connsiteY358" fmla="*/ 212641 h 320591"/>
              <a:gd name="connsiteX359" fmla="*/ 6374077 w 12191996"/>
              <a:gd name="connsiteY359" fmla="*/ 196766 h 320591"/>
              <a:gd name="connsiteX360" fmla="*/ 6332802 w 12191996"/>
              <a:gd name="connsiteY360" fmla="*/ 180891 h 320591"/>
              <a:gd name="connsiteX361" fmla="*/ 6286764 w 12191996"/>
              <a:gd name="connsiteY361" fmla="*/ 165016 h 320591"/>
              <a:gd name="connsiteX362" fmla="*/ 6234377 w 12191996"/>
              <a:gd name="connsiteY362" fmla="*/ 153904 h 320591"/>
              <a:gd name="connsiteX363" fmla="*/ 6174052 w 12191996"/>
              <a:gd name="connsiteY363" fmla="*/ 147554 h 320591"/>
              <a:gd name="connsiteX364" fmla="*/ 6105789 w 12191996"/>
              <a:gd name="connsiteY364" fmla="*/ 144379 h 320591"/>
              <a:gd name="connsiteX365" fmla="*/ 6095999 w 12191996"/>
              <a:gd name="connsiteY365" fmla="*/ 144834 h 320591"/>
              <a:gd name="connsiteX366" fmla="*/ 6086208 w 12191996"/>
              <a:gd name="connsiteY366" fmla="*/ 144379 h 320591"/>
              <a:gd name="connsiteX367" fmla="*/ 6017947 w 12191996"/>
              <a:gd name="connsiteY367" fmla="*/ 147554 h 320591"/>
              <a:gd name="connsiteX368" fmla="*/ 5957621 w 12191996"/>
              <a:gd name="connsiteY368" fmla="*/ 153904 h 320591"/>
              <a:gd name="connsiteX369" fmla="*/ 5905234 w 12191996"/>
              <a:gd name="connsiteY369" fmla="*/ 165016 h 320591"/>
              <a:gd name="connsiteX370" fmla="*/ 5859196 w 12191996"/>
              <a:gd name="connsiteY370" fmla="*/ 180891 h 320591"/>
              <a:gd name="connsiteX371" fmla="*/ 5817921 w 12191996"/>
              <a:gd name="connsiteY371" fmla="*/ 196766 h 320591"/>
              <a:gd name="connsiteX372" fmla="*/ 5781408 w 12191996"/>
              <a:gd name="connsiteY372" fmla="*/ 212641 h 320591"/>
              <a:gd name="connsiteX373" fmla="*/ 5743308 w 12191996"/>
              <a:gd name="connsiteY373" fmla="*/ 231691 h 320591"/>
              <a:gd name="connsiteX374" fmla="*/ 5705209 w 12191996"/>
              <a:gd name="connsiteY374" fmla="*/ 250741 h 320591"/>
              <a:gd name="connsiteX375" fmla="*/ 5668696 w 12191996"/>
              <a:gd name="connsiteY375" fmla="*/ 269791 h 320591"/>
              <a:gd name="connsiteX376" fmla="*/ 5627421 w 12191996"/>
              <a:gd name="connsiteY376" fmla="*/ 285666 h 320591"/>
              <a:gd name="connsiteX377" fmla="*/ 5581383 w 12191996"/>
              <a:gd name="connsiteY377" fmla="*/ 299954 h 320591"/>
              <a:gd name="connsiteX378" fmla="*/ 5528996 w 12191996"/>
              <a:gd name="connsiteY378" fmla="*/ 311066 h 320591"/>
              <a:gd name="connsiteX379" fmla="*/ 5468671 w 12191996"/>
              <a:gd name="connsiteY379" fmla="*/ 319004 h 320591"/>
              <a:gd name="connsiteX380" fmla="*/ 5410199 w 12191996"/>
              <a:gd name="connsiteY380" fmla="*/ 320364 h 320591"/>
              <a:gd name="connsiteX381" fmla="*/ 5351727 w 12191996"/>
              <a:gd name="connsiteY381" fmla="*/ 319004 h 320591"/>
              <a:gd name="connsiteX382" fmla="*/ 5291401 w 12191996"/>
              <a:gd name="connsiteY382" fmla="*/ 311066 h 320591"/>
              <a:gd name="connsiteX383" fmla="*/ 5239014 w 12191996"/>
              <a:gd name="connsiteY383" fmla="*/ 299954 h 320591"/>
              <a:gd name="connsiteX384" fmla="*/ 5192976 w 12191996"/>
              <a:gd name="connsiteY384" fmla="*/ 285666 h 320591"/>
              <a:gd name="connsiteX385" fmla="*/ 5151701 w 12191996"/>
              <a:gd name="connsiteY385" fmla="*/ 269791 h 320591"/>
              <a:gd name="connsiteX386" fmla="*/ 5115189 w 12191996"/>
              <a:gd name="connsiteY386" fmla="*/ 250741 h 320591"/>
              <a:gd name="connsiteX387" fmla="*/ 5077089 w 12191996"/>
              <a:gd name="connsiteY387" fmla="*/ 231691 h 320591"/>
              <a:gd name="connsiteX388" fmla="*/ 5038989 w 12191996"/>
              <a:gd name="connsiteY388" fmla="*/ 212641 h 320591"/>
              <a:gd name="connsiteX389" fmla="*/ 5002476 w 12191996"/>
              <a:gd name="connsiteY389" fmla="*/ 196766 h 320591"/>
              <a:gd name="connsiteX390" fmla="*/ 4961201 w 12191996"/>
              <a:gd name="connsiteY390" fmla="*/ 180891 h 320591"/>
              <a:gd name="connsiteX391" fmla="*/ 4915165 w 12191996"/>
              <a:gd name="connsiteY391" fmla="*/ 165016 h 320591"/>
              <a:gd name="connsiteX392" fmla="*/ 4862777 w 12191996"/>
              <a:gd name="connsiteY392" fmla="*/ 153904 h 320591"/>
              <a:gd name="connsiteX393" fmla="*/ 4802453 w 12191996"/>
              <a:gd name="connsiteY393" fmla="*/ 147554 h 320591"/>
              <a:gd name="connsiteX394" fmla="*/ 4734189 w 12191996"/>
              <a:gd name="connsiteY394" fmla="*/ 144379 h 320591"/>
              <a:gd name="connsiteX395" fmla="*/ 4665928 w 12191996"/>
              <a:gd name="connsiteY395" fmla="*/ 147554 h 320591"/>
              <a:gd name="connsiteX396" fmla="*/ 4605602 w 12191996"/>
              <a:gd name="connsiteY396" fmla="*/ 153904 h 320591"/>
              <a:gd name="connsiteX397" fmla="*/ 4553214 w 12191996"/>
              <a:gd name="connsiteY397" fmla="*/ 165016 h 320591"/>
              <a:gd name="connsiteX398" fmla="*/ 4507177 w 12191996"/>
              <a:gd name="connsiteY398" fmla="*/ 180891 h 320591"/>
              <a:gd name="connsiteX399" fmla="*/ 4465902 w 12191996"/>
              <a:gd name="connsiteY399" fmla="*/ 196766 h 320591"/>
              <a:gd name="connsiteX400" fmla="*/ 4429389 w 12191996"/>
              <a:gd name="connsiteY400" fmla="*/ 212641 h 320591"/>
              <a:gd name="connsiteX401" fmla="*/ 4353189 w 12191996"/>
              <a:gd name="connsiteY401" fmla="*/ 250741 h 320591"/>
              <a:gd name="connsiteX402" fmla="*/ 4316677 w 12191996"/>
              <a:gd name="connsiteY402" fmla="*/ 269791 h 320591"/>
              <a:gd name="connsiteX403" fmla="*/ 4275402 w 12191996"/>
              <a:gd name="connsiteY403" fmla="*/ 285666 h 320591"/>
              <a:gd name="connsiteX404" fmla="*/ 4229364 w 12191996"/>
              <a:gd name="connsiteY404" fmla="*/ 299954 h 320591"/>
              <a:gd name="connsiteX405" fmla="*/ 4176977 w 12191996"/>
              <a:gd name="connsiteY405" fmla="*/ 311066 h 320591"/>
              <a:gd name="connsiteX406" fmla="*/ 4116652 w 12191996"/>
              <a:gd name="connsiteY406" fmla="*/ 319004 h 320591"/>
              <a:gd name="connsiteX407" fmla="*/ 4048389 w 12191996"/>
              <a:gd name="connsiteY407" fmla="*/ 320591 h 320591"/>
              <a:gd name="connsiteX408" fmla="*/ 3980127 w 12191996"/>
              <a:gd name="connsiteY408" fmla="*/ 319004 h 320591"/>
              <a:gd name="connsiteX409" fmla="*/ 3919802 w 12191996"/>
              <a:gd name="connsiteY409" fmla="*/ 311066 h 320591"/>
              <a:gd name="connsiteX410" fmla="*/ 3867414 w 12191996"/>
              <a:gd name="connsiteY410" fmla="*/ 299954 h 320591"/>
              <a:gd name="connsiteX411" fmla="*/ 3821377 w 12191996"/>
              <a:gd name="connsiteY411" fmla="*/ 285666 h 320591"/>
              <a:gd name="connsiteX412" fmla="*/ 3780102 w 12191996"/>
              <a:gd name="connsiteY412" fmla="*/ 269791 h 320591"/>
              <a:gd name="connsiteX413" fmla="*/ 3743589 w 12191996"/>
              <a:gd name="connsiteY413" fmla="*/ 250741 h 320591"/>
              <a:gd name="connsiteX414" fmla="*/ 3705489 w 12191996"/>
              <a:gd name="connsiteY414" fmla="*/ 231691 h 320591"/>
              <a:gd name="connsiteX415" fmla="*/ 3667389 w 12191996"/>
              <a:gd name="connsiteY415" fmla="*/ 212641 h 320591"/>
              <a:gd name="connsiteX416" fmla="*/ 3630877 w 12191996"/>
              <a:gd name="connsiteY416" fmla="*/ 196766 h 320591"/>
              <a:gd name="connsiteX417" fmla="*/ 3589602 w 12191996"/>
              <a:gd name="connsiteY417" fmla="*/ 180891 h 320591"/>
              <a:gd name="connsiteX418" fmla="*/ 3543564 w 12191996"/>
              <a:gd name="connsiteY418" fmla="*/ 165016 h 320591"/>
              <a:gd name="connsiteX419" fmla="*/ 3491177 w 12191996"/>
              <a:gd name="connsiteY419" fmla="*/ 153904 h 320591"/>
              <a:gd name="connsiteX420" fmla="*/ 3430852 w 12191996"/>
              <a:gd name="connsiteY420" fmla="*/ 147554 h 320591"/>
              <a:gd name="connsiteX421" fmla="*/ 3361002 w 12191996"/>
              <a:gd name="connsiteY421" fmla="*/ 144379 h 320591"/>
              <a:gd name="connsiteX422" fmla="*/ 3294327 w 12191996"/>
              <a:gd name="connsiteY422" fmla="*/ 147554 h 320591"/>
              <a:gd name="connsiteX423" fmla="*/ 3234002 w 12191996"/>
              <a:gd name="connsiteY423" fmla="*/ 153904 h 320591"/>
              <a:gd name="connsiteX424" fmla="*/ 3181614 w 12191996"/>
              <a:gd name="connsiteY424" fmla="*/ 165016 h 320591"/>
              <a:gd name="connsiteX425" fmla="*/ 3135577 w 12191996"/>
              <a:gd name="connsiteY425" fmla="*/ 180891 h 320591"/>
              <a:gd name="connsiteX426" fmla="*/ 3094302 w 12191996"/>
              <a:gd name="connsiteY426" fmla="*/ 196766 h 320591"/>
              <a:gd name="connsiteX427" fmla="*/ 3057789 w 12191996"/>
              <a:gd name="connsiteY427" fmla="*/ 212641 h 320591"/>
              <a:gd name="connsiteX428" fmla="*/ 3019689 w 12191996"/>
              <a:gd name="connsiteY428" fmla="*/ 231691 h 320591"/>
              <a:gd name="connsiteX429" fmla="*/ 2981589 w 12191996"/>
              <a:gd name="connsiteY429" fmla="*/ 250741 h 320591"/>
              <a:gd name="connsiteX430" fmla="*/ 2945077 w 12191996"/>
              <a:gd name="connsiteY430" fmla="*/ 269791 h 320591"/>
              <a:gd name="connsiteX431" fmla="*/ 2903802 w 12191996"/>
              <a:gd name="connsiteY431" fmla="*/ 285666 h 320591"/>
              <a:gd name="connsiteX432" fmla="*/ 2857764 w 12191996"/>
              <a:gd name="connsiteY432" fmla="*/ 299954 h 320591"/>
              <a:gd name="connsiteX433" fmla="*/ 2805377 w 12191996"/>
              <a:gd name="connsiteY433" fmla="*/ 311066 h 320591"/>
              <a:gd name="connsiteX434" fmla="*/ 2745052 w 12191996"/>
              <a:gd name="connsiteY434" fmla="*/ 319004 h 320591"/>
              <a:gd name="connsiteX435" fmla="*/ 2676789 w 12191996"/>
              <a:gd name="connsiteY435" fmla="*/ 320591 h 320591"/>
              <a:gd name="connsiteX436" fmla="*/ 2608527 w 12191996"/>
              <a:gd name="connsiteY436" fmla="*/ 319004 h 320591"/>
              <a:gd name="connsiteX437" fmla="*/ 2548202 w 12191996"/>
              <a:gd name="connsiteY437" fmla="*/ 311066 h 320591"/>
              <a:gd name="connsiteX438" fmla="*/ 2495814 w 12191996"/>
              <a:gd name="connsiteY438" fmla="*/ 299954 h 320591"/>
              <a:gd name="connsiteX439" fmla="*/ 2449777 w 12191996"/>
              <a:gd name="connsiteY439" fmla="*/ 285666 h 320591"/>
              <a:gd name="connsiteX440" fmla="*/ 2408502 w 12191996"/>
              <a:gd name="connsiteY440" fmla="*/ 269791 h 320591"/>
              <a:gd name="connsiteX441" fmla="*/ 2371989 w 12191996"/>
              <a:gd name="connsiteY441" fmla="*/ 250741 h 320591"/>
              <a:gd name="connsiteX442" fmla="*/ 2333889 w 12191996"/>
              <a:gd name="connsiteY442" fmla="*/ 231691 h 320591"/>
              <a:gd name="connsiteX443" fmla="*/ 2295789 w 12191996"/>
              <a:gd name="connsiteY443" fmla="*/ 212641 h 320591"/>
              <a:gd name="connsiteX444" fmla="*/ 2259277 w 12191996"/>
              <a:gd name="connsiteY444" fmla="*/ 196766 h 320591"/>
              <a:gd name="connsiteX445" fmla="*/ 2218002 w 12191996"/>
              <a:gd name="connsiteY445" fmla="*/ 180891 h 320591"/>
              <a:gd name="connsiteX446" fmla="*/ 2171964 w 12191996"/>
              <a:gd name="connsiteY446" fmla="*/ 165016 h 320591"/>
              <a:gd name="connsiteX447" fmla="*/ 2119577 w 12191996"/>
              <a:gd name="connsiteY447" fmla="*/ 153904 h 320591"/>
              <a:gd name="connsiteX448" fmla="*/ 2059252 w 12191996"/>
              <a:gd name="connsiteY448" fmla="*/ 147554 h 320591"/>
              <a:gd name="connsiteX449" fmla="*/ 1990989 w 12191996"/>
              <a:gd name="connsiteY449" fmla="*/ 144379 h 320591"/>
              <a:gd name="connsiteX450" fmla="*/ 1922727 w 12191996"/>
              <a:gd name="connsiteY450" fmla="*/ 147554 h 320591"/>
              <a:gd name="connsiteX451" fmla="*/ 1862402 w 12191996"/>
              <a:gd name="connsiteY451" fmla="*/ 153904 h 320591"/>
              <a:gd name="connsiteX452" fmla="*/ 1810014 w 12191996"/>
              <a:gd name="connsiteY452" fmla="*/ 165016 h 320591"/>
              <a:gd name="connsiteX453" fmla="*/ 1763977 w 12191996"/>
              <a:gd name="connsiteY453" fmla="*/ 180891 h 320591"/>
              <a:gd name="connsiteX454" fmla="*/ 1722702 w 12191996"/>
              <a:gd name="connsiteY454" fmla="*/ 196766 h 320591"/>
              <a:gd name="connsiteX455" fmla="*/ 1686189 w 12191996"/>
              <a:gd name="connsiteY455" fmla="*/ 212641 h 320591"/>
              <a:gd name="connsiteX456" fmla="*/ 1648089 w 12191996"/>
              <a:gd name="connsiteY456" fmla="*/ 231691 h 320591"/>
              <a:gd name="connsiteX457" fmla="*/ 1609989 w 12191996"/>
              <a:gd name="connsiteY457" fmla="*/ 250741 h 320591"/>
              <a:gd name="connsiteX458" fmla="*/ 1573477 w 12191996"/>
              <a:gd name="connsiteY458" fmla="*/ 269791 h 320591"/>
              <a:gd name="connsiteX459" fmla="*/ 1532202 w 12191996"/>
              <a:gd name="connsiteY459" fmla="*/ 285666 h 320591"/>
              <a:gd name="connsiteX460" fmla="*/ 1486164 w 12191996"/>
              <a:gd name="connsiteY460" fmla="*/ 299954 h 320591"/>
              <a:gd name="connsiteX461" fmla="*/ 1433777 w 12191996"/>
              <a:gd name="connsiteY461" fmla="*/ 311066 h 320591"/>
              <a:gd name="connsiteX462" fmla="*/ 1373452 w 12191996"/>
              <a:gd name="connsiteY462" fmla="*/ 319004 h 320591"/>
              <a:gd name="connsiteX463" fmla="*/ 1305189 w 12191996"/>
              <a:gd name="connsiteY463" fmla="*/ 320591 h 320591"/>
              <a:gd name="connsiteX464" fmla="*/ 1236927 w 12191996"/>
              <a:gd name="connsiteY464" fmla="*/ 319004 h 320591"/>
              <a:gd name="connsiteX465" fmla="*/ 1176602 w 12191996"/>
              <a:gd name="connsiteY465" fmla="*/ 311066 h 320591"/>
              <a:gd name="connsiteX466" fmla="*/ 1124214 w 12191996"/>
              <a:gd name="connsiteY466" fmla="*/ 299954 h 320591"/>
              <a:gd name="connsiteX467" fmla="*/ 1078177 w 12191996"/>
              <a:gd name="connsiteY467" fmla="*/ 285666 h 320591"/>
              <a:gd name="connsiteX468" fmla="*/ 1036902 w 12191996"/>
              <a:gd name="connsiteY468" fmla="*/ 269791 h 320591"/>
              <a:gd name="connsiteX469" fmla="*/ 1000389 w 12191996"/>
              <a:gd name="connsiteY469" fmla="*/ 250741 h 320591"/>
              <a:gd name="connsiteX470" fmla="*/ 962289 w 12191996"/>
              <a:gd name="connsiteY470" fmla="*/ 231691 h 320591"/>
              <a:gd name="connsiteX471" fmla="*/ 924189 w 12191996"/>
              <a:gd name="connsiteY471" fmla="*/ 212641 h 320591"/>
              <a:gd name="connsiteX472" fmla="*/ 887677 w 12191996"/>
              <a:gd name="connsiteY472" fmla="*/ 196766 h 320591"/>
              <a:gd name="connsiteX473" fmla="*/ 846402 w 12191996"/>
              <a:gd name="connsiteY473" fmla="*/ 180891 h 320591"/>
              <a:gd name="connsiteX474" fmla="*/ 800364 w 12191996"/>
              <a:gd name="connsiteY474" fmla="*/ 165016 h 320591"/>
              <a:gd name="connsiteX475" fmla="*/ 747977 w 12191996"/>
              <a:gd name="connsiteY475" fmla="*/ 153904 h 320591"/>
              <a:gd name="connsiteX476" fmla="*/ 687652 w 12191996"/>
              <a:gd name="connsiteY476" fmla="*/ 147554 h 320591"/>
              <a:gd name="connsiteX477" fmla="*/ 619389 w 12191996"/>
              <a:gd name="connsiteY477" fmla="*/ 144379 h 320591"/>
              <a:gd name="connsiteX478" fmla="*/ 551127 w 12191996"/>
              <a:gd name="connsiteY478" fmla="*/ 147554 h 320591"/>
              <a:gd name="connsiteX479" fmla="*/ 490802 w 12191996"/>
              <a:gd name="connsiteY479" fmla="*/ 153904 h 320591"/>
              <a:gd name="connsiteX480" fmla="*/ 438414 w 12191996"/>
              <a:gd name="connsiteY480" fmla="*/ 165016 h 320591"/>
              <a:gd name="connsiteX481" fmla="*/ 392377 w 12191996"/>
              <a:gd name="connsiteY481" fmla="*/ 180891 h 320591"/>
              <a:gd name="connsiteX482" fmla="*/ 351102 w 12191996"/>
              <a:gd name="connsiteY482" fmla="*/ 196766 h 320591"/>
              <a:gd name="connsiteX483" fmla="*/ 314589 w 12191996"/>
              <a:gd name="connsiteY483" fmla="*/ 212641 h 320591"/>
              <a:gd name="connsiteX484" fmla="*/ 276489 w 12191996"/>
              <a:gd name="connsiteY484" fmla="*/ 231691 h 320591"/>
              <a:gd name="connsiteX485" fmla="*/ 238389 w 12191996"/>
              <a:gd name="connsiteY485" fmla="*/ 250741 h 320591"/>
              <a:gd name="connsiteX486" fmla="*/ 201877 w 12191996"/>
              <a:gd name="connsiteY486" fmla="*/ 269791 h 320591"/>
              <a:gd name="connsiteX487" fmla="*/ 160602 w 12191996"/>
              <a:gd name="connsiteY487" fmla="*/ 285666 h 320591"/>
              <a:gd name="connsiteX488" fmla="*/ 114564 w 12191996"/>
              <a:gd name="connsiteY488" fmla="*/ 299954 h 320591"/>
              <a:gd name="connsiteX489" fmla="*/ 62177 w 12191996"/>
              <a:gd name="connsiteY489" fmla="*/ 311066 h 320591"/>
              <a:gd name="connsiteX490" fmla="*/ 1852 w 12191996"/>
              <a:gd name="connsiteY490" fmla="*/ 319004 h 320591"/>
              <a:gd name="connsiteX491" fmla="*/ 0 w 12191996"/>
              <a:gd name="connsiteY491" fmla="*/ 319047 h 320591"/>
              <a:gd name="connsiteX492" fmla="*/ 0 w 12191996"/>
              <a:gd name="connsiteY492" fmla="*/ 174668 h 320591"/>
              <a:gd name="connsiteX493" fmla="*/ 1852 w 12191996"/>
              <a:gd name="connsiteY493" fmla="*/ 174625 h 320591"/>
              <a:gd name="connsiteX494" fmla="*/ 62177 w 12191996"/>
              <a:gd name="connsiteY494" fmla="*/ 166687 h 320591"/>
              <a:gd name="connsiteX495" fmla="*/ 114564 w 12191996"/>
              <a:gd name="connsiteY495" fmla="*/ 155575 h 320591"/>
              <a:gd name="connsiteX496" fmla="*/ 160602 w 12191996"/>
              <a:gd name="connsiteY496" fmla="*/ 141287 h 320591"/>
              <a:gd name="connsiteX497" fmla="*/ 201877 w 12191996"/>
              <a:gd name="connsiteY497" fmla="*/ 125412 h 320591"/>
              <a:gd name="connsiteX498" fmla="*/ 238389 w 12191996"/>
              <a:gd name="connsiteY498" fmla="*/ 106362 h 320591"/>
              <a:gd name="connsiteX499" fmla="*/ 276489 w 12191996"/>
              <a:gd name="connsiteY499" fmla="*/ 87312 h 320591"/>
              <a:gd name="connsiteX500" fmla="*/ 314589 w 12191996"/>
              <a:gd name="connsiteY500" fmla="*/ 68262 h 320591"/>
              <a:gd name="connsiteX501" fmla="*/ 351102 w 12191996"/>
              <a:gd name="connsiteY501" fmla="*/ 52387 h 320591"/>
              <a:gd name="connsiteX502" fmla="*/ 392377 w 12191996"/>
              <a:gd name="connsiteY502" fmla="*/ 36512 h 320591"/>
              <a:gd name="connsiteX503" fmla="*/ 438414 w 12191996"/>
              <a:gd name="connsiteY503" fmla="*/ 20637 h 320591"/>
              <a:gd name="connsiteX504" fmla="*/ 490802 w 12191996"/>
              <a:gd name="connsiteY504" fmla="*/ 9525 h 320591"/>
              <a:gd name="connsiteX505" fmla="*/ 551127 w 12191996"/>
              <a:gd name="connsiteY505" fmla="*/ 3175 h 320591"/>
              <a:gd name="connsiteX506" fmla="*/ 619389 w 12191996"/>
              <a:gd name="connsiteY506" fmla="*/ 0 h 32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</a:cxnLst>
            <a:rect l="l" t="t" r="r" b="b"/>
            <a:pathLst>
              <a:path w="12191996" h="320591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5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7" y="52387"/>
                </a:lnTo>
                <a:lnTo>
                  <a:pt x="5038989" y="68262"/>
                </a:lnTo>
                <a:lnTo>
                  <a:pt x="5077090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7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9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6" y="174668"/>
                </a:lnTo>
                <a:lnTo>
                  <a:pt x="12191996" y="319047"/>
                </a:lnTo>
                <a:lnTo>
                  <a:pt x="12190146" y="319004"/>
                </a:lnTo>
                <a:lnTo>
                  <a:pt x="12129820" y="311067"/>
                </a:lnTo>
                <a:lnTo>
                  <a:pt x="12077432" y="299954"/>
                </a:lnTo>
                <a:lnTo>
                  <a:pt x="12031396" y="285666"/>
                </a:lnTo>
                <a:lnTo>
                  <a:pt x="11990120" y="269791"/>
                </a:lnTo>
                <a:lnTo>
                  <a:pt x="11953608" y="250741"/>
                </a:lnTo>
                <a:lnTo>
                  <a:pt x="11915508" y="231691"/>
                </a:lnTo>
                <a:lnTo>
                  <a:pt x="11877408" y="212641"/>
                </a:lnTo>
                <a:lnTo>
                  <a:pt x="11840896" y="196766"/>
                </a:lnTo>
                <a:lnTo>
                  <a:pt x="11799620" y="180891"/>
                </a:lnTo>
                <a:lnTo>
                  <a:pt x="11753582" y="165016"/>
                </a:lnTo>
                <a:lnTo>
                  <a:pt x="11701196" y="153904"/>
                </a:lnTo>
                <a:lnTo>
                  <a:pt x="11640870" y="147554"/>
                </a:lnTo>
                <a:lnTo>
                  <a:pt x="11572608" y="144379"/>
                </a:lnTo>
                <a:lnTo>
                  <a:pt x="11504346" y="147554"/>
                </a:lnTo>
                <a:lnTo>
                  <a:pt x="11444020" y="153904"/>
                </a:lnTo>
                <a:lnTo>
                  <a:pt x="11391632" y="165016"/>
                </a:lnTo>
                <a:lnTo>
                  <a:pt x="11345596" y="180891"/>
                </a:lnTo>
                <a:lnTo>
                  <a:pt x="11304320" y="196766"/>
                </a:lnTo>
                <a:lnTo>
                  <a:pt x="11267808" y="212641"/>
                </a:lnTo>
                <a:lnTo>
                  <a:pt x="11229708" y="231691"/>
                </a:lnTo>
                <a:lnTo>
                  <a:pt x="11191608" y="250741"/>
                </a:lnTo>
                <a:lnTo>
                  <a:pt x="11155096" y="269791"/>
                </a:lnTo>
                <a:lnTo>
                  <a:pt x="11113820" y="285666"/>
                </a:lnTo>
                <a:lnTo>
                  <a:pt x="11067782" y="299954"/>
                </a:lnTo>
                <a:lnTo>
                  <a:pt x="11015396" y="311066"/>
                </a:lnTo>
                <a:lnTo>
                  <a:pt x="10955070" y="319004"/>
                </a:lnTo>
                <a:lnTo>
                  <a:pt x="10886808" y="320591"/>
                </a:lnTo>
                <a:lnTo>
                  <a:pt x="10818546" y="319004"/>
                </a:lnTo>
                <a:lnTo>
                  <a:pt x="10758220" y="311066"/>
                </a:lnTo>
                <a:lnTo>
                  <a:pt x="10705832" y="299954"/>
                </a:lnTo>
                <a:lnTo>
                  <a:pt x="10659796" y="285666"/>
                </a:lnTo>
                <a:lnTo>
                  <a:pt x="10618520" y="269791"/>
                </a:lnTo>
                <a:lnTo>
                  <a:pt x="10582008" y="250741"/>
                </a:lnTo>
                <a:lnTo>
                  <a:pt x="10543908" y="231691"/>
                </a:lnTo>
                <a:lnTo>
                  <a:pt x="10505808" y="212641"/>
                </a:lnTo>
                <a:lnTo>
                  <a:pt x="10469296" y="196766"/>
                </a:lnTo>
                <a:lnTo>
                  <a:pt x="10428020" y="180891"/>
                </a:lnTo>
                <a:lnTo>
                  <a:pt x="10381982" y="165016"/>
                </a:lnTo>
                <a:lnTo>
                  <a:pt x="10329596" y="153904"/>
                </a:lnTo>
                <a:lnTo>
                  <a:pt x="10269270" y="147554"/>
                </a:lnTo>
                <a:lnTo>
                  <a:pt x="10201008" y="144379"/>
                </a:lnTo>
                <a:lnTo>
                  <a:pt x="10132746" y="147554"/>
                </a:lnTo>
                <a:lnTo>
                  <a:pt x="10072420" y="153904"/>
                </a:lnTo>
                <a:lnTo>
                  <a:pt x="10020032" y="165016"/>
                </a:lnTo>
                <a:lnTo>
                  <a:pt x="9973996" y="180891"/>
                </a:lnTo>
                <a:lnTo>
                  <a:pt x="9932720" y="196766"/>
                </a:lnTo>
                <a:lnTo>
                  <a:pt x="9896208" y="212641"/>
                </a:lnTo>
                <a:lnTo>
                  <a:pt x="9820008" y="250741"/>
                </a:lnTo>
                <a:lnTo>
                  <a:pt x="9783496" y="269791"/>
                </a:lnTo>
                <a:lnTo>
                  <a:pt x="9742220" y="285666"/>
                </a:lnTo>
                <a:lnTo>
                  <a:pt x="9696182" y="299954"/>
                </a:lnTo>
                <a:lnTo>
                  <a:pt x="9643796" y="311066"/>
                </a:lnTo>
                <a:lnTo>
                  <a:pt x="9583470" y="319004"/>
                </a:lnTo>
                <a:lnTo>
                  <a:pt x="9515208" y="320591"/>
                </a:lnTo>
                <a:lnTo>
                  <a:pt x="9446946" y="319004"/>
                </a:lnTo>
                <a:lnTo>
                  <a:pt x="9386620" y="311066"/>
                </a:lnTo>
                <a:lnTo>
                  <a:pt x="9334232" y="299954"/>
                </a:lnTo>
                <a:lnTo>
                  <a:pt x="9288196" y="285666"/>
                </a:lnTo>
                <a:lnTo>
                  <a:pt x="9246920" y="269791"/>
                </a:lnTo>
                <a:lnTo>
                  <a:pt x="9210408" y="250741"/>
                </a:lnTo>
                <a:lnTo>
                  <a:pt x="9172308" y="231691"/>
                </a:lnTo>
                <a:lnTo>
                  <a:pt x="9134208" y="212641"/>
                </a:lnTo>
                <a:lnTo>
                  <a:pt x="9097696" y="196766"/>
                </a:lnTo>
                <a:lnTo>
                  <a:pt x="9056420" y="180891"/>
                </a:lnTo>
                <a:lnTo>
                  <a:pt x="9010382" y="165016"/>
                </a:lnTo>
                <a:lnTo>
                  <a:pt x="8957996" y="153904"/>
                </a:lnTo>
                <a:lnTo>
                  <a:pt x="8897670" y="147554"/>
                </a:lnTo>
                <a:lnTo>
                  <a:pt x="8827820" y="144379"/>
                </a:lnTo>
                <a:lnTo>
                  <a:pt x="8761146" y="147554"/>
                </a:lnTo>
                <a:lnTo>
                  <a:pt x="8700820" y="153904"/>
                </a:lnTo>
                <a:lnTo>
                  <a:pt x="8648432" y="165016"/>
                </a:lnTo>
                <a:lnTo>
                  <a:pt x="8602396" y="180891"/>
                </a:lnTo>
                <a:lnTo>
                  <a:pt x="8561120" y="196766"/>
                </a:lnTo>
                <a:lnTo>
                  <a:pt x="8524608" y="212641"/>
                </a:lnTo>
                <a:lnTo>
                  <a:pt x="8486508" y="231691"/>
                </a:lnTo>
                <a:lnTo>
                  <a:pt x="8448408" y="250741"/>
                </a:lnTo>
                <a:lnTo>
                  <a:pt x="8411896" y="269791"/>
                </a:lnTo>
                <a:lnTo>
                  <a:pt x="8370621" y="285666"/>
                </a:lnTo>
                <a:lnTo>
                  <a:pt x="8324583" y="299954"/>
                </a:lnTo>
                <a:lnTo>
                  <a:pt x="8272196" y="311066"/>
                </a:lnTo>
                <a:lnTo>
                  <a:pt x="8211871" y="319004"/>
                </a:lnTo>
                <a:lnTo>
                  <a:pt x="8143608" y="320591"/>
                </a:lnTo>
                <a:lnTo>
                  <a:pt x="8075346" y="319004"/>
                </a:lnTo>
                <a:lnTo>
                  <a:pt x="8015021" y="311066"/>
                </a:lnTo>
                <a:lnTo>
                  <a:pt x="7962633" y="299954"/>
                </a:lnTo>
                <a:lnTo>
                  <a:pt x="7916596" y="285666"/>
                </a:lnTo>
                <a:lnTo>
                  <a:pt x="7875321" y="269791"/>
                </a:lnTo>
                <a:lnTo>
                  <a:pt x="7838808" y="250741"/>
                </a:lnTo>
                <a:lnTo>
                  <a:pt x="7800708" y="231691"/>
                </a:lnTo>
                <a:lnTo>
                  <a:pt x="7762608" y="212641"/>
                </a:lnTo>
                <a:lnTo>
                  <a:pt x="7726096" y="196766"/>
                </a:lnTo>
                <a:lnTo>
                  <a:pt x="7684821" y="180891"/>
                </a:lnTo>
                <a:lnTo>
                  <a:pt x="7638783" y="165016"/>
                </a:lnTo>
                <a:lnTo>
                  <a:pt x="7586396" y="153904"/>
                </a:lnTo>
                <a:lnTo>
                  <a:pt x="7526071" y="147554"/>
                </a:lnTo>
                <a:lnTo>
                  <a:pt x="7457808" y="144379"/>
                </a:lnTo>
                <a:lnTo>
                  <a:pt x="7389546" y="147554"/>
                </a:lnTo>
                <a:lnTo>
                  <a:pt x="7329221" y="153904"/>
                </a:lnTo>
                <a:lnTo>
                  <a:pt x="7276833" y="165016"/>
                </a:lnTo>
                <a:lnTo>
                  <a:pt x="7230796" y="180891"/>
                </a:lnTo>
                <a:lnTo>
                  <a:pt x="7189521" y="196766"/>
                </a:lnTo>
                <a:lnTo>
                  <a:pt x="7153008" y="212641"/>
                </a:lnTo>
                <a:lnTo>
                  <a:pt x="7114908" y="231691"/>
                </a:lnTo>
                <a:lnTo>
                  <a:pt x="7076808" y="250741"/>
                </a:lnTo>
                <a:lnTo>
                  <a:pt x="7040296" y="269791"/>
                </a:lnTo>
                <a:lnTo>
                  <a:pt x="6999021" y="285666"/>
                </a:lnTo>
                <a:lnTo>
                  <a:pt x="6952983" y="299954"/>
                </a:lnTo>
                <a:lnTo>
                  <a:pt x="6900596" y="311066"/>
                </a:lnTo>
                <a:lnTo>
                  <a:pt x="6840271" y="319004"/>
                </a:lnTo>
                <a:lnTo>
                  <a:pt x="6781799" y="320364"/>
                </a:lnTo>
                <a:lnTo>
                  <a:pt x="6723327" y="319004"/>
                </a:lnTo>
                <a:lnTo>
                  <a:pt x="6663002" y="311066"/>
                </a:lnTo>
                <a:lnTo>
                  <a:pt x="6610614" y="299954"/>
                </a:lnTo>
                <a:lnTo>
                  <a:pt x="6564577" y="285666"/>
                </a:lnTo>
                <a:lnTo>
                  <a:pt x="6523302" y="269791"/>
                </a:lnTo>
                <a:lnTo>
                  <a:pt x="6486789" y="250741"/>
                </a:lnTo>
                <a:lnTo>
                  <a:pt x="6448689" y="231691"/>
                </a:lnTo>
                <a:lnTo>
                  <a:pt x="6410589" y="212641"/>
                </a:lnTo>
                <a:lnTo>
                  <a:pt x="6374077" y="196766"/>
                </a:lnTo>
                <a:lnTo>
                  <a:pt x="6332802" y="180891"/>
                </a:lnTo>
                <a:lnTo>
                  <a:pt x="6286764" y="165016"/>
                </a:lnTo>
                <a:lnTo>
                  <a:pt x="6234377" y="153904"/>
                </a:lnTo>
                <a:lnTo>
                  <a:pt x="6174052" y="147554"/>
                </a:lnTo>
                <a:lnTo>
                  <a:pt x="6105789" y="144379"/>
                </a:lnTo>
                <a:lnTo>
                  <a:pt x="6095999" y="144834"/>
                </a:lnTo>
                <a:lnTo>
                  <a:pt x="6086208" y="144379"/>
                </a:lnTo>
                <a:lnTo>
                  <a:pt x="6017947" y="147554"/>
                </a:lnTo>
                <a:lnTo>
                  <a:pt x="5957621" y="153904"/>
                </a:lnTo>
                <a:lnTo>
                  <a:pt x="5905234" y="165016"/>
                </a:lnTo>
                <a:lnTo>
                  <a:pt x="5859196" y="180891"/>
                </a:lnTo>
                <a:lnTo>
                  <a:pt x="5817921" y="196766"/>
                </a:lnTo>
                <a:lnTo>
                  <a:pt x="5781408" y="212641"/>
                </a:lnTo>
                <a:lnTo>
                  <a:pt x="5743308" y="231691"/>
                </a:lnTo>
                <a:lnTo>
                  <a:pt x="5705209" y="250741"/>
                </a:lnTo>
                <a:lnTo>
                  <a:pt x="5668696" y="269791"/>
                </a:lnTo>
                <a:lnTo>
                  <a:pt x="5627421" y="285666"/>
                </a:lnTo>
                <a:lnTo>
                  <a:pt x="5581383" y="299954"/>
                </a:lnTo>
                <a:lnTo>
                  <a:pt x="5528996" y="311066"/>
                </a:lnTo>
                <a:lnTo>
                  <a:pt x="5468671" y="319004"/>
                </a:lnTo>
                <a:lnTo>
                  <a:pt x="5410199" y="320364"/>
                </a:lnTo>
                <a:lnTo>
                  <a:pt x="5351727" y="319004"/>
                </a:lnTo>
                <a:lnTo>
                  <a:pt x="5291401" y="311066"/>
                </a:lnTo>
                <a:lnTo>
                  <a:pt x="5239014" y="299954"/>
                </a:lnTo>
                <a:lnTo>
                  <a:pt x="5192976" y="285666"/>
                </a:lnTo>
                <a:lnTo>
                  <a:pt x="5151701" y="269791"/>
                </a:lnTo>
                <a:lnTo>
                  <a:pt x="5115189" y="250741"/>
                </a:lnTo>
                <a:lnTo>
                  <a:pt x="5077089" y="231691"/>
                </a:lnTo>
                <a:lnTo>
                  <a:pt x="5038989" y="212641"/>
                </a:lnTo>
                <a:lnTo>
                  <a:pt x="5002476" y="196766"/>
                </a:lnTo>
                <a:lnTo>
                  <a:pt x="4961201" y="180891"/>
                </a:lnTo>
                <a:lnTo>
                  <a:pt x="4915165" y="165016"/>
                </a:lnTo>
                <a:lnTo>
                  <a:pt x="4862777" y="153904"/>
                </a:lnTo>
                <a:lnTo>
                  <a:pt x="4802453" y="147554"/>
                </a:lnTo>
                <a:lnTo>
                  <a:pt x="4734189" y="144379"/>
                </a:lnTo>
                <a:lnTo>
                  <a:pt x="4665928" y="147554"/>
                </a:lnTo>
                <a:lnTo>
                  <a:pt x="4605602" y="153904"/>
                </a:lnTo>
                <a:lnTo>
                  <a:pt x="4553214" y="165016"/>
                </a:lnTo>
                <a:lnTo>
                  <a:pt x="4507177" y="180891"/>
                </a:lnTo>
                <a:lnTo>
                  <a:pt x="4465902" y="196766"/>
                </a:lnTo>
                <a:lnTo>
                  <a:pt x="4429389" y="212641"/>
                </a:lnTo>
                <a:lnTo>
                  <a:pt x="4353189" y="250741"/>
                </a:lnTo>
                <a:lnTo>
                  <a:pt x="4316677" y="269791"/>
                </a:lnTo>
                <a:lnTo>
                  <a:pt x="4275402" y="285666"/>
                </a:lnTo>
                <a:lnTo>
                  <a:pt x="4229364" y="299954"/>
                </a:lnTo>
                <a:lnTo>
                  <a:pt x="4176977" y="311066"/>
                </a:lnTo>
                <a:lnTo>
                  <a:pt x="4116652" y="319004"/>
                </a:lnTo>
                <a:lnTo>
                  <a:pt x="4048389" y="320591"/>
                </a:lnTo>
                <a:lnTo>
                  <a:pt x="3980127" y="319004"/>
                </a:lnTo>
                <a:lnTo>
                  <a:pt x="3919802" y="311066"/>
                </a:lnTo>
                <a:lnTo>
                  <a:pt x="3867414" y="299954"/>
                </a:lnTo>
                <a:lnTo>
                  <a:pt x="3821377" y="285666"/>
                </a:lnTo>
                <a:lnTo>
                  <a:pt x="3780102" y="269791"/>
                </a:lnTo>
                <a:lnTo>
                  <a:pt x="3743589" y="250741"/>
                </a:lnTo>
                <a:lnTo>
                  <a:pt x="3705489" y="231691"/>
                </a:lnTo>
                <a:lnTo>
                  <a:pt x="3667389" y="212641"/>
                </a:lnTo>
                <a:lnTo>
                  <a:pt x="3630877" y="196766"/>
                </a:lnTo>
                <a:lnTo>
                  <a:pt x="3589602" y="180891"/>
                </a:lnTo>
                <a:lnTo>
                  <a:pt x="3543564" y="165016"/>
                </a:lnTo>
                <a:lnTo>
                  <a:pt x="3491177" y="153904"/>
                </a:lnTo>
                <a:lnTo>
                  <a:pt x="3430852" y="147554"/>
                </a:lnTo>
                <a:lnTo>
                  <a:pt x="3361002" y="144379"/>
                </a:lnTo>
                <a:lnTo>
                  <a:pt x="3294327" y="147554"/>
                </a:lnTo>
                <a:lnTo>
                  <a:pt x="3234002" y="153904"/>
                </a:lnTo>
                <a:lnTo>
                  <a:pt x="3181614" y="165016"/>
                </a:lnTo>
                <a:lnTo>
                  <a:pt x="3135577" y="180891"/>
                </a:lnTo>
                <a:lnTo>
                  <a:pt x="3094302" y="196766"/>
                </a:lnTo>
                <a:lnTo>
                  <a:pt x="3057789" y="212641"/>
                </a:lnTo>
                <a:lnTo>
                  <a:pt x="3019689" y="231691"/>
                </a:lnTo>
                <a:lnTo>
                  <a:pt x="2981589" y="250741"/>
                </a:lnTo>
                <a:lnTo>
                  <a:pt x="2945077" y="269791"/>
                </a:lnTo>
                <a:lnTo>
                  <a:pt x="2903802" y="285666"/>
                </a:lnTo>
                <a:lnTo>
                  <a:pt x="2857764" y="299954"/>
                </a:lnTo>
                <a:lnTo>
                  <a:pt x="2805377" y="311066"/>
                </a:lnTo>
                <a:lnTo>
                  <a:pt x="2745052" y="319004"/>
                </a:lnTo>
                <a:lnTo>
                  <a:pt x="2676789" y="320591"/>
                </a:lnTo>
                <a:lnTo>
                  <a:pt x="2608527" y="319004"/>
                </a:lnTo>
                <a:lnTo>
                  <a:pt x="2548202" y="311066"/>
                </a:lnTo>
                <a:lnTo>
                  <a:pt x="2495814" y="299954"/>
                </a:lnTo>
                <a:lnTo>
                  <a:pt x="2449777" y="285666"/>
                </a:lnTo>
                <a:lnTo>
                  <a:pt x="2408502" y="269791"/>
                </a:lnTo>
                <a:lnTo>
                  <a:pt x="2371989" y="250741"/>
                </a:lnTo>
                <a:lnTo>
                  <a:pt x="2333889" y="231691"/>
                </a:lnTo>
                <a:lnTo>
                  <a:pt x="2295789" y="212641"/>
                </a:lnTo>
                <a:lnTo>
                  <a:pt x="2259277" y="196766"/>
                </a:lnTo>
                <a:lnTo>
                  <a:pt x="2218002" y="180891"/>
                </a:lnTo>
                <a:lnTo>
                  <a:pt x="2171964" y="165016"/>
                </a:lnTo>
                <a:lnTo>
                  <a:pt x="2119577" y="153904"/>
                </a:lnTo>
                <a:lnTo>
                  <a:pt x="2059252" y="147554"/>
                </a:lnTo>
                <a:lnTo>
                  <a:pt x="1990989" y="144379"/>
                </a:lnTo>
                <a:lnTo>
                  <a:pt x="1922727" y="147554"/>
                </a:lnTo>
                <a:lnTo>
                  <a:pt x="1862402" y="153904"/>
                </a:lnTo>
                <a:lnTo>
                  <a:pt x="1810014" y="165016"/>
                </a:lnTo>
                <a:lnTo>
                  <a:pt x="1763977" y="180891"/>
                </a:lnTo>
                <a:lnTo>
                  <a:pt x="1722702" y="196766"/>
                </a:lnTo>
                <a:lnTo>
                  <a:pt x="1686189" y="212641"/>
                </a:lnTo>
                <a:lnTo>
                  <a:pt x="1648089" y="231691"/>
                </a:lnTo>
                <a:lnTo>
                  <a:pt x="1609989" y="250741"/>
                </a:lnTo>
                <a:lnTo>
                  <a:pt x="1573477" y="269791"/>
                </a:lnTo>
                <a:lnTo>
                  <a:pt x="1532202" y="285666"/>
                </a:lnTo>
                <a:lnTo>
                  <a:pt x="1486164" y="299954"/>
                </a:lnTo>
                <a:lnTo>
                  <a:pt x="1433777" y="311066"/>
                </a:lnTo>
                <a:lnTo>
                  <a:pt x="1373452" y="319004"/>
                </a:lnTo>
                <a:lnTo>
                  <a:pt x="1305189" y="320591"/>
                </a:lnTo>
                <a:lnTo>
                  <a:pt x="1236927" y="319004"/>
                </a:lnTo>
                <a:lnTo>
                  <a:pt x="1176602" y="311066"/>
                </a:lnTo>
                <a:lnTo>
                  <a:pt x="1124214" y="299954"/>
                </a:lnTo>
                <a:lnTo>
                  <a:pt x="1078177" y="285666"/>
                </a:lnTo>
                <a:lnTo>
                  <a:pt x="1036902" y="269791"/>
                </a:lnTo>
                <a:lnTo>
                  <a:pt x="1000389" y="250741"/>
                </a:lnTo>
                <a:lnTo>
                  <a:pt x="962289" y="231691"/>
                </a:lnTo>
                <a:lnTo>
                  <a:pt x="924189" y="212641"/>
                </a:lnTo>
                <a:lnTo>
                  <a:pt x="887677" y="196766"/>
                </a:lnTo>
                <a:lnTo>
                  <a:pt x="846402" y="180891"/>
                </a:lnTo>
                <a:lnTo>
                  <a:pt x="800364" y="165016"/>
                </a:lnTo>
                <a:lnTo>
                  <a:pt x="747977" y="153904"/>
                </a:lnTo>
                <a:lnTo>
                  <a:pt x="687652" y="147554"/>
                </a:lnTo>
                <a:lnTo>
                  <a:pt x="619389" y="144379"/>
                </a:lnTo>
                <a:lnTo>
                  <a:pt x="551127" y="147554"/>
                </a:lnTo>
                <a:lnTo>
                  <a:pt x="490802" y="153904"/>
                </a:lnTo>
                <a:lnTo>
                  <a:pt x="438414" y="165016"/>
                </a:lnTo>
                <a:lnTo>
                  <a:pt x="392377" y="180891"/>
                </a:lnTo>
                <a:lnTo>
                  <a:pt x="351102" y="196766"/>
                </a:lnTo>
                <a:lnTo>
                  <a:pt x="314589" y="212641"/>
                </a:lnTo>
                <a:lnTo>
                  <a:pt x="276489" y="231691"/>
                </a:lnTo>
                <a:lnTo>
                  <a:pt x="238389" y="250741"/>
                </a:lnTo>
                <a:lnTo>
                  <a:pt x="201877" y="269791"/>
                </a:lnTo>
                <a:lnTo>
                  <a:pt x="160602" y="285666"/>
                </a:lnTo>
                <a:lnTo>
                  <a:pt x="114564" y="299954"/>
                </a:lnTo>
                <a:lnTo>
                  <a:pt x="62177" y="311066"/>
                </a:lnTo>
                <a:lnTo>
                  <a:pt x="1852" y="319004"/>
                </a:lnTo>
                <a:lnTo>
                  <a:pt x="0" y="319047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lnTo>
                  <a:pt x="61938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943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9F388DC-C47F-4048-9B69-F1644A2A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2C035D-D3AD-4301-A1B5-D4C91E3C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4926329"/>
            <a:ext cx="12191996" cy="1931671"/>
          </a:xfrm>
          <a:custGeom>
            <a:avLst/>
            <a:gdLst>
              <a:gd name="connsiteX0" fmla="*/ 619388 w 12191996"/>
              <a:gd name="connsiteY0" fmla="*/ 0 h 1931671"/>
              <a:gd name="connsiteX1" fmla="*/ 687651 w 12191996"/>
              <a:gd name="connsiteY1" fmla="*/ 3175 h 1931671"/>
              <a:gd name="connsiteX2" fmla="*/ 747976 w 12191996"/>
              <a:gd name="connsiteY2" fmla="*/ 9525 h 1931671"/>
              <a:gd name="connsiteX3" fmla="*/ 800363 w 12191996"/>
              <a:gd name="connsiteY3" fmla="*/ 20637 h 1931671"/>
              <a:gd name="connsiteX4" fmla="*/ 846401 w 12191996"/>
              <a:gd name="connsiteY4" fmla="*/ 36512 h 1931671"/>
              <a:gd name="connsiteX5" fmla="*/ 887676 w 12191996"/>
              <a:gd name="connsiteY5" fmla="*/ 52387 h 1931671"/>
              <a:gd name="connsiteX6" fmla="*/ 924188 w 12191996"/>
              <a:gd name="connsiteY6" fmla="*/ 68262 h 1931671"/>
              <a:gd name="connsiteX7" fmla="*/ 962288 w 12191996"/>
              <a:gd name="connsiteY7" fmla="*/ 87312 h 1931671"/>
              <a:gd name="connsiteX8" fmla="*/ 1000388 w 12191996"/>
              <a:gd name="connsiteY8" fmla="*/ 106362 h 1931671"/>
              <a:gd name="connsiteX9" fmla="*/ 1036901 w 12191996"/>
              <a:gd name="connsiteY9" fmla="*/ 125412 h 1931671"/>
              <a:gd name="connsiteX10" fmla="*/ 1078176 w 12191996"/>
              <a:gd name="connsiteY10" fmla="*/ 141287 h 1931671"/>
              <a:gd name="connsiteX11" fmla="*/ 1124213 w 12191996"/>
              <a:gd name="connsiteY11" fmla="*/ 155575 h 1931671"/>
              <a:gd name="connsiteX12" fmla="*/ 1176601 w 12191996"/>
              <a:gd name="connsiteY12" fmla="*/ 166687 h 1931671"/>
              <a:gd name="connsiteX13" fmla="*/ 1236926 w 12191996"/>
              <a:gd name="connsiteY13" fmla="*/ 174625 h 1931671"/>
              <a:gd name="connsiteX14" fmla="*/ 1305188 w 12191996"/>
              <a:gd name="connsiteY14" fmla="*/ 176212 h 1931671"/>
              <a:gd name="connsiteX15" fmla="*/ 1373451 w 12191996"/>
              <a:gd name="connsiteY15" fmla="*/ 174625 h 1931671"/>
              <a:gd name="connsiteX16" fmla="*/ 1433776 w 12191996"/>
              <a:gd name="connsiteY16" fmla="*/ 166687 h 1931671"/>
              <a:gd name="connsiteX17" fmla="*/ 1486163 w 12191996"/>
              <a:gd name="connsiteY17" fmla="*/ 155575 h 1931671"/>
              <a:gd name="connsiteX18" fmla="*/ 1532201 w 12191996"/>
              <a:gd name="connsiteY18" fmla="*/ 141287 h 1931671"/>
              <a:gd name="connsiteX19" fmla="*/ 1573476 w 12191996"/>
              <a:gd name="connsiteY19" fmla="*/ 125412 h 1931671"/>
              <a:gd name="connsiteX20" fmla="*/ 1609988 w 12191996"/>
              <a:gd name="connsiteY20" fmla="*/ 106362 h 1931671"/>
              <a:gd name="connsiteX21" fmla="*/ 1648088 w 12191996"/>
              <a:gd name="connsiteY21" fmla="*/ 87312 h 1931671"/>
              <a:gd name="connsiteX22" fmla="*/ 1686188 w 12191996"/>
              <a:gd name="connsiteY22" fmla="*/ 68262 h 1931671"/>
              <a:gd name="connsiteX23" fmla="*/ 1722701 w 12191996"/>
              <a:gd name="connsiteY23" fmla="*/ 52387 h 1931671"/>
              <a:gd name="connsiteX24" fmla="*/ 1763976 w 12191996"/>
              <a:gd name="connsiteY24" fmla="*/ 36512 h 1931671"/>
              <a:gd name="connsiteX25" fmla="*/ 1810013 w 12191996"/>
              <a:gd name="connsiteY25" fmla="*/ 20637 h 1931671"/>
              <a:gd name="connsiteX26" fmla="*/ 1862401 w 12191996"/>
              <a:gd name="connsiteY26" fmla="*/ 9525 h 1931671"/>
              <a:gd name="connsiteX27" fmla="*/ 1922726 w 12191996"/>
              <a:gd name="connsiteY27" fmla="*/ 3175 h 1931671"/>
              <a:gd name="connsiteX28" fmla="*/ 1990988 w 12191996"/>
              <a:gd name="connsiteY28" fmla="*/ 0 h 1931671"/>
              <a:gd name="connsiteX29" fmla="*/ 2059251 w 12191996"/>
              <a:gd name="connsiteY29" fmla="*/ 3175 h 1931671"/>
              <a:gd name="connsiteX30" fmla="*/ 2119576 w 12191996"/>
              <a:gd name="connsiteY30" fmla="*/ 9525 h 1931671"/>
              <a:gd name="connsiteX31" fmla="*/ 2171963 w 12191996"/>
              <a:gd name="connsiteY31" fmla="*/ 20637 h 1931671"/>
              <a:gd name="connsiteX32" fmla="*/ 2218001 w 12191996"/>
              <a:gd name="connsiteY32" fmla="*/ 36512 h 1931671"/>
              <a:gd name="connsiteX33" fmla="*/ 2259276 w 12191996"/>
              <a:gd name="connsiteY33" fmla="*/ 52387 h 1931671"/>
              <a:gd name="connsiteX34" fmla="*/ 2295788 w 12191996"/>
              <a:gd name="connsiteY34" fmla="*/ 68262 h 1931671"/>
              <a:gd name="connsiteX35" fmla="*/ 2333888 w 12191996"/>
              <a:gd name="connsiteY35" fmla="*/ 87312 h 1931671"/>
              <a:gd name="connsiteX36" fmla="*/ 2371988 w 12191996"/>
              <a:gd name="connsiteY36" fmla="*/ 106362 h 1931671"/>
              <a:gd name="connsiteX37" fmla="*/ 2408501 w 12191996"/>
              <a:gd name="connsiteY37" fmla="*/ 125412 h 1931671"/>
              <a:gd name="connsiteX38" fmla="*/ 2449776 w 12191996"/>
              <a:gd name="connsiteY38" fmla="*/ 141287 h 1931671"/>
              <a:gd name="connsiteX39" fmla="*/ 2495813 w 12191996"/>
              <a:gd name="connsiteY39" fmla="*/ 155575 h 1931671"/>
              <a:gd name="connsiteX40" fmla="*/ 2548201 w 12191996"/>
              <a:gd name="connsiteY40" fmla="*/ 166687 h 1931671"/>
              <a:gd name="connsiteX41" fmla="*/ 2608526 w 12191996"/>
              <a:gd name="connsiteY41" fmla="*/ 174625 h 1931671"/>
              <a:gd name="connsiteX42" fmla="*/ 2676788 w 12191996"/>
              <a:gd name="connsiteY42" fmla="*/ 176212 h 1931671"/>
              <a:gd name="connsiteX43" fmla="*/ 2745051 w 12191996"/>
              <a:gd name="connsiteY43" fmla="*/ 174625 h 1931671"/>
              <a:gd name="connsiteX44" fmla="*/ 2805376 w 12191996"/>
              <a:gd name="connsiteY44" fmla="*/ 166687 h 1931671"/>
              <a:gd name="connsiteX45" fmla="*/ 2857763 w 12191996"/>
              <a:gd name="connsiteY45" fmla="*/ 155575 h 1931671"/>
              <a:gd name="connsiteX46" fmla="*/ 2903801 w 12191996"/>
              <a:gd name="connsiteY46" fmla="*/ 141287 h 1931671"/>
              <a:gd name="connsiteX47" fmla="*/ 2945076 w 12191996"/>
              <a:gd name="connsiteY47" fmla="*/ 125412 h 1931671"/>
              <a:gd name="connsiteX48" fmla="*/ 2981588 w 12191996"/>
              <a:gd name="connsiteY48" fmla="*/ 106362 h 1931671"/>
              <a:gd name="connsiteX49" fmla="*/ 3019688 w 12191996"/>
              <a:gd name="connsiteY49" fmla="*/ 87312 h 1931671"/>
              <a:gd name="connsiteX50" fmla="*/ 3057788 w 12191996"/>
              <a:gd name="connsiteY50" fmla="*/ 68262 h 1931671"/>
              <a:gd name="connsiteX51" fmla="*/ 3094301 w 12191996"/>
              <a:gd name="connsiteY51" fmla="*/ 52387 h 1931671"/>
              <a:gd name="connsiteX52" fmla="*/ 3135576 w 12191996"/>
              <a:gd name="connsiteY52" fmla="*/ 36512 h 1931671"/>
              <a:gd name="connsiteX53" fmla="*/ 3181613 w 12191996"/>
              <a:gd name="connsiteY53" fmla="*/ 20637 h 1931671"/>
              <a:gd name="connsiteX54" fmla="*/ 3234001 w 12191996"/>
              <a:gd name="connsiteY54" fmla="*/ 9525 h 1931671"/>
              <a:gd name="connsiteX55" fmla="*/ 3294326 w 12191996"/>
              <a:gd name="connsiteY55" fmla="*/ 3175 h 1931671"/>
              <a:gd name="connsiteX56" fmla="*/ 3361001 w 12191996"/>
              <a:gd name="connsiteY56" fmla="*/ 0 h 1931671"/>
              <a:gd name="connsiteX57" fmla="*/ 3430851 w 12191996"/>
              <a:gd name="connsiteY57" fmla="*/ 3175 h 1931671"/>
              <a:gd name="connsiteX58" fmla="*/ 3491176 w 12191996"/>
              <a:gd name="connsiteY58" fmla="*/ 9525 h 1931671"/>
              <a:gd name="connsiteX59" fmla="*/ 3543563 w 12191996"/>
              <a:gd name="connsiteY59" fmla="*/ 20637 h 1931671"/>
              <a:gd name="connsiteX60" fmla="*/ 3589601 w 12191996"/>
              <a:gd name="connsiteY60" fmla="*/ 36512 h 1931671"/>
              <a:gd name="connsiteX61" fmla="*/ 3630876 w 12191996"/>
              <a:gd name="connsiteY61" fmla="*/ 52387 h 1931671"/>
              <a:gd name="connsiteX62" fmla="*/ 3667388 w 12191996"/>
              <a:gd name="connsiteY62" fmla="*/ 68262 h 1931671"/>
              <a:gd name="connsiteX63" fmla="*/ 3705488 w 12191996"/>
              <a:gd name="connsiteY63" fmla="*/ 87312 h 1931671"/>
              <a:gd name="connsiteX64" fmla="*/ 3743588 w 12191996"/>
              <a:gd name="connsiteY64" fmla="*/ 106362 h 1931671"/>
              <a:gd name="connsiteX65" fmla="*/ 3780101 w 12191996"/>
              <a:gd name="connsiteY65" fmla="*/ 125412 h 1931671"/>
              <a:gd name="connsiteX66" fmla="*/ 3821376 w 12191996"/>
              <a:gd name="connsiteY66" fmla="*/ 141287 h 1931671"/>
              <a:gd name="connsiteX67" fmla="*/ 3867413 w 12191996"/>
              <a:gd name="connsiteY67" fmla="*/ 155575 h 1931671"/>
              <a:gd name="connsiteX68" fmla="*/ 3919801 w 12191996"/>
              <a:gd name="connsiteY68" fmla="*/ 166687 h 1931671"/>
              <a:gd name="connsiteX69" fmla="*/ 3980126 w 12191996"/>
              <a:gd name="connsiteY69" fmla="*/ 174625 h 1931671"/>
              <a:gd name="connsiteX70" fmla="*/ 4048388 w 12191996"/>
              <a:gd name="connsiteY70" fmla="*/ 176212 h 1931671"/>
              <a:gd name="connsiteX71" fmla="*/ 4116651 w 12191996"/>
              <a:gd name="connsiteY71" fmla="*/ 174625 h 1931671"/>
              <a:gd name="connsiteX72" fmla="*/ 4176976 w 12191996"/>
              <a:gd name="connsiteY72" fmla="*/ 166687 h 1931671"/>
              <a:gd name="connsiteX73" fmla="*/ 4229363 w 12191996"/>
              <a:gd name="connsiteY73" fmla="*/ 155575 h 1931671"/>
              <a:gd name="connsiteX74" fmla="*/ 4275401 w 12191996"/>
              <a:gd name="connsiteY74" fmla="*/ 141287 h 1931671"/>
              <a:gd name="connsiteX75" fmla="*/ 4316676 w 12191996"/>
              <a:gd name="connsiteY75" fmla="*/ 125412 h 1931671"/>
              <a:gd name="connsiteX76" fmla="*/ 4353188 w 12191996"/>
              <a:gd name="connsiteY76" fmla="*/ 106362 h 1931671"/>
              <a:gd name="connsiteX77" fmla="*/ 4429388 w 12191996"/>
              <a:gd name="connsiteY77" fmla="*/ 68262 h 1931671"/>
              <a:gd name="connsiteX78" fmla="*/ 4465901 w 12191996"/>
              <a:gd name="connsiteY78" fmla="*/ 52387 h 1931671"/>
              <a:gd name="connsiteX79" fmla="*/ 4507176 w 12191996"/>
              <a:gd name="connsiteY79" fmla="*/ 36512 h 1931671"/>
              <a:gd name="connsiteX80" fmla="*/ 4553214 w 12191996"/>
              <a:gd name="connsiteY80" fmla="*/ 20637 h 1931671"/>
              <a:gd name="connsiteX81" fmla="*/ 4605601 w 12191996"/>
              <a:gd name="connsiteY81" fmla="*/ 9525 h 1931671"/>
              <a:gd name="connsiteX82" fmla="*/ 4665927 w 12191996"/>
              <a:gd name="connsiteY82" fmla="*/ 3175 h 1931671"/>
              <a:gd name="connsiteX83" fmla="*/ 4734188 w 12191996"/>
              <a:gd name="connsiteY83" fmla="*/ 0 h 1931671"/>
              <a:gd name="connsiteX84" fmla="*/ 4802452 w 12191996"/>
              <a:gd name="connsiteY84" fmla="*/ 3175 h 1931671"/>
              <a:gd name="connsiteX85" fmla="*/ 4862776 w 12191996"/>
              <a:gd name="connsiteY85" fmla="*/ 9525 h 1931671"/>
              <a:gd name="connsiteX86" fmla="*/ 4915164 w 12191996"/>
              <a:gd name="connsiteY86" fmla="*/ 20637 h 1931671"/>
              <a:gd name="connsiteX87" fmla="*/ 4961200 w 12191996"/>
              <a:gd name="connsiteY87" fmla="*/ 36512 h 1931671"/>
              <a:gd name="connsiteX88" fmla="*/ 5002476 w 12191996"/>
              <a:gd name="connsiteY88" fmla="*/ 52387 h 1931671"/>
              <a:gd name="connsiteX89" fmla="*/ 5038988 w 12191996"/>
              <a:gd name="connsiteY89" fmla="*/ 68262 h 1931671"/>
              <a:gd name="connsiteX90" fmla="*/ 5077089 w 12191996"/>
              <a:gd name="connsiteY90" fmla="*/ 87312 h 1931671"/>
              <a:gd name="connsiteX91" fmla="*/ 5115188 w 12191996"/>
              <a:gd name="connsiteY91" fmla="*/ 106362 h 1931671"/>
              <a:gd name="connsiteX92" fmla="*/ 5151700 w 12191996"/>
              <a:gd name="connsiteY92" fmla="*/ 125412 h 1931671"/>
              <a:gd name="connsiteX93" fmla="*/ 5192976 w 12191996"/>
              <a:gd name="connsiteY93" fmla="*/ 141287 h 1931671"/>
              <a:gd name="connsiteX94" fmla="*/ 5239013 w 12191996"/>
              <a:gd name="connsiteY94" fmla="*/ 155575 h 1931671"/>
              <a:gd name="connsiteX95" fmla="*/ 5291400 w 12191996"/>
              <a:gd name="connsiteY95" fmla="*/ 166687 h 1931671"/>
              <a:gd name="connsiteX96" fmla="*/ 5351726 w 12191996"/>
              <a:gd name="connsiteY96" fmla="*/ 174625 h 1931671"/>
              <a:gd name="connsiteX97" fmla="*/ 5410198 w 12191996"/>
              <a:gd name="connsiteY97" fmla="*/ 175985 h 1931671"/>
              <a:gd name="connsiteX98" fmla="*/ 5468670 w 12191996"/>
              <a:gd name="connsiteY98" fmla="*/ 174625 h 1931671"/>
              <a:gd name="connsiteX99" fmla="*/ 5528995 w 12191996"/>
              <a:gd name="connsiteY99" fmla="*/ 166687 h 1931671"/>
              <a:gd name="connsiteX100" fmla="*/ 5581382 w 12191996"/>
              <a:gd name="connsiteY100" fmla="*/ 155575 h 1931671"/>
              <a:gd name="connsiteX101" fmla="*/ 5627420 w 12191996"/>
              <a:gd name="connsiteY101" fmla="*/ 141287 h 1931671"/>
              <a:gd name="connsiteX102" fmla="*/ 5668695 w 12191996"/>
              <a:gd name="connsiteY102" fmla="*/ 125412 h 1931671"/>
              <a:gd name="connsiteX103" fmla="*/ 5705208 w 12191996"/>
              <a:gd name="connsiteY103" fmla="*/ 106362 h 1931671"/>
              <a:gd name="connsiteX104" fmla="*/ 5743307 w 12191996"/>
              <a:gd name="connsiteY104" fmla="*/ 87312 h 1931671"/>
              <a:gd name="connsiteX105" fmla="*/ 5781407 w 12191996"/>
              <a:gd name="connsiteY105" fmla="*/ 68262 h 1931671"/>
              <a:gd name="connsiteX106" fmla="*/ 5817920 w 12191996"/>
              <a:gd name="connsiteY106" fmla="*/ 52387 h 1931671"/>
              <a:gd name="connsiteX107" fmla="*/ 5859195 w 12191996"/>
              <a:gd name="connsiteY107" fmla="*/ 36512 h 1931671"/>
              <a:gd name="connsiteX108" fmla="*/ 5905233 w 12191996"/>
              <a:gd name="connsiteY108" fmla="*/ 20637 h 1931671"/>
              <a:gd name="connsiteX109" fmla="*/ 5957620 w 12191996"/>
              <a:gd name="connsiteY109" fmla="*/ 9525 h 1931671"/>
              <a:gd name="connsiteX110" fmla="*/ 6017946 w 12191996"/>
              <a:gd name="connsiteY110" fmla="*/ 3175 h 1931671"/>
              <a:gd name="connsiteX111" fmla="*/ 6086208 w 12191996"/>
              <a:gd name="connsiteY111" fmla="*/ 0 h 1931671"/>
              <a:gd name="connsiteX112" fmla="*/ 6095998 w 12191996"/>
              <a:gd name="connsiteY112" fmla="*/ 455 h 1931671"/>
              <a:gd name="connsiteX113" fmla="*/ 6105788 w 12191996"/>
              <a:gd name="connsiteY113" fmla="*/ 0 h 1931671"/>
              <a:gd name="connsiteX114" fmla="*/ 6174051 w 12191996"/>
              <a:gd name="connsiteY114" fmla="*/ 3175 h 1931671"/>
              <a:gd name="connsiteX115" fmla="*/ 6234376 w 12191996"/>
              <a:gd name="connsiteY115" fmla="*/ 9525 h 1931671"/>
              <a:gd name="connsiteX116" fmla="*/ 6286763 w 12191996"/>
              <a:gd name="connsiteY116" fmla="*/ 20637 h 1931671"/>
              <a:gd name="connsiteX117" fmla="*/ 6332801 w 12191996"/>
              <a:gd name="connsiteY117" fmla="*/ 36512 h 1931671"/>
              <a:gd name="connsiteX118" fmla="*/ 6374076 w 12191996"/>
              <a:gd name="connsiteY118" fmla="*/ 52387 h 1931671"/>
              <a:gd name="connsiteX119" fmla="*/ 6410588 w 12191996"/>
              <a:gd name="connsiteY119" fmla="*/ 68262 h 1931671"/>
              <a:gd name="connsiteX120" fmla="*/ 6448688 w 12191996"/>
              <a:gd name="connsiteY120" fmla="*/ 87312 h 1931671"/>
              <a:gd name="connsiteX121" fmla="*/ 6486788 w 12191996"/>
              <a:gd name="connsiteY121" fmla="*/ 106362 h 1931671"/>
              <a:gd name="connsiteX122" fmla="*/ 6523301 w 12191996"/>
              <a:gd name="connsiteY122" fmla="*/ 125412 h 1931671"/>
              <a:gd name="connsiteX123" fmla="*/ 6564576 w 12191996"/>
              <a:gd name="connsiteY123" fmla="*/ 141287 h 1931671"/>
              <a:gd name="connsiteX124" fmla="*/ 6610613 w 12191996"/>
              <a:gd name="connsiteY124" fmla="*/ 155575 h 1931671"/>
              <a:gd name="connsiteX125" fmla="*/ 6663001 w 12191996"/>
              <a:gd name="connsiteY125" fmla="*/ 166687 h 1931671"/>
              <a:gd name="connsiteX126" fmla="*/ 6723326 w 12191996"/>
              <a:gd name="connsiteY126" fmla="*/ 174625 h 1931671"/>
              <a:gd name="connsiteX127" fmla="*/ 6781798 w 12191996"/>
              <a:gd name="connsiteY127" fmla="*/ 175985 h 1931671"/>
              <a:gd name="connsiteX128" fmla="*/ 6840270 w 12191996"/>
              <a:gd name="connsiteY128" fmla="*/ 174625 h 1931671"/>
              <a:gd name="connsiteX129" fmla="*/ 6900595 w 12191996"/>
              <a:gd name="connsiteY129" fmla="*/ 166687 h 1931671"/>
              <a:gd name="connsiteX130" fmla="*/ 6952982 w 12191996"/>
              <a:gd name="connsiteY130" fmla="*/ 155575 h 1931671"/>
              <a:gd name="connsiteX131" fmla="*/ 6999020 w 12191996"/>
              <a:gd name="connsiteY131" fmla="*/ 141287 h 1931671"/>
              <a:gd name="connsiteX132" fmla="*/ 7040295 w 12191996"/>
              <a:gd name="connsiteY132" fmla="*/ 125412 h 1931671"/>
              <a:gd name="connsiteX133" fmla="*/ 7076807 w 12191996"/>
              <a:gd name="connsiteY133" fmla="*/ 106362 h 1931671"/>
              <a:gd name="connsiteX134" fmla="*/ 7114907 w 12191996"/>
              <a:gd name="connsiteY134" fmla="*/ 87312 h 1931671"/>
              <a:gd name="connsiteX135" fmla="*/ 7153007 w 12191996"/>
              <a:gd name="connsiteY135" fmla="*/ 68262 h 1931671"/>
              <a:gd name="connsiteX136" fmla="*/ 7189520 w 12191996"/>
              <a:gd name="connsiteY136" fmla="*/ 52387 h 1931671"/>
              <a:gd name="connsiteX137" fmla="*/ 7230795 w 12191996"/>
              <a:gd name="connsiteY137" fmla="*/ 36512 h 1931671"/>
              <a:gd name="connsiteX138" fmla="*/ 7276832 w 12191996"/>
              <a:gd name="connsiteY138" fmla="*/ 20637 h 1931671"/>
              <a:gd name="connsiteX139" fmla="*/ 7329220 w 12191996"/>
              <a:gd name="connsiteY139" fmla="*/ 9525 h 1931671"/>
              <a:gd name="connsiteX140" fmla="*/ 7389545 w 12191996"/>
              <a:gd name="connsiteY140" fmla="*/ 3175 h 1931671"/>
              <a:gd name="connsiteX141" fmla="*/ 7457807 w 12191996"/>
              <a:gd name="connsiteY141" fmla="*/ 0 h 1931671"/>
              <a:gd name="connsiteX142" fmla="*/ 7526070 w 12191996"/>
              <a:gd name="connsiteY142" fmla="*/ 3175 h 1931671"/>
              <a:gd name="connsiteX143" fmla="*/ 7586395 w 12191996"/>
              <a:gd name="connsiteY143" fmla="*/ 9525 h 1931671"/>
              <a:gd name="connsiteX144" fmla="*/ 7638782 w 12191996"/>
              <a:gd name="connsiteY144" fmla="*/ 20637 h 1931671"/>
              <a:gd name="connsiteX145" fmla="*/ 7684820 w 12191996"/>
              <a:gd name="connsiteY145" fmla="*/ 36512 h 1931671"/>
              <a:gd name="connsiteX146" fmla="*/ 7726095 w 12191996"/>
              <a:gd name="connsiteY146" fmla="*/ 52387 h 1931671"/>
              <a:gd name="connsiteX147" fmla="*/ 7762607 w 12191996"/>
              <a:gd name="connsiteY147" fmla="*/ 68262 h 1931671"/>
              <a:gd name="connsiteX148" fmla="*/ 7800707 w 12191996"/>
              <a:gd name="connsiteY148" fmla="*/ 87312 h 1931671"/>
              <a:gd name="connsiteX149" fmla="*/ 7838807 w 12191996"/>
              <a:gd name="connsiteY149" fmla="*/ 106362 h 1931671"/>
              <a:gd name="connsiteX150" fmla="*/ 7875320 w 12191996"/>
              <a:gd name="connsiteY150" fmla="*/ 125412 h 1931671"/>
              <a:gd name="connsiteX151" fmla="*/ 7916595 w 12191996"/>
              <a:gd name="connsiteY151" fmla="*/ 141287 h 1931671"/>
              <a:gd name="connsiteX152" fmla="*/ 7962632 w 12191996"/>
              <a:gd name="connsiteY152" fmla="*/ 155575 h 1931671"/>
              <a:gd name="connsiteX153" fmla="*/ 8015020 w 12191996"/>
              <a:gd name="connsiteY153" fmla="*/ 166687 h 1931671"/>
              <a:gd name="connsiteX154" fmla="*/ 8075345 w 12191996"/>
              <a:gd name="connsiteY154" fmla="*/ 174625 h 1931671"/>
              <a:gd name="connsiteX155" fmla="*/ 8143607 w 12191996"/>
              <a:gd name="connsiteY155" fmla="*/ 176212 h 1931671"/>
              <a:gd name="connsiteX156" fmla="*/ 8211870 w 12191996"/>
              <a:gd name="connsiteY156" fmla="*/ 174625 h 1931671"/>
              <a:gd name="connsiteX157" fmla="*/ 8272195 w 12191996"/>
              <a:gd name="connsiteY157" fmla="*/ 166687 h 1931671"/>
              <a:gd name="connsiteX158" fmla="*/ 8324582 w 12191996"/>
              <a:gd name="connsiteY158" fmla="*/ 155575 h 1931671"/>
              <a:gd name="connsiteX159" fmla="*/ 8370620 w 12191996"/>
              <a:gd name="connsiteY159" fmla="*/ 141287 h 1931671"/>
              <a:gd name="connsiteX160" fmla="*/ 8411895 w 12191996"/>
              <a:gd name="connsiteY160" fmla="*/ 125412 h 1931671"/>
              <a:gd name="connsiteX161" fmla="*/ 8448407 w 12191996"/>
              <a:gd name="connsiteY161" fmla="*/ 106362 h 1931671"/>
              <a:gd name="connsiteX162" fmla="*/ 8486507 w 12191996"/>
              <a:gd name="connsiteY162" fmla="*/ 87312 h 1931671"/>
              <a:gd name="connsiteX163" fmla="*/ 8524607 w 12191996"/>
              <a:gd name="connsiteY163" fmla="*/ 68262 h 1931671"/>
              <a:gd name="connsiteX164" fmla="*/ 8561119 w 12191996"/>
              <a:gd name="connsiteY164" fmla="*/ 52387 h 1931671"/>
              <a:gd name="connsiteX165" fmla="*/ 8602395 w 12191996"/>
              <a:gd name="connsiteY165" fmla="*/ 36512 h 1931671"/>
              <a:gd name="connsiteX166" fmla="*/ 8648431 w 12191996"/>
              <a:gd name="connsiteY166" fmla="*/ 20637 h 1931671"/>
              <a:gd name="connsiteX167" fmla="*/ 8700819 w 12191996"/>
              <a:gd name="connsiteY167" fmla="*/ 9525 h 1931671"/>
              <a:gd name="connsiteX168" fmla="*/ 8761145 w 12191996"/>
              <a:gd name="connsiteY168" fmla="*/ 3175 h 1931671"/>
              <a:gd name="connsiteX169" fmla="*/ 8827819 w 12191996"/>
              <a:gd name="connsiteY169" fmla="*/ 0 h 1931671"/>
              <a:gd name="connsiteX170" fmla="*/ 8897669 w 12191996"/>
              <a:gd name="connsiteY170" fmla="*/ 3175 h 1931671"/>
              <a:gd name="connsiteX171" fmla="*/ 8957995 w 12191996"/>
              <a:gd name="connsiteY171" fmla="*/ 9525 h 1931671"/>
              <a:gd name="connsiteX172" fmla="*/ 9010381 w 12191996"/>
              <a:gd name="connsiteY172" fmla="*/ 20637 h 1931671"/>
              <a:gd name="connsiteX173" fmla="*/ 9056419 w 12191996"/>
              <a:gd name="connsiteY173" fmla="*/ 36512 h 1931671"/>
              <a:gd name="connsiteX174" fmla="*/ 9097695 w 12191996"/>
              <a:gd name="connsiteY174" fmla="*/ 52387 h 1931671"/>
              <a:gd name="connsiteX175" fmla="*/ 9134207 w 12191996"/>
              <a:gd name="connsiteY175" fmla="*/ 68262 h 1931671"/>
              <a:gd name="connsiteX176" fmla="*/ 9172307 w 12191996"/>
              <a:gd name="connsiteY176" fmla="*/ 87312 h 1931671"/>
              <a:gd name="connsiteX177" fmla="*/ 9210407 w 12191996"/>
              <a:gd name="connsiteY177" fmla="*/ 106362 h 1931671"/>
              <a:gd name="connsiteX178" fmla="*/ 9246919 w 12191996"/>
              <a:gd name="connsiteY178" fmla="*/ 125412 h 1931671"/>
              <a:gd name="connsiteX179" fmla="*/ 9288195 w 12191996"/>
              <a:gd name="connsiteY179" fmla="*/ 141287 h 1931671"/>
              <a:gd name="connsiteX180" fmla="*/ 9334231 w 12191996"/>
              <a:gd name="connsiteY180" fmla="*/ 155575 h 1931671"/>
              <a:gd name="connsiteX181" fmla="*/ 9386619 w 12191996"/>
              <a:gd name="connsiteY181" fmla="*/ 166687 h 1931671"/>
              <a:gd name="connsiteX182" fmla="*/ 9446945 w 12191996"/>
              <a:gd name="connsiteY182" fmla="*/ 174625 h 1931671"/>
              <a:gd name="connsiteX183" fmla="*/ 9515207 w 12191996"/>
              <a:gd name="connsiteY183" fmla="*/ 176212 h 1931671"/>
              <a:gd name="connsiteX184" fmla="*/ 9583469 w 12191996"/>
              <a:gd name="connsiteY184" fmla="*/ 174625 h 1931671"/>
              <a:gd name="connsiteX185" fmla="*/ 9643795 w 12191996"/>
              <a:gd name="connsiteY185" fmla="*/ 166687 h 1931671"/>
              <a:gd name="connsiteX186" fmla="*/ 9696181 w 12191996"/>
              <a:gd name="connsiteY186" fmla="*/ 155575 h 1931671"/>
              <a:gd name="connsiteX187" fmla="*/ 9742219 w 12191996"/>
              <a:gd name="connsiteY187" fmla="*/ 141287 h 1931671"/>
              <a:gd name="connsiteX188" fmla="*/ 9783495 w 12191996"/>
              <a:gd name="connsiteY188" fmla="*/ 125412 h 1931671"/>
              <a:gd name="connsiteX189" fmla="*/ 9820007 w 12191996"/>
              <a:gd name="connsiteY189" fmla="*/ 106362 h 1931671"/>
              <a:gd name="connsiteX190" fmla="*/ 9896207 w 12191996"/>
              <a:gd name="connsiteY190" fmla="*/ 68262 h 1931671"/>
              <a:gd name="connsiteX191" fmla="*/ 9932719 w 12191996"/>
              <a:gd name="connsiteY191" fmla="*/ 52387 h 1931671"/>
              <a:gd name="connsiteX192" fmla="*/ 9973995 w 12191996"/>
              <a:gd name="connsiteY192" fmla="*/ 36512 h 1931671"/>
              <a:gd name="connsiteX193" fmla="*/ 10020031 w 12191996"/>
              <a:gd name="connsiteY193" fmla="*/ 20637 h 1931671"/>
              <a:gd name="connsiteX194" fmla="*/ 10072419 w 12191996"/>
              <a:gd name="connsiteY194" fmla="*/ 9525 h 1931671"/>
              <a:gd name="connsiteX195" fmla="*/ 10132745 w 12191996"/>
              <a:gd name="connsiteY195" fmla="*/ 3175 h 1931671"/>
              <a:gd name="connsiteX196" fmla="*/ 10201007 w 12191996"/>
              <a:gd name="connsiteY196" fmla="*/ 0 h 1931671"/>
              <a:gd name="connsiteX197" fmla="*/ 10269269 w 12191996"/>
              <a:gd name="connsiteY197" fmla="*/ 3175 h 1931671"/>
              <a:gd name="connsiteX198" fmla="*/ 10329595 w 12191996"/>
              <a:gd name="connsiteY198" fmla="*/ 9525 h 1931671"/>
              <a:gd name="connsiteX199" fmla="*/ 10381981 w 12191996"/>
              <a:gd name="connsiteY199" fmla="*/ 20637 h 1931671"/>
              <a:gd name="connsiteX200" fmla="*/ 10428019 w 12191996"/>
              <a:gd name="connsiteY200" fmla="*/ 36512 h 1931671"/>
              <a:gd name="connsiteX201" fmla="*/ 10469295 w 12191996"/>
              <a:gd name="connsiteY201" fmla="*/ 52387 h 1931671"/>
              <a:gd name="connsiteX202" fmla="*/ 10505807 w 12191996"/>
              <a:gd name="connsiteY202" fmla="*/ 68262 h 1931671"/>
              <a:gd name="connsiteX203" fmla="*/ 10543907 w 12191996"/>
              <a:gd name="connsiteY203" fmla="*/ 87312 h 1931671"/>
              <a:gd name="connsiteX204" fmla="*/ 10582007 w 12191996"/>
              <a:gd name="connsiteY204" fmla="*/ 106362 h 1931671"/>
              <a:gd name="connsiteX205" fmla="*/ 10618519 w 12191996"/>
              <a:gd name="connsiteY205" fmla="*/ 125412 h 1931671"/>
              <a:gd name="connsiteX206" fmla="*/ 10659795 w 12191996"/>
              <a:gd name="connsiteY206" fmla="*/ 141287 h 1931671"/>
              <a:gd name="connsiteX207" fmla="*/ 10705831 w 12191996"/>
              <a:gd name="connsiteY207" fmla="*/ 155575 h 1931671"/>
              <a:gd name="connsiteX208" fmla="*/ 10758219 w 12191996"/>
              <a:gd name="connsiteY208" fmla="*/ 166687 h 1931671"/>
              <a:gd name="connsiteX209" fmla="*/ 10818545 w 12191996"/>
              <a:gd name="connsiteY209" fmla="*/ 174625 h 1931671"/>
              <a:gd name="connsiteX210" fmla="*/ 10886807 w 12191996"/>
              <a:gd name="connsiteY210" fmla="*/ 176212 h 1931671"/>
              <a:gd name="connsiteX211" fmla="*/ 10955069 w 12191996"/>
              <a:gd name="connsiteY211" fmla="*/ 174625 h 1931671"/>
              <a:gd name="connsiteX212" fmla="*/ 11015395 w 12191996"/>
              <a:gd name="connsiteY212" fmla="*/ 166687 h 1931671"/>
              <a:gd name="connsiteX213" fmla="*/ 11067781 w 12191996"/>
              <a:gd name="connsiteY213" fmla="*/ 155575 h 1931671"/>
              <a:gd name="connsiteX214" fmla="*/ 11113819 w 12191996"/>
              <a:gd name="connsiteY214" fmla="*/ 141287 h 1931671"/>
              <a:gd name="connsiteX215" fmla="*/ 11155095 w 12191996"/>
              <a:gd name="connsiteY215" fmla="*/ 125412 h 1931671"/>
              <a:gd name="connsiteX216" fmla="*/ 11191607 w 12191996"/>
              <a:gd name="connsiteY216" fmla="*/ 106362 h 1931671"/>
              <a:gd name="connsiteX217" fmla="*/ 11229707 w 12191996"/>
              <a:gd name="connsiteY217" fmla="*/ 87312 h 1931671"/>
              <a:gd name="connsiteX218" fmla="*/ 11267807 w 12191996"/>
              <a:gd name="connsiteY218" fmla="*/ 68262 h 1931671"/>
              <a:gd name="connsiteX219" fmla="*/ 11304319 w 12191996"/>
              <a:gd name="connsiteY219" fmla="*/ 52387 h 1931671"/>
              <a:gd name="connsiteX220" fmla="*/ 11345595 w 12191996"/>
              <a:gd name="connsiteY220" fmla="*/ 36512 h 1931671"/>
              <a:gd name="connsiteX221" fmla="*/ 11391631 w 12191996"/>
              <a:gd name="connsiteY221" fmla="*/ 20637 h 1931671"/>
              <a:gd name="connsiteX222" fmla="*/ 11444019 w 12191996"/>
              <a:gd name="connsiteY222" fmla="*/ 9525 h 1931671"/>
              <a:gd name="connsiteX223" fmla="*/ 11504345 w 12191996"/>
              <a:gd name="connsiteY223" fmla="*/ 3175 h 1931671"/>
              <a:gd name="connsiteX224" fmla="*/ 11572607 w 12191996"/>
              <a:gd name="connsiteY224" fmla="*/ 0 h 1931671"/>
              <a:gd name="connsiteX225" fmla="*/ 11640869 w 12191996"/>
              <a:gd name="connsiteY225" fmla="*/ 3175 h 1931671"/>
              <a:gd name="connsiteX226" fmla="*/ 11701195 w 12191996"/>
              <a:gd name="connsiteY226" fmla="*/ 9525 h 1931671"/>
              <a:gd name="connsiteX227" fmla="*/ 11753581 w 12191996"/>
              <a:gd name="connsiteY227" fmla="*/ 20637 h 1931671"/>
              <a:gd name="connsiteX228" fmla="*/ 11799619 w 12191996"/>
              <a:gd name="connsiteY228" fmla="*/ 36512 h 1931671"/>
              <a:gd name="connsiteX229" fmla="*/ 11840895 w 12191996"/>
              <a:gd name="connsiteY229" fmla="*/ 52387 h 1931671"/>
              <a:gd name="connsiteX230" fmla="*/ 11877407 w 12191996"/>
              <a:gd name="connsiteY230" fmla="*/ 68262 h 1931671"/>
              <a:gd name="connsiteX231" fmla="*/ 11915507 w 12191996"/>
              <a:gd name="connsiteY231" fmla="*/ 87312 h 1931671"/>
              <a:gd name="connsiteX232" fmla="*/ 11953607 w 12191996"/>
              <a:gd name="connsiteY232" fmla="*/ 106362 h 1931671"/>
              <a:gd name="connsiteX233" fmla="*/ 11990119 w 12191996"/>
              <a:gd name="connsiteY233" fmla="*/ 125412 h 1931671"/>
              <a:gd name="connsiteX234" fmla="*/ 12031395 w 12191996"/>
              <a:gd name="connsiteY234" fmla="*/ 141287 h 1931671"/>
              <a:gd name="connsiteX235" fmla="*/ 12077431 w 12191996"/>
              <a:gd name="connsiteY235" fmla="*/ 155575 h 1931671"/>
              <a:gd name="connsiteX236" fmla="*/ 12129819 w 12191996"/>
              <a:gd name="connsiteY236" fmla="*/ 166688 h 1931671"/>
              <a:gd name="connsiteX237" fmla="*/ 12190145 w 12191996"/>
              <a:gd name="connsiteY237" fmla="*/ 174625 h 1931671"/>
              <a:gd name="connsiteX238" fmla="*/ 12191996 w 12191996"/>
              <a:gd name="connsiteY238" fmla="*/ 174668 h 1931671"/>
              <a:gd name="connsiteX239" fmla="*/ 12191996 w 12191996"/>
              <a:gd name="connsiteY239" fmla="*/ 1931671 h 1931671"/>
              <a:gd name="connsiteX240" fmla="*/ 0 w 12191996"/>
              <a:gd name="connsiteY240" fmla="*/ 1931671 h 1931671"/>
              <a:gd name="connsiteX241" fmla="*/ 0 w 12191996"/>
              <a:gd name="connsiteY241" fmla="*/ 174668 h 1931671"/>
              <a:gd name="connsiteX242" fmla="*/ 1851 w 12191996"/>
              <a:gd name="connsiteY242" fmla="*/ 174625 h 1931671"/>
              <a:gd name="connsiteX243" fmla="*/ 62176 w 12191996"/>
              <a:gd name="connsiteY243" fmla="*/ 166687 h 1931671"/>
              <a:gd name="connsiteX244" fmla="*/ 114563 w 12191996"/>
              <a:gd name="connsiteY244" fmla="*/ 155575 h 1931671"/>
              <a:gd name="connsiteX245" fmla="*/ 160601 w 12191996"/>
              <a:gd name="connsiteY245" fmla="*/ 141287 h 1931671"/>
              <a:gd name="connsiteX246" fmla="*/ 201876 w 12191996"/>
              <a:gd name="connsiteY246" fmla="*/ 125412 h 1931671"/>
              <a:gd name="connsiteX247" fmla="*/ 238388 w 12191996"/>
              <a:gd name="connsiteY247" fmla="*/ 106362 h 1931671"/>
              <a:gd name="connsiteX248" fmla="*/ 276488 w 12191996"/>
              <a:gd name="connsiteY248" fmla="*/ 87312 h 1931671"/>
              <a:gd name="connsiteX249" fmla="*/ 314588 w 12191996"/>
              <a:gd name="connsiteY249" fmla="*/ 68262 h 1931671"/>
              <a:gd name="connsiteX250" fmla="*/ 351101 w 12191996"/>
              <a:gd name="connsiteY250" fmla="*/ 52387 h 1931671"/>
              <a:gd name="connsiteX251" fmla="*/ 392376 w 12191996"/>
              <a:gd name="connsiteY251" fmla="*/ 36512 h 1931671"/>
              <a:gd name="connsiteX252" fmla="*/ 438413 w 12191996"/>
              <a:gd name="connsiteY252" fmla="*/ 20637 h 1931671"/>
              <a:gd name="connsiteX253" fmla="*/ 490801 w 12191996"/>
              <a:gd name="connsiteY253" fmla="*/ 9525 h 1931671"/>
              <a:gd name="connsiteX254" fmla="*/ 551126 w 12191996"/>
              <a:gd name="connsiteY254" fmla="*/ 3175 h 1931671"/>
              <a:gd name="connsiteX255" fmla="*/ 619388 w 12191996"/>
              <a:gd name="connsiteY255" fmla="*/ 0 h 19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1931671">
                <a:moveTo>
                  <a:pt x="619388" y="0"/>
                </a:moveTo>
                <a:lnTo>
                  <a:pt x="687651" y="3175"/>
                </a:lnTo>
                <a:lnTo>
                  <a:pt x="747976" y="9525"/>
                </a:lnTo>
                <a:lnTo>
                  <a:pt x="800363" y="20637"/>
                </a:lnTo>
                <a:lnTo>
                  <a:pt x="846401" y="36512"/>
                </a:lnTo>
                <a:lnTo>
                  <a:pt x="887676" y="52387"/>
                </a:lnTo>
                <a:lnTo>
                  <a:pt x="924188" y="68262"/>
                </a:lnTo>
                <a:lnTo>
                  <a:pt x="962288" y="87312"/>
                </a:lnTo>
                <a:lnTo>
                  <a:pt x="1000388" y="106362"/>
                </a:lnTo>
                <a:lnTo>
                  <a:pt x="1036901" y="125412"/>
                </a:lnTo>
                <a:lnTo>
                  <a:pt x="1078176" y="141287"/>
                </a:lnTo>
                <a:lnTo>
                  <a:pt x="1124213" y="155575"/>
                </a:lnTo>
                <a:lnTo>
                  <a:pt x="1176601" y="166687"/>
                </a:lnTo>
                <a:lnTo>
                  <a:pt x="1236926" y="174625"/>
                </a:lnTo>
                <a:lnTo>
                  <a:pt x="1305188" y="176212"/>
                </a:lnTo>
                <a:lnTo>
                  <a:pt x="1373451" y="174625"/>
                </a:lnTo>
                <a:lnTo>
                  <a:pt x="1433776" y="166687"/>
                </a:lnTo>
                <a:lnTo>
                  <a:pt x="1486163" y="155575"/>
                </a:lnTo>
                <a:lnTo>
                  <a:pt x="1532201" y="141287"/>
                </a:lnTo>
                <a:lnTo>
                  <a:pt x="1573476" y="125412"/>
                </a:lnTo>
                <a:lnTo>
                  <a:pt x="1609988" y="106362"/>
                </a:lnTo>
                <a:lnTo>
                  <a:pt x="1648088" y="87312"/>
                </a:lnTo>
                <a:lnTo>
                  <a:pt x="1686188" y="68262"/>
                </a:lnTo>
                <a:lnTo>
                  <a:pt x="1722701" y="52387"/>
                </a:lnTo>
                <a:lnTo>
                  <a:pt x="1763976" y="36512"/>
                </a:lnTo>
                <a:lnTo>
                  <a:pt x="1810013" y="20637"/>
                </a:lnTo>
                <a:lnTo>
                  <a:pt x="1862401" y="9525"/>
                </a:lnTo>
                <a:lnTo>
                  <a:pt x="1922726" y="3175"/>
                </a:lnTo>
                <a:lnTo>
                  <a:pt x="1990988" y="0"/>
                </a:lnTo>
                <a:lnTo>
                  <a:pt x="2059251" y="3175"/>
                </a:lnTo>
                <a:lnTo>
                  <a:pt x="2119576" y="9525"/>
                </a:lnTo>
                <a:lnTo>
                  <a:pt x="2171963" y="20637"/>
                </a:lnTo>
                <a:lnTo>
                  <a:pt x="2218001" y="36512"/>
                </a:lnTo>
                <a:lnTo>
                  <a:pt x="2259276" y="52387"/>
                </a:lnTo>
                <a:lnTo>
                  <a:pt x="2295788" y="68262"/>
                </a:lnTo>
                <a:lnTo>
                  <a:pt x="2333888" y="87312"/>
                </a:lnTo>
                <a:lnTo>
                  <a:pt x="2371988" y="106362"/>
                </a:lnTo>
                <a:lnTo>
                  <a:pt x="2408501" y="125412"/>
                </a:lnTo>
                <a:lnTo>
                  <a:pt x="2449776" y="141287"/>
                </a:lnTo>
                <a:lnTo>
                  <a:pt x="2495813" y="155575"/>
                </a:lnTo>
                <a:lnTo>
                  <a:pt x="2548201" y="166687"/>
                </a:lnTo>
                <a:lnTo>
                  <a:pt x="2608526" y="174625"/>
                </a:lnTo>
                <a:lnTo>
                  <a:pt x="2676788" y="176212"/>
                </a:lnTo>
                <a:lnTo>
                  <a:pt x="2745051" y="174625"/>
                </a:lnTo>
                <a:lnTo>
                  <a:pt x="2805376" y="166687"/>
                </a:lnTo>
                <a:lnTo>
                  <a:pt x="2857763" y="155575"/>
                </a:lnTo>
                <a:lnTo>
                  <a:pt x="2903801" y="141287"/>
                </a:lnTo>
                <a:lnTo>
                  <a:pt x="2945076" y="125412"/>
                </a:lnTo>
                <a:lnTo>
                  <a:pt x="2981588" y="106362"/>
                </a:lnTo>
                <a:lnTo>
                  <a:pt x="3019688" y="87312"/>
                </a:lnTo>
                <a:lnTo>
                  <a:pt x="3057788" y="68262"/>
                </a:lnTo>
                <a:lnTo>
                  <a:pt x="3094301" y="52387"/>
                </a:lnTo>
                <a:lnTo>
                  <a:pt x="3135576" y="36512"/>
                </a:lnTo>
                <a:lnTo>
                  <a:pt x="3181613" y="20637"/>
                </a:lnTo>
                <a:lnTo>
                  <a:pt x="3234001" y="9525"/>
                </a:lnTo>
                <a:lnTo>
                  <a:pt x="3294326" y="3175"/>
                </a:lnTo>
                <a:lnTo>
                  <a:pt x="3361001" y="0"/>
                </a:lnTo>
                <a:lnTo>
                  <a:pt x="3430851" y="3175"/>
                </a:lnTo>
                <a:lnTo>
                  <a:pt x="3491176" y="9525"/>
                </a:lnTo>
                <a:lnTo>
                  <a:pt x="3543563" y="20637"/>
                </a:lnTo>
                <a:lnTo>
                  <a:pt x="3589601" y="36512"/>
                </a:lnTo>
                <a:lnTo>
                  <a:pt x="3630876" y="52387"/>
                </a:lnTo>
                <a:lnTo>
                  <a:pt x="3667388" y="68262"/>
                </a:lnTo>
                <a:lnTo>
                  <a:pt x="3705488" y="87312"/>
                </a:lnTo>
                <a:lnTo>
                  <a:pt x="3743588" y="106362"/>
                </a:lnTo>
                <a:lnTo>
                  <a:pt x="3780101" y="125412"/>
                </a:lnTo>
                <a:lnTo>
                  <a:pt x="3821376" y="141287"/>
                </a:lnTo>
                <a:lnTo>
                  <a:pt x="3867413" y="155575"/>
                </a:lnTo>
                <a:lnTo>
                  <a:pt x="3919801" y="166687"/>
                </a:lnTo>
                <a:lnTo>
                  <a:pt x="3980126" y="174625"/>
                </a:lnTo>
                <a:lnTo>
                  <a:pt x="4048388" y="176212"/>
                </a:lnTo>
                <a:lnTo>
                  <a:pt x="4116651" y="174625"/>
                </a:lnTo>
                <a:lnTo>
                  <a:pt x="4176976" y="166687"/>
                </a:lnTo>
                <a:lnTo>
                  <a:pt x="4229363" y="155575"/>
                </a:lnTo>
                <a:lnTo>
                  <a:pt x="4275401" y="141287"/>
                </a:lnTo>
                <a:lnTo>
                  <a:pt x="4316676" y="125412"/>
                </a:lnTo>
                <a:lnTo>
                  <a:pt x="4353188" y="106362"/>
                </a:lnTo>
                <a:lnTo>
                  <a:pt x="4429388" y="68262"/>
                </a:lnTo>
                <a:lnTo>
                  <a:pt x="4465901" y="52387"/>
                </a:lnTo>
                <a:lnTo>
                  <a:pt x="4507176" y="36512"/>
                </a:lnTo>
                <a:lnTo>
                  <a:pt x="4553214" y="20637"/>
                </a:lnTo>
                <a:lnTo>
                  <a:pt x="4605601" y="9525"/>
                </a:lnTo>
                <a:lnTo>
                  <a:pt x="4665927" y="3175"/>
                </a:lnTo>
                <a:lnTo>
                  <a:pt x="4734188" y="0"/>
                </a:lnTo>
                <a:lnTo>
                  <a:pt x="4802452" y="3175"/>
                </a:lnTo>
                <a:lnTo>
                  <a:pt x="4862776" y="9525"/>
                </a:lnTo>
                <a:lnTo>
                  <a:pt x="4915164" y="20637"/>
                </a:lnTo>
                <a:lnTo>
                  <a:pt x="4961200" y="36512"/>
                </a:lnTo>
                <a:lnTo>
                  <a:pt x="5002476" y="52387"/>
                </a:lnTo>
                <a:lnTo>
                  <a:pt x="5038988" y="68262"/>
                </a:lnTo>
                <a:lnTo>
                  <a:pt x="5077089" y="87312"/>
                </a:lnTo>
                <a:lnTo>
                  <a:pt x="5115188" y="106362"/>
                </a:lnTo>
                <a:lnTo>
                  <a:pt x="5151700" y="125412"/>
                </a:lnTo>
                <a:lnTo>
                  <a:pt x="5192976" y="141287"/>
                </a:lnTo>
                <a:lnTo>
                  <a:pt x="5239013" y="155575"/>
                </a:lnTo>
                <a:lnTo>
                  <a:pt x="5291400" y="166687"/>
                </a:lnTo>
                <a:lnTo>
                  <a:pt x="5351726" y="174625"/>
                </a:lnTo>
                <a:lnTo>
                  <a:pt x="5410198" y="175985"/>
                </a:lnTo>
                <a:lnTo>
                  <a:pt x="5468670" y="174625"/>
                </a:lnTo>
                <a:lnTo>
                  <a:pt x="5528995" y="166687"/>
                </a:lnTo>
                <a:lnTo>
                  <a:pt x="5581382" y="155575"/>
                </a:lnTo>
                <a:lnTo>
                  <a:pt x="5627420" y="141287"/>
                </a:lnTo>
                <a:lnTo>
                  <a:pt x="5668695" y="125412"/>
                </a:lnTo>
                <a:lnTo>
                  <a:pt x="5705208" y="106362"/>
                </a:lnTo>
                <a:lnTo>
                  <a:pt x="5743307" y="87312"/>
                </a:lnTo>
                <a:lnTo>
                  <a:pt x="5781407" y="68262"/>
                </a:lnTo>
                <a:lnTo>
                  <a:pt x="5817920" y="52387"/>
                </a:lnTo>
                <a:lnTo>
                  <a:pt x="5859195" y="36512"/>
                </a:lnTo>
                <a:lnTo>
                  <a:pt x="5905233" y="20637"/>
                </a:lnTo>
                <a:lnTo>
                  <a:pt x="5957620" y="9525"/>
                </a:lnTo>
                <a:lnTo>
                  <a:pt x="6017946" y="3175"/>
                </a:lnTo>
                <a:lnTo>
                  <a:pt x="6086208" y="0"/>
                </a:lnTo>
                <a:lnTo>
                  <a:pt x="6095998" y="455"/>
                </a:lnTo>
                <a:lnTo>
                  <a:pt x="6105788" y="0"/>
                </a:lnTo>
                <a:lnTo>
                  <a:pt x="6174051" y="3175"/>
                </a:lnTo>
                <a:lnTo>
                  <a:pt x="6234376" y="9525"/>
                </a:lnTo>
                <a:lnTo>
                  <a:pt x="6286763" y="20637"/>
                </a:lnTo>
                <a:lnTo>
                  <a:pt x="6332801" y="36512"/>
                </a:lnTo>
                <a:lnTo>
                  <a:pt x="6374076" y="52387"/>
                </a:lnTo>
                <a:lnTo>
                  <a:pt x="6410588" y="68262"/>
                </a:lnTo>
                <a:lnTo>
                  <a:pt x="6448688" y="87312"/>
                </a:lnTo>
                <a:lnTo>
                  <a:pt x="6486788" y="106362"/>
                </a:lnTo>
                <a:lnTo>
                  <a:pt x="6523301" y="125412"/>
                </a:lnTo>
                <a:lnTo>
                  <a:pt x="6564576" y="141287"/>
                </a:lnTo>
                <a:lnTo>
                  <a:pt x="6610613" y="155575"/>
                </a:lnTo>
                <a:lnTo>
                  <a:pt x="6663001" y="166687"/>
                </a:lnTo>
                <a:lnTo>
                  <a:pt x="6723326" y="174625"/>
                </a:lnTo>
                <a:lnTo>
                  <a:pt x="6781798" y="175985"/>
                </a:lnTo>
                <a:lnTo>
                  <a:pt x="6840270" y="174625"/>
                </a:lnTo>
                <a:lnTo>
                  <a:pt x="6900595" y="166687"/>
                </a:lnTo>
                <a:lnTo>
                  <a:pt x="6952982" y="155575"/>
                </a:lnTo>
                <a:lnTo>
                  <a:pt x="6999020" y="141287"/>
                </a:lnTo>
                <a:lnTo>
                  <a:pt x="7040295" y="125412"/>
                </a:lnTo>
                <a:lnTo>
                  <a:pt x="7076807" y="106362"/>
                </a:lnTo>
                <a:lnTo>
                  <a:pt x="7114907" y="87312"/>
                </a:lnTo>
                <a:lnTo>
                  <a:pt x="7153007" y="68262"/>
                </a:lnTo>
                <a:lnTo>
                  <a:pt x="7189520" y="52387"/>
                </a:lnTo>
                <a:lnTo>
                  <a:pt x="7230795" y="36512"/>
                </a:lnTo>
                <a:lnTo>
                  <a:pt x="7276832" y="20637"/>
                </a:lnTo>
                <a:lnTo>
                  <a:pt x="7329220" y="9525"/>
                </a:lnTo>
                <a:lnTo>
                  <a:pt x="7389545" y="3175"/>
                </a:lnTo>
                <a:lnTo>
                  <a:pt x="7457807" y="0"/>
                </a:lnTo>
                <a:lnTo>
                  <a:pt x="7526070" y="3175"/>
                </a:lnTo>
                <a:lnTo>
                  <a:pt x="7586395" y="9525"/>
                </a:lnTo>
                <a:lnTo>
                  <a:pt x="7638782" y="20637"/>
                </a:lnTo>
                <a:lnTo>
                  <a:pt x="7684820" y="36512"/>
                </a:lnTo>
                <a:lnTo>
                  <a:pt x="7726095" y="52387"/>
                </a:lnTo>
                <a:lnTo>
                  <a:pt x="7762607" y="68262"/>
                </a:lnTo>
                <a:lnTo>
                  <a:pt x="7800707" y="87312"/>
                </a:lnTo>
                <a:lnTo>
                  <a:pt x="7838807" y="106362"/>
                </a:lnTo>
                <a:lnTo>
                  <a:pt x="7875320" y="125412"/>
                </a:lnTo>
                <a:lnTo>
                  <a:pt x="7916595" y="141287"/>
                </a:lnTo>
                <a:lnTo>
                  <a:pt x="7962632" y="155575"/>
                </a:lnTo>
                <a:lnTo>
                  <a:pt x="8015020" y="166687"/>
                </a:lnTo>
                <a:lnTo>
                  <a:pt x="8075345" y="174625"/>
                </a:lnTo>
                <a:lnTo>
                  <a:pt x="8143607" y="176212"/>
                </a:lnTo>
                <a:lnTo>
                  <a:pt x="8211870" y="174625"/>
                </a:lnTo>
                <a:lnTo>
                  <a:pt x="8272195" y="166687"/>
                </a:lnTo>
                <a:lnTo>
                  <a:pt x="8324582" y="155575"/>
                </a:lnTo>
                <a:lnTo>
                  <a:pt x="8370620" y="141287"/>
                </a:lnTo>
                <a:lnTo>
                  <a:pt x="8411895" y="125412"/>
                </a:lnTo>
                <a:lnTo>
                  <a:pt x="8448407" y="106362"/>
                </a:lnTo>
                <a:lnTo>
                  <a:pt x="8486507" y="87312"/>
                </a:lnTo>
                <a:lnTo>
                  <a:pt x="8524607" y="68262"/>
                </a:lnTo>
                <a:lnTo>
                  <a:pt x="8561119" y="52387"/>
                </a:lnTo>
                <a:lnTo>
                  <a:pt x="8602395" y="36512"/>
                </a:lnTo>
                <a:lnTo>
                  <a:pt x="8648431" y="20637"/>
                </a:lnTo>
                <a:lnTo>
                  <a:pt x="8700819" y="9525"/>
                </a:lnTo>
                <a:lnTo>
                  <a:pt x="8761145" y="3175"/>
                </a:lnTo>
                <a:lnTo>
                  <a:pt x="8827819" y="0"/>
                </a:lnTo>
                <a:lnTo>
                  <a:pt x="8897669" y="3175"/>
                </a:lnTo>
                <a:lnTo>
                  <a:pt x="8957995" y="9525"/>
                </a:lnTo>
                <a:lnTo>
                  <a:pt x="9010381" y="20637"/>
                </a:lnTo>
                <a:lnTo>
                  <a:pt x="9056419" y="36512"/>
                </a:lnTo>
                <a:lnTo>
                  <a:pt x="9097695" y="52387"/>
                </a:lnTo>
                <a:lnTo>
                  <a:pt x="9134207" y="68262"/>
                </a:lnTo>
                <a:lnTo>
                  <a:pt x="9172307" y="87312"/>
                </a:lnTo>
                <a:lnTo>
                  <a:pt x="9210407" y="106362"/>
                </a:lnTo>
                <a:lnTo>
                  <a:pt x="9246919" y="125412"/>
                </a:lnTo>
                <a:lnTo>
                  <a:pt x="9288195" y="141287"/>
                </a:lnTo>
                <a:lnTo>
                  <a:pt x="9334231" y="155575"/>
                </a:lnTo>
                <a:lnTo>
                  <a:pt x="9386619" y="166687"/>
                </a:lnTo>
                <a:lnTo>
                  <a:pt x="9446945" y="174625"/>
                </a:lnTo>
                <a:lnTo>
                  <a:pt x="9515207" y="176212"/>
                </a:lnTo>
                <a:lnTo>
                  <a:pt x="9583469" y="174625"/>
                </a:lnTo>
                <a:lnTo>
                  <a:pt x="9643795" y="166687"/>
                </a:lnTo>
                <a:lnTo>
                  <a:pt x="9696181" y="155575"/>
                </a:lnTo>
                <a:lnTo>
                  <a:pt x="9742219" y="141287"/>
                </a:lnTo>
                <a:lnTo>
                  <a:pt x="9783495" y="125412"/>
                </a:lnTo>
                <a:lnTo>
                  <a:pt x="9820007" y="106362"/>
                </a:lnTo>
                <a:lnTo>
                  <a:pt x="9896207" y="68262"/>
                </a:lnTo>
                <a:lnTo>
                  <a:pt x="9932719" y="52387"/>
                </a:lnTo>
                <a:lnTo>
                  <a:pt x="9973995" y="36512"/>
                </a:lnTo>
                <a:lnTo>
                  <a:pt x="10020031" y="20637"/>
                </a:lnTo>
                <a:lnTo>
                  <a:pt x="10072419" y="9525"/>
                </a:lnTo>
                <a:lnTo>
                  <a:pt x="10132745" y="3175"/>
                </a:lnTo>
                <a:lnTo>
                  <a:pt x="10201007" y="0"/>
                </a:lnTo>
                <a:lnTo>
                  <a:pt x="10269269" y="3175"/>
                </a:lnTo>
                <a:lnTo>
                  <a:pt x="10329595" y="9525"/>
                </a:lnTo>
                <a:lnTo>
                  <a:pt x="10381981" y="20637"/>
                </a:lnTo>
                <a:lnTo>
                  <a:pt x="10428019" y="36512"/>
                </a:lnTo>
                <a:lnTo>
                  <a:pt x="10469295" y="52387"/>
                </a:lnTo>
                <a:lnTo>
                  <a:pt x="10505807" y="68262"/>
                </a:lnTo>
                <a:lnTo>
                  <a:pt x="10543907" y="87312"/>
                </a:lnTo>
                <a:lnTo>
                  <a:pt x="10582007" y="106362"/>
                </a:lnTo>
                <a:lnTo>
                  <a:pt x="10618519" y="125412"/>
                </a:lnTo>
                <a:lnTo>
                  <a:pt x="10659795" y="141287"/>
                </a:lnTo>
                <a:lnTo>
                  <a:pt x="10705831" y="155575"/>
                </a:lnTo>
                <a:lnTo>
                  <a:pt x="10758219" y="166687"/>
                </a:lnTo>
                <a:lnTo>
                  <a:pt x="10818545" y="174625"/>
                </a:lnTo>
                <a:lnTo>
                  <a:pt x="10886807" y="176212"/>
                </a:lnTo>
                <a:lnTo>
                  <a:pt x="10955069" y="174625"/>
                </a:lnTo>
                <a:lnTo>
                  <a:pt x="11015395" y="166687"/>
                </a:lnTo>
                <a:lnTo>
                  <a:pt x="11067781" y="155575"/>
                </a:lnTo>
                <a:lnTo>
                  <a:pt x="11113819" y="141287"/>
                </a:lnTo>
                <a:lnTo>
                  <a:pt x="11155095" y="125412"/>
                </a:lnTo>
                <a:lnTo>
                  <a:pt x="11191607" y="106362"/>
                </a:lnTo>
                <a:lnTo>
                  <a:pt x="11229707" y="87312"/>
                </a:lnTo>
                <a:lnTo>
                  <a:pt x="11267807" y="68262"/>
                </a:lnTo>
                <a:lnTo>
                  <a:pt x="11304319" y="52387"/>
                </a:lnTo>
                <a:lnTo>
                  <a:pt x="11345595" y="36512"/>
                </a:lnTo>
                <a:lnTo>
                  <a:pt x="11391631" y="20637"/>
                </a:lnTo>
                <a:lnTo>
                  <a:pt x="11444019" y="9525"/>
                </a:lnTo>
                <a:lnTo>
                  <a:pt x="11504345" y="3175"/>
                </a:lnTo>
                <a:lnTo>
                  <a:pt x="11572607" y="0"/>
                </a:lnTo>
                <a:lnTo>
                  <a:pt x="11640869" y="3175"/>
                </a:lnTo>
                <a:lnTo>
                  <a:pt x="11701195" y="9525"/>
                </a:lnTo>
                <a:lnTo>
                  <a:pt x="11753581" y="20637"/>
                </a:lnTo>
                <a:lnTo>
                  <a:pt x="11799619" y="36512"/>
                </a:lnTo>
                <a:lnTo>
                  <a:pt x="11840895" y="52387"/>
                </a:lnTo>
                <a:lnTo>
                  <a:pt x="11877407" y="68262"/>
                </a:lnTo>
                <a:lnTo>
                  <a:pt x="11915507" y="87312"/>
                </a:lnTo>
                <a:lnTo>
                  <a:pt x="11953607" y="106362"/>
                </a:lnTo>
                <a:lnTo>
                  <a:pt x="11990119" y="125412"/>
                </a:lnTo>
                <a:lnTo>
                  <a:pt x="12031395" y="141287"/>
                </a:lnTo>
                <a:lnTo>
                  <a:pt x="12077431" y="155575"/>
                </a:lnTo>
                <a:lnTo>
                  <a:pt x="12129819" y="166688"/>
                </a:lnTo>
                <a:lnTo>
                  <a:pt x="12190145" y="174625"/>
                </a:lnTo>
                <a:lnTo>
                  <a:pt x="12191996" y="174668"/>
                </a:lnTo>
                <a:lnTo>
                  <a:pt x="12191996" y="1931671"/>
                </a:lnTo>
                <a:lnTo>
                  <a:pt x="0" y="1931671"/>
                </a:lnTo>
                <a:lnTo>
                  <a:pt x="0" y="174668"/>
                </a:lnTo>
                <a:lnTo>
                  <a:pt x="1851" y="174625"/>
                </a:lnTo>
                <a:lnTo>
                  <a:pt x="62176" y="166687"/>
                </a:lnTo>
                <a:lnTo>
                  <a:pt x="114563" y="155575"/>
                </a:lnTo>
                <a:lnTo>
                  <a:pt x="160601" y="141287"/>
                </a:lnTo>
                <a:lnTo>
                  <a:pt x="201876" y="125412"/>
                </a:lnTo>
                <a:lnTo>
                  <a:pt x="238388" y="106362"/>
                </a:lnTo>
                <a:lnTo>
                  <a:pt x="276488" y="87312"/>
                </a:lnTo>
                <a:lnTo>
                  <a:pt x="314588" y="68262"/>
                </a:lnTo>
                <a:lnTo>
                  <a:pt x="351101" y="52387"/>
                </a:lnTo>
                <a:lnTo>
                  <a:pt x="392376" y="36512"/>
                </a:lnTo>
                <a:lnTo>
                  <a:pt x="438413" y="20637"/>
                </a:lnTo>
                <a:lnTo>
                  <a:pt x="490801" y="9525"/>
                </a:lnTo>
                <a:lnTo>
                  <a:pt x="551126" y="3175"/>
                </a:lnTo>
                <a:lnTo>
                  <a:pt x="619388" y="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9957036-C837-4C4C-BBF0-4A0EC52A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5102540"/>
          </a:xfrm>
          <a:custGeom>
            <a:avLst/>
            <a:gdLst>
              <a:gd name="connsiteX0" fmla="*/ 0 w 12191996"/>
              <a:gd name="connsiteY0" fmla="*/ 0 h 5102540"/>
              <a:gd name="connsiteX1" fmla="*/ 12191996 w 12191996"/>
              <a:gd name="connsiteY1" fmla="*/ 0 h 5102540"/>
              <a:gd name="connsiteX2" fmla="*/ 12191996 w 12191996"/>
              <a:gd name="connsiteY2" fmla="*/ 5100996 h 5102540"/>
              <a:gd name="connsiteX3" fmla="*/ 12190145 w 12191996"/>
              <a:gd name="connsiteY3" fmla="*/ 5100953 h 5102540"/>
              <a:gd name="connsiteX4" fmla="*/ 12129819 w 12191996"/>
              <a:gd name="connsiteY4" fmla="*/ 5093016 h 5102540"/>
              <a:gd name="connsiteX5" fmla="*/ 12077431 w 12191996"/>
              <a:gd name="connsiteY5" fmla="*/ 5081903 h 5102540"/>
              <a:gd name="connsiteX6" fmla="*/ 12031395 w 12191996"/>
              <a:gd name="connsiteY6" fmla="*/ 5067615 h 5102540"/>
              <a:gd name="connsiteX7" fmla="*/ 11990119 w 12191996"/>
              <a:gd name="connsiteY7" fmla="*/ 5051740 h 5102540"/>
              <a:gd name="connsiteX8" fmla="*/ 11953607 w 12191996"/>
              <a:gd name="connsiteY8" fmla="*/ 5032690 h 5102540"/>
              <a:gd name="connsiteX9" fmla="*/ 11915507 w 12191996"/>
              <a:gd name="connsiteY9" fmla="*/ 5013640 h 5102540"/>
              <a:gd name="connsiteX10" fmla="*/ 11877407 w 12191996"/>
              <a:gd name="connsiteY10" fmla="*/ 4994590 h 5102540"/>
              <a:gd name="connsiteX11" fmla="*/ 11840895 w 12191996"/>
              <a:gd name="connsiteY11" fmla="*/ 4978715 h 5102540"/>
              <a:gd name="connsiteX12" fmla="*/ 11799619 w 12191996"/>
              <a:gd name="connsiteY12" fmla="*/ 4962840 h 5102540"/>
              <a:gd name="connsiteX13" fmla="*/ 11753581 w 12191996"/>
              <a:gd name="connsiteY13" fmla="*/ 4946965 h 5102540"/>
              <a:gd name="connsiteX14" fmla="*/ 11701195 w 12191996"/>
              <a:gd name="connsiteY14" fmla="*/ 4935853 h 5102540"/>
              <a:gd name="connsiteX15" fmla="*/ 11640869 w 12191996"/>
              <a:gd name="connsiteY15" fmla="*/ 4929503 h 5102540"/>
              <a:gd name="connsiteX16" fmla="*/ 11572607 w 12191996"/>
              <a:gd name="connsiteY16" fmla="*/ 4926328 h 5102540"/>
              <a:gd name="connsiteX17" fmla="*/ 11504345 w 12191996"/>
              <a:gd name="connsiteY17" fmla="*/ 4929503 h 5102540"/>
              <a:gd name="connsiteX18" fmla="*/ 11444019 w 12191996"/>
              <a:gd name="connsiteY18" fmla="*/ 4935853 h 5102540"/>
              <a:gd name="connsiteX19" fmla="*/ 11391631 w 12191996"/>
              <a:gd name="connsiteY19" fmla="*/ 4946965 h 5102540"/>
              <a:gd name="connsiteX20" fmla="*/ 11345595 w 12191996"/>
              <a:gd name="connsiteY20" fmla="*/ 4962840 h 5102540"/>
              <a:gd name="connsiteX21" fmla="*/ 11304319 w 12191996"/>
              <a:gd name="connsiteY21" fmla="*/ 4978715 h 5102540"/>
              <a:gd name="connsiteX22" fmla="*/ 11267807 w 12191996"/>
              <a:gd name="connsiteY22" fmla="*/ 4994590 h 5102540"/>
              <a:gd name="connsiteX23" fmla="*/ 11229707 w 12191996"/>
              <a:gd name="connsiteY23" fmla="*/ 5013640 h 5102540"/>
              <a:gd name="connsiteX24" fmla="*/ 11191607 w 12191996"/>
              <a:gd name="connsiteY24" fmla="*/ 5032690 h 5102540"/>
              <a:gd name="connsiteX25" fmla="*/ 11155095 w 12191996"/>
              <a:gd name="connsiteY25" fmla="*/ 5051740 h 5102540"/>
              <a:gd name="connsiteX26" fmla="*/ 11113819 w 12191996"/>
              <a:gd name="connsiteY26" fmla="*/ 5067615 h 5102540"/>
              <a:gd name="connsiteX27" fmla="*/ 11067781 w 12191996"/>
              <a:gd name="connsiteY27" fmla="*/ 5081903 h 5102540"/>
              <a:gd name="connsiteX28" fmla="*/ 11015395 w 12191996"/>
              <a:gd name="connsiteY28" fmla="*/ 5093015 h 5102540"/>
              <a:gd name="connsiteX29" fmla="*/ 10955069 w 12191996"/>
              <a:gd name="connsiteY29" fmla="*/ 5100953 h 5102540"/>
              <a:gd name="connsiteX30" fmla="*/ 10886807 w 12191996"/>
              <a:gd name="connsiteY30" fmla="*/ 5102540 h 5102540"/>
              <a:gd name="connsiteX31" fmla="*/ 10818545 w 12191996"/>
              <a:gd name="connsiteY31" fmla="*/ 5100953 h 5102540"/>
              <a:gd name="connsiteX32" fmla="*/ 10758219 w 12191996"/>
              <a:gd name="connsiteY32" fmla="*/ 5093015 h 5102540"/>
              <a:gd name="connsiteX33" fmla="*/ 10705831 w 12191996"/>
              <a:gd name="connsiteY33" fmla="*/ 5081903 h 5102540"/>
              <a:gd name="connsiteX34" fmla="*/ 10659795 w 12191996"/>
              <a:gd name="connsiteY34" fmla="*/ 5067615 h 5102540"/>
              <a:gd name="connsiteX35" fmla="*/ 10618519 w 12191996"/>
              <a:gd name="connsiteY35" fmla="*/ 5051740 h 5102540"/>
              <a:gd name="connsiteX36" fmla="*/ 10582007 w 12191996"/>
              <a:gd name="connsiteY36" fmla="*/ 5032690 h 5102540"/>
              <a:gd name="connsiteX37" fmla="*/ 10543907 w 12191996"/>
              <a:gd name="connsiteY37" fmla="*/ 5013640 h 5102540"/>
              <a:gd name="connsiteX38" fmla="*/ 10505807 w 12191996"/>
              <a:gd name="connsiteY38" fmla="*/ 4994590 h 5102540"/>
              <a:gd name="connsiteX39" fmla="*/ 10469295 w 12191996"/>
              <a:gd name="connsiteY39" fmla="*/ 4978715 h 5102540"/>
              <a:gd name="connsiteX40" fmla="*/ 10428019 w 12191996"/>
              <a:gd name="connsiteY40" fmla="*/ 4962840 h 5102540"/>
              <a:gd name="connsiteX41" fmla="*/ 10381981 w 12191996"/>
              <a:gd name="connsiteY41" fmla="*/ 4946965 h 5102540"/>
              <a:gd name="connsiteX42" fmla="*/ 10329595 w 12191996"/>
              <a:gd name="connsiteY42" fmla="*/ 4935853 h 5102540"/>
              <a:gd name="connsiteX43" fmla="*/ 10269269 w 12191996"/>
              <a:gd name="connsiteY43" fmla="*/ 4929503 h 5102540"/>
              <a:gd name="connsiteX44" fmla="*/ 10201007 w 12191996"/>
              <a:gd name="connsiteY44" fmla="*/ 4926328 h 5102540"/>
              <a:gd name="connsiteX45" fmla="*/ 10132745 w 12191996"/>
              <a:gd name="connsiteY45" fmla="*/ 4929503 h 5102540"/>
              <a:gd name="connsiteX46" fmla="*/ 10072419 w 12191996"/>
              <a:gd name="connsiteY46" fmla="*/ 4935853 h 5102540"/>
              <a:gd name="connsiteX47" fmla="*/ 10020031 w 12191996"/>
              <a:gd name="connsiteY47" fmla="*/ 4946965 h 5102540"/>
              <a:gd name="connsiteX48" fmla="*/ 9973995 w 12191996"/>
              <a:gd name="connsiteY48" fmla="*/ 4962840 h 5102540"/>
              <a:gd name="connsiteX49" fmla="*/ 9932719 w 12191996"/>
              <a:gd name="connsiteY49" fmla="*/ 4978715 h 5102540"/>
              <a:gd name="connsiteX50" fmla="*/ 9896207 w 12191996"/>
              <a:gd name="connsiteY50" fmla="*/ 4994590 h 5102540"/>
              <a:gd name="connsiteX51" fmla="*/ 9820007 w 12191996"/>
              <a:gd name="connsiteY51" fmla="*/ 5032690 h 5102540"/>
              <a:gd name="connsiteX52" fmla="*/ 9783495 w 12191996"/>
              <a:gd name="connsiteY52" fmla="*/ 5051740 h 5102540"/>
              <a:gd name="connsiteX53" fmla="*/ 9742219 w 12191996"/>
              <a:gd name="connsiteY53" fmla="*/ 5067615 h 5102540"/>
              <a:gd name="connsiteX54" fmla="*/ 9696181 w 12191996"/>
              <a:gd name="connsiteY54" fmla="*/ 5081903 h 5102540"/>
              <a:gd name="connsiteX55" fmla="*/ 9643795 w 12191996"/>
              <a:gd name="connsiteY55" fmla="*/ 5093015 h 5102540"/>
              <a:gd name="connsiteX56" fmla="*/ 9583469 w 12191996"/>
              <a:gd name="connsiteY56" fmla="*/ 5100953 h 5102540"/>
              <a:gd name="connsiteX57" fmla="*/ 9515207 w 12191996"/>
              <a:gd name="connsiteY57" fmla="*/ 5102540 h 5102540"/>
              <a:gd name="connsiteX58" fmla="*/ 9446945 w 12191996"/>
              <a:gd name="connsiteY58" fmla="*/ 5100953 h 5102540"/>
              <a:gd name="connsiteX59" fmla="*/ 9386619 w 12191996"/>
              <a:gd name="connsiteY59" fmla="*/ 5093015 h 5102540"/>
              <a:gd name="connsiteX60" fmla="*/ 9334231 w 12191996"/>
              <a:gd name="connsiteY60" fmla="*/ 5081903 h 5102540"/>
              <a:gd name="connsiteX61" fmla="*/ 9288195 w 12191996"/>
              <a:gd name="connsiteY61" fmla="*/ 5067615 h 5102540"/>
              <a:gd name="connsiteX62" fmla="*/ 9246919 w 12191996"/>
              <a:gd name="connsiteY62" fmla="*/ 5051740 h 5102540"/>
              <a:gd name="connsiteX63" fmla="*/ 9210407 w 12191996"/>
              <a:gd name="connsiteY63" fmla="*/ 5032690 h 5102540"/>
              <a:gd name="connsiteX64" fmla="*/ 9172307 w 12191996"/>
              <a:gd name="connsiteY64" fmla="*/ 5013640 h 5102540"/>
              <a:gd name="connsiteX65" fmla="*/ 9134207 w 12191996"/>
              <a:gd name="connsiteY65" fmla="*/ 4994590 h 5102540"/>
              <a:gd name="connsiteX66" fmla="*/ 9097695 w 12191996"/>
              <a:gd name="connsiteY66" fmla="*/ 4978715 h 5102540"/>
              <a:gd name="connsiteX67" fmla="*/ 9056419 w 12191996"/>
              <a:gd name="connsiteY67" fmla="*/ 4962840 h 5102540"/>
              <a:gd name="connsiteX68" fmla="*/ 9010381 w 12191996"/>
              <a:gd name="connsiteY68" fmla="*/ 4946965 h 5102540"/>
              <a:gd name="connsiteX69" fmla="*/ 8957995 w 12191996"/>
              <a:gd name="connsiteY69" fmla="*/ 4935853 h 5102540"/>
              <a:gd name="connsiteX70" fmla="*/ 8897669 w 12191996"/>
              <a:gd name="connsiteY70" fmla="*/ 4929503 h 5102540"/>
              <a:gd name="connsiteX71" fmla="*/ 8827819 w 12191996"/>
              <a:gd name="connsiteY71" fmla="*/ 4926328 h 5102540"/>
              <a:gd name="connsiteX72" fmla="*/ 8761145 w 12191996"/>
              <a:gd name="connsiteY72" fmla="*/ 4929503 h 5102540"/>
              <a:gd name="connsiteX73" fmla="*/ 8700819 w 12191996"/>
              <a:gd name="connsiteY73" fmla="*/ 4935853 h 5102540"/>
              <a:gd name="connsiteX74" fmla="*/ 8648431 w 12191996"/>
              <a:gd name="connsiteY74" fmla="*/ 4946965 h 5102540"/>
              <a:gd name="connsiteX75" fmla="*/ 8602395 w 12191996"/>
              <a:gd name="connsiteY75" fmla="*/ 4962840 h 5102540"/>
              <a:gd name="connsiteX76" fmla="*/ 8561119 w 12191996"/>
              <a:gd name="connsiteY76" fmla="*/ 4978715 h 5102540"/>
              <a:gd name="connsiteX77" fmla="*/ 8524607 w 12191996"/>
              <a:gd name="connsiteY77" fmla="*/ 4994590 h 5102540"/>
              <a:gd name="connsiteX78" fmla="*/ 8486507 w 12191996"/>
              <a:gd name="connsiteY78" fmla="*/ 5013640 h 5102540"/>
              <a:gd name="connsiteX79" fmla="*/ 8448407 w 12191996"/>
              <a:gd name="connsiteY79" fmla="*/ 5032690 h 5102540"/>
              <a:gd name="connsiteX80" fmla="*/ 8411895 w 12191996"/>
              <a:gd name="connsiteY80" fmla="*/ 5051740 h 5102540"/>
              <a:gd name="connsiteX81" fmla="*/ 8370620 w 12191996"/>
              <a:gd name="connsiteY81" fmla="*/ 5067615 h 5102540"/>
              <a:gd name="connsiteX82" fmla="*/ 8324582 w 12191996"/>
              <a:gd name="connsiteY82" fmla="*/ 5081903 h 5102540"/>
              <a:gd name="connsiteX83" fmla="*/ 8272195 w 12191996"/>
              <a:gd name="connsiteY83" fmla="*/ 5093015 h 5102540"/>
              <a:gd name="connsiteX84" fmla="*/ 8211870 w 12191996"/>
              <a:gd name="connsiteY84" fmla="*/ 5100953 h 5102540"/>
              <a:gd name="connsiteX85" fmla="*/ 8143607 w 12191996"/>
              <a:gd name="connsiteY85" fmla="*/ 5102540 h 5102540"/>
              <a:gd name="connsiteX86" fmla="*/ 8075345 w 12191996"/>
              <a:gd name="connsiteY86" fmla="*/ 5100953 h 5102540"/>
              <a:gd name="connsiteX87" fmla="*/ 8015020 w 12191996"/>
              <a:gd name="connsiteY87" fmla="*/ 5093015 h 5102540"/>
              <a:gd name="connsiteX88" fmla="*/ 7962632 w 12191996"/>
              <a:gd name="connsiteY88" fmla="*/ 5081903 h 5102540"/>
              <a:gd name="connsiteX89" fmla="*/ 7916595 w 12191996"/>
              <a:gd name="connsiteY89" fmla="*/ 5067615 h 5102540"/>
              <a:gd name="connsiteX90" fmla="*/ 7875320 w 12191996"/>
              <a:gd name="connsiteY90" fmla="*/ 5051740 h 5102540"/>
              <a:gd name="connsiteX91" fmla="*/ 7838807 w 12191996"/>
              <a:gd name="connsiteY91" fmla="*/ 5032690 h 5102540"/>
              <a:gd name="connsiteX92" fmla="*/ 7800707 w 12191996"/>
              <a:gd name="connsiteY92" fmla="*/ 5013640 h 5102540"/>
              <a:gd name="connsiteX93" fmla="*/ 7762607 w 12191996"/>
              <a:gd name="connsiteY93" fmla="*/ 4994590 h 5102540"/>
              <a:gd name="connsiteX94" fmla="*/ 7726095 w 12191996"/>
              <a:gd name="connsiteY94" fmla="*/ 4978715 h 5102540"/>
              <a:gd name="connsiteX95" fmla="*/ 7684820 w 12191996"/>
              <a:gd name="connsiteY95" fmla="*/ 4962840 h 5102540"/>
              <a:gd name="connsiteX96" fmla="*/ 7638782 w 12191996"/>
              <a:gd name="connsiteY96" fmla="*/ 4946965 h 5102540"/>
              <a:gd name="connsiteX97" fmla="*/ 7586395 w 12191996"/>
              <a:gd name="connsiteY97" fmla="*/ 4935853 h 5102540"/>
              <a:gd name="connsiteX98" fmla="*/ 7526070 w 12191996"/>
              <a:gd name="connsiteY98" fmla="*/ 4929503 h 5102540"/>
              <a:gd name="connsiteX99" fmla="*/ 7457807 w 12191996"/>
              <a:gd name="connsiteY99" fmla="*/ 4926328 h 5102540"/>
              <a:gd name="connsiteX100" fmla="*/ 7389545 w 12191996"/>
              <a:gd name="connsiteY100" fmla="*/ 4929503 h 5102540"/>
              <a:gd name="connsiteX101" fmla="*/ 7329220 w 12191996"/>
              <a:gd name="connsiteY101" fmla="*/ 4935853 h 5102540"/>
              <a:gd name="connsiteX102" fmla="*/ 7276832 w 12191996"/>
              <a:gd name="connsiteY102" fmla="*/ 4946965 h 5102540"/>
              <a:gd name="connsiteX103" fmla="*/ 7230795 w 12191996"/>
              <a:gd name="connsiteY103" fmla="*/ 4962840 h 5102540"/>
              <a:gd name="connsiteX104" fmla="*/ 7189520 w 12191996"/>
              <a:gd name="connsiteY104" fmla="*/ 4978715 h 5102540"/>
              <a:gd name="connsiteX105" fmla="*/ 7153007 w 12191996"/>
              <a:gd name="connsiteY105" fmla="*/ 4994590 h 5102540"/>
              <a:gd name="connsiteX106" fmla="*/ 7114907 w 12191996"/>
              <a:gd name="connsiteY106" fmla="*/ 5013640 h 5102540"/>
              <a:gd name="connsiteX107" fmla="*/ 7076807 w 12191996"/>
              <a:gd name="connsiteY107" fmla="*/ 5032690 h 5102540"/>
              <a:gd name="connsiteX108" fmla="*/ 7040295 w 12191996"/>
              <a:gd name="connsiteY108" fmla="*/ 5051740 h 5102540"/>
              <a:gd name="connsiteX109" fmla="*/ 6999020 w 12191996"/>
              <a:gd name="connsiteY109" fmla="*/ 5067615 h 5102540"/>
              <a:gd name="connsiteX110" fmla="*/ 6952982 w 12191996"/>
              <a:gd name="connsiteY110" fmla="*/ 5081903 h 5102540"/>
              <a:gd name="connsiteX111" fmla="*/ 6900595 w 12191996"/>
              <a:gd name="connsiteY111" fmla="*/ 5093015 h 5102540"/>
              <a:gd name="connsiteX112" fmla="*/ 6840270 w 12191996"/>
              <a:gd name="connsiteY112" fmla="*/ 5100953 h 5102540"/>
              <a:gd name="connsiteX113" fmla="*/ 6781798 w 12191996"/>
              <a:gd name="connsiteY113" fmla="*/ 5102313 h 5102540"/>
              <a:gd name="connsiteX114" fmla="*/ 6723326 w 12191996"/>
              <a:gd name="connsiteY114" fmla="*/ 5100953 h 5102540"/>
              <a:gd name="connsiteX115" fmla="*/ 6663001 w 12191996"/>
              <a:gd name="connsiteY115" fmla="*/ 5093015 h 5102540"/>
              <a:gd name="connsiteX116" fmla="*/ 6610613 w 12191996"/>
              <a:gd name="connsiteY116" fmla="*/ 5081903 h 5102540"/>
              <a:gd name="connsiteX117" fmla="*/ 6564576 w 12191996"/>
              <a:gd name="connsiteY117" fmla="*/ 5067615 h 5102540"/>
              <a:gd name="connsiteX118" fmla="*/ 6523301 w 12191996"/>
              <a:gd name="connsiteY118" fmla="*/ 5051740 h 5102540"/>
              <a:gd name="connsiteX119" fmla="*/ 6486788 w 12191996"/>
              <a:gd name="connsiteY119" fmla="*/ 5032690 h 5102540"/>
              <a:gd name="connsiteX120" fmla="*/ 6448688 w 12191996"/>
              <a:gd name="connsiteY120" fmla="*/ 5013640 h 5102540"/>
              <a:gd name="connsiteX121" fmla="*/ 6410588 w 12191996"/>
              <a:gd name="connsiteY121" fmla="*/ 4994590 h 5102540"/>
              <a:gd name="connsiteX122" fmla="*/ 6374076 w 12191996"/>
              <a:gd name="connsiteY122" fmla="*/ 4978715 h 5102540"/>
              <a:gd name="connsiteX123" fmla="*/ 6332801 w 12191996"/>
              <a:gd name="connsiteY123" fmla="*/ 4962840 h 5102540"/>
              <a:gd name="connsiteX124" fmla="*/ 6286763 w 12191996"/>
              <a:gd name="connsiteY124" fmla="*/ 4946965 h 5102540"/>
              <a:gd name="connsiteX125" fmla="*/ 6234376 w 12191996"/>
              <a:gd name="connsiteY125" fmla="*/ 4935853 h 5102540"/>
              <a:gd name="connsiteX126" fmla="*/ 6174051 w 12191996"/>
              <a:gd name="connsiteY126" fmla="*/ 4929503 h 5102540"/>
              <a:gd name="connsiteX127" fmla="*/ 6105788 w 12191996"/>
              <a:gd name="connsiteY127" fmla="*/ 4926328 h 5102540"/>
              <a:gd name="connsiteX128" fmla="*/ 6095998 w 12191996"/>
              <a:gd name="connsiteY128" fmla="*/ 4926783 h 5102540"/>
              <a:gd name="connsiteX129" fmla="*/ 6086208 w 12191996"/>
              <a:gd name="connsiteY129" fmla="*/ 4926328 h 5102540"/>
              <a:gd name="connsiteX130" fmla="*/ 6017946 w 12191996"/>
              <a:gd name="connsiteY130" fmla="*/ 4929503 h 5102540"/>
              <a:gd name="connsiteX131" fmla="*/ 5957620 w 12191996"/>
              <a:gd name="connsiteY131" fmla="*/ 4935853 h 5102540"/>
              <a:gd name="connsiteX132" fmla="*/ 5905233 w 12191996"/>
              <a:gd name="connsiteY132" fmla="*/ 4946965 h 5102540"/>
              <a:gd name="connsiteX133" fmla="*/ 5859195 w 12191996"/>
              <a:gd name="connsiteY133" fmla="*/ 4962840 h 5102540"/>
              <a:gd name="connsiteX134" fmla="*/ 5817920 w 12191996"/>
              <a:gd name="connsiteY134" fmla="*/ 4978715 h 5102540"/>
              <a:gd name="connsiteX135" fmla="*/ 5781407 w 12191996"/>
              <a:gd name="connsiteY135" fmla="*/ 4994590 h 5102540"/>
              <a:gd name="connsiteX136" fmla="*/ 5743307 w 12191996"/>
              <a:gd name="connsiteY136" fmla="*/ 5013640 h 5102540"/>
              <a:gd name="connsiteX137" fmla="*/ 5705208 w 12191996"/>
              <a:gd name="connsiteY137" fmla="*/ 5032690 h 5102540"/>
              <a:gd name="connsiteX138" fmla="*/ 5668695 w 12191996"/>
              <a:gd name="connsiteY138" fmla="*/ 5051740 h 5102540"/>
              <a:gd name="connsiteX139" fmla="*/ 5627420 w 12191996"/>
              <a:gd name="connsiteY139" fmla="*/ 5067615 h 5102540"/>
              <a:gd name="connsiteX140" fmla="*/ 5581382 w 12191996"/>
              <a:gd name="connsiteY140" fmla="*/ 5081903 h 5102540"/>
              <a:gd name="connsiteX141" fmla="*/ 5528995 w 12191996"/>
              <a:gd name="connsiteY141" fmla="*/ 5093015 h 5102540"/>
              <a:gd name="connsiteX142" fmla="*/ 5468670 w 12191996"/>
              <a:gd name="connsiteY142" fmla="*/ 5100953 h 5102540"/>
              <a:gd name="connsiteX143" fmla="*/ 5410198 w 12191996"/>
              <a:gd name="connsiteY143" fmla="*/ 5102313 h 5102540"/>
              <a:gd name="connsiteX144" fmla="*/ 5351726 w 12191996"/>
              <a:gd name="connsiteY144" fmla="*/ 5100953 h 5102540"/>
              <a:gd name="connsiteX145" fmla="*/ 5291400 w 12191996"/>
              <a:gd name="connsiteY145" fmla="*/ 5093015 h 5102540"/>
              <a:gd name="connsiteX146" fmla="*/ 5239013 w 12191996"/>
              <a:gd name="connsiteY146" fmla="*/ 5081903 h 5102540"/>
              <a:gd name="connsiteX147" fmla="*/ 5192976 w 12191996"/>
              <a:gd name="connsiteY147" fmla="*/ 5067615 h 5102540"/>
              <a:gd name="connsiteX148" fmla="*/ 5151700 w 12191996"/>
              <a:gd name="connsiteY148" fmla="*/ 5051740 h 5102540"/>
              <a:gd name="connsiteX149" fmla="*/ 5115188 w 12191996"/>
              <a:gd name="connsiteY149" fmla="*/ 5032690 h 5102540"/>
              <a:gd name="connsiteX150" fmla="*/ 5077089 w 12191996"/>
              <a:gd name="connsiteY150" fmla="*/ 5013640 h 5102540"/>
              <a:gd name="connsiteX151" fmla="*/ 5038988 w 12191996"/>
              <a:gd name="connsiteY151" fmla="*/ 4994590 h 5102540"/>
              <a:gd name="connsiteX152" fmla="*/ 5002476 w 12191996"/>
              <a:gd name="connsiteY152" fmla="*/ 4978715 h 5102540"/>
              <a:gd name="connsiteX153" fmla="*/ 4961200 w 12191996"/>
              <a:gd name="connsiteY153" fmla="*/ 4962840 h 5102540"/>
              <a:gd name="connsiteX154" fmla="*/ 4915164 w 12191996"/>
              <a:gd name="connsiteY154" fmla="*/ 4946965 h 5102540"/>
              <a:gd name="connsiteX155" fmla="*/ 4862776 w 12191996"/>
              <a:gd name="connsiteY155" fmla="*/ 4935853 h 5102540"/>
              <a:gd name="connsiteX156" fmla="*/ 4802452 w 12191996"/>
              <a:gd name="connsiteY156" fmla="*/ 4929503 h 5102540"/>
              <a:gd name="connsiteX157" fmla="*/ 4734188 w 12191996"/>
              <a:gd name="connsiteY157" fmla="*/ 4926328 h 5102540"/>
              <a:gd name="connsiteX158" fmla="*/ 4665927 w 12191996"/>
              <a:gd name="connsiteY158" fmla="*/ 4929503 h 5102540"/>
              <a:gd name="connsiteX159" fmla="*/ 4605601 w 12191996"/>
              <a:gd name="connsiteY159" fmla="*/ 4935853 h 5102540"/>
              <a:gd name="connsiteX160" fmla="*/ 4553214 w 12191996"/>
              <a:gd name="connsiteY160" fmla="*/ 4946965 h 5102540"/>
              <a:gd name="connsiteX161" fmla="*/ 4507176 w 12191996"/>
              <a:gd name="connsiteY161" fmla="*/ 4962840 h 5102540"/>
              <a:gd name="connsiteX162" fmla="*/ 4465901 w 12191996"/>
              <a:gd name="connsiteY162" fmla="*/ 4978715 h 5102540"/>
              <a:gd name="connsiteX163" fmla="*/ 4429388 w 12191996"/>
              <a:gd name="connsiteY163" fmla="*/ 4994590 h 5102540"/>
              <a:gd name="connsiteX164" fmla="*/ 4353188 w 12191996"/>
              <a:gd name="connsiteY164" fmla="*/ 5032690 h 5102540"/>
              <a:gd name="connsiteX165" fmla="*/ 4316676 w 12191996"/>
              <a:gd name="connsiteY165" fmla="*/ 5051740 h 5102540"/>
              <a:gd name="connsiteX166" fmla="*/ 4275401 w 12191996"/>
              <a:gd name="connsiteY166" fmla="*/ 5067615 h 5102540"/>
              <a:gd name="connsiteX167" fmla="*/ 4229363 w 12191996"/>
              <a:gd name="connsiteY167" fmla="*/ 5081903 h 5102540"/>
              <a:gd name="connsiteX168" fmla="*/ 4176976 w 12191996"/>
              <a:gd name="connsiteY168" fmla="*/ 5093015 h 5102540"/>
              <a:gd name="connsiteX169" fmla="*/ 4116651 w 12191996"/>
              <a:gd name="connsiteY169" fmla="*/ 5100953 h 5102540"/>
              <a:gd name="connsiteX170" fmla="*/ 4048388 w 12191996"/>
              <a:gd name="connsiteY170" fmla="*/ 5102540 h 5102540"/>
              <a:gd name="connsiteX171" fmla="*/ 3980126 w 12191996"/>
              <a:gd name="connsiteY171" fmla="*/ 5100953 h 5102540"/>
              <a:gd name="connsiteX172" fmla="*/ 3919801 w 12191996"/>
              <a:gd name="connsiteY172" fmla="*/ 5093015 h 5102540"/>
              <a:gd name="connsiteX173" fmla="*/ 3867413 w 12191996"/>
              <a:gd name="connsiteY173" fmla="*/ 5081903 h 5102540"/>
              <a:gd name="connsiteX174" fmla="*/ 3821376 w 12191996"/>
              <a:gd name="connsiteY174" fmla="*/ 5067615 h 5102540"/>
              <a:gd name="connsiteX175" fmla="*/ 3780101 w 12191996"/>
              <a:gd name="connsiteY175" fmla="*/ 5051740 h 5102540"/>
              <a:gd name="connsiteX176" fmla="*/ 3743588 w 12191996"/>
              <a:gd name="connsiteY176" fmla="*/ 5032690 h 5102540"/>
              <a:gd name="connsiteX177" fmla="*/ 3705488 w 12191996"/>
              <a:gd name="connsiteY177" fmla="*/ 5013640 h 5102540"/>
              <a:gd name="connsiteX178" fmla="*/ 3667388 w 12191996"/>
              <a:gd name="connsiteY178" fmla="*/ 4994590 h 5102540"/>
              <a:gd name="connsiteX179" fmla="*/ 3630876 w 12191996"/>
              <a:gd name="connsiteY179" fmla="*/ 4978715 h 5102540"/>
              <a:gd name="connsiteX180" fmla="*/ 3589601 w 12191996"/>
              <a:gd name="connsiteY180" fmla="*/ 4962840 h 5102540"/>
              <a:gd name="connsiteX181" fmla="*/ 3543563 w 12191996"/>
              <a:gd name="connsiteY181" fmla="*/ 4946965 h 5102540"/>
              <a:gd name="connsiteX182" fmla="*/ 3491176 w 12191996"/>
              <a:gd name="connsiteY182" fmla="*/ 4935853 h 5102540"/>
              <a:gd name="connsiteX183" fmla="*/ 3430851 w 12191996"/>
              <a:gd name="connsiteY183" fmla="*/ 4929503 h 5102540"/>
              <a:gd name="connsiteX184" fmla="*/ 3361001 w 12191996"/>
              <a:gd name="connsiteY184" fmla="*/ 4926328 h 5102540"/>
              <a:gd name="connsiteX185" fmla="*/ 3294326 w 12191996"/>
              <a:gd name="connsiteY185" fmla="*/ 4929503 h 5102540"/>
              <a:gd name="connsiteX186" fmla="*/ 3234001 w 12191996"/>
              <a:gd name="connsiteY186" fmla="*/ 4935853 h 5102540"/>
              <a:gd name="connsiteX187" fmla="*/ 3181613 w 12191996"/>
              <a:gd name="connsiteY187" fmla="*/ 4946965 h 5102540"/>
              <a:gd name="connsiteX188" fmla="*/ 3135576 w 12191996"/>
              <a:gd name="connsiteY188" fmla="*/ 4962840 h 5102540"/>
              <a:gd name="connsiteX189" fmla="*/ 3094301 w 12191996"/>
              <a:gd name="connsiteY189" fmla="*/ 4978715 h 5102540"/>
              <a:gd name="connsiteX190" fmla="*/ 3057788 w 12191996"/>
              <a:gd name="connsiteY190" fmla="*/ 4994590 h 5102540"/>
              <a:gd name="connsiteX191" fmla="*/ 3019688 w 12191996"/>
              <a:gd name="connsiteY191" fmla="*/ 5013640 h 5102540"/>
              <a:gd name="connsiteX192" fmla="*/ 2981588 w 12191996"/>
              <a:gd name="connsiteY192" fmla="*/ 5032690 h 5102540"/>
              <a:gd name="connsiteX193" fmla="*/ 2945076 w 12191996"/>
              <a:gd name="connsiteY193" fmla="*/ 5051740 h 5102540"/>
              <a:gd name="connsiteX194" fmla="*/ 2903801 w 12191996"/>
              <a:gd name="connsiteY194" fmla="*/ 5067615 h 5102540"/>
              <a:gd name="connsiteX195" fmla="*/ 2857763 w 12191996"/>
              <a:gd name="connsiteY195" fmla="*/ 5081903 h 5102540"/>
              <a:gd name="connsiteX196" fmla="*/ 2805376 w 12191996"/>
              <a:gd name="connsiteY196" fmla="*/ 5093015 h 5102540"/>
              <a:gd name="connsiteX197" fmla="*/ 2745051 w 12191996"/>
              <a:gd name="connsiteY197" fmla="*/ 5100953 h 5102540"/>
              <a:gd name="connsiteX198" fmla="*/ 2676788 w 12191996"/>
              <a:gd name="connsiteY198" fmla="*/ 5102540 h 5102540"/>
              <a:gd name="connsiteX199" fmla="*/ 2608526 w 12191996"/>
              <a:gd name="connsiteY199" fmla="*/ 5100953 h 5102540"/>
              <a:gd name="connsiteX200" fmla="*/ 2548201 w 12191996"/>
              <a:gd name="connsiteY200" fmla="*/ 5093015 h 5102540"/>
              <a:gd name="connsiteX201" fmla="*/ 2495813 w 12191996"/>
              <a:gd name="connsiteY201" fmla="*/ 5081903 h 5102540"/>
              <a:gd name="connsiteX202" fmla="*/ 2449776 w 12191996"/>
              <a:gd name="connsiteY202" fmla="*/ 5067615 h 5102540"/>
              <a:gd name="connsiteX203" fmla="*/ 2408501 w 12191996"/>
              <a:gd name="connsiteY203" fmla="*/ 5051740 h 5102540"/>
              <a:gd name="connsiteX204" fmla="*/ 2371988 w 12191996"/>
              <a:gd name="connsiteY204" fmla="*/ 5032690 h 5102540"/>
              <a:gd name="connsiteX205" fmla="*/ 2333888 w 12191996"/>
              <a:gd name="connsiteY205" fmla="*/ 5013640 h 5102540"/>
              <a:gd name="connsiteX206" fmla="*/ 2295788 w 12191996"/>
              <a:gd name="connsiteY206" fmla="*/ 4994590 h 5102540"/>
              <a:gd name="connsiteX207" fmla="*/ 2259276 w 12191996"/>
              <a:gd name="connsiteY207" fmla="*/ 4978715 h 5102540"/>
              <a:gd name="connsiteX208" fmla="*/ 2218001 w 12191996"/>
              <a:gd name="connsiteY208" fmla="*/ 4962840 h 5102540"/>
              <a:gd name="connsiteX209" fmla="*/ 2171963 w 12191996"/>
              <a:gd name="connsiteY209" fmla="*/ 4946965 h 5102540"/>
              <a:gd name="connsiteX210" fmla="*/ 2119576 w 12191996"/>
              <a:gd name="connsiteY210" fmla="*/ 4935853 h 5102540"/>
              <a:gd name="connsiteX211" fmla="*/ 2059251 w 12191996"/>
              <a:gd name="connsiteY211" fmla="*/ 4929503 h 5102540"/>
              <a:gd name="connsiteX212" fmla="*/ 1990988 w 12191996"/>
              <a:gd name="connsiteY212" fmla="*/ 4926328 h 5102540"/>
              <a:gd name="connsiteX213" fmla="*/ 1922726 w 12191996"/>
              <a:gd name="connsiteY213" fmla="*/ 4929503 h 5102540"/>
              <a:gd name="connsiteX214" fmla="*/ 1862401 w 12191996"/>
              <a:gd name="connsiteY214" fmla="*/ 4935853 h 5102540"/>
              <a:gd name="connsiteX215" fmla="*/ 1810013 w 12191996"/>
              <a:gd name="connsiteY215" fmla="*/ 4946965 h 5102540"/>
              <a:gd name="connsiteX216" fmla="*/ 1763976 w 12191996"/>
              <a:gd name="connsiteY216" fmla="*/ 4962840 h 5102540"/>
              <a:gd name="connsiteX217" fmla="*/ 1722701 w 12191996"/>
              <a:gd name="connsiteY217" fmla="*/ 4978715 h 5102540"/>
              <a:gd name="connsiteX218" fmla="*/ 1686188 w 12191996"/>
              <a:gd name="connsiteY218" fmla="*/ 4994590 h 5102540"/>
              <a:gd name="connsiteX219" fmla="*/ 1648088 w 12191996"/>
              <a:gd name="connsiteY219" fmla="*/ 5013640 h 5102540"/>
              <a:gd name="connsiteX220" fmla="*/ 1609988 w 12191996"/>
              <a:gd name="connsiteY220" fmla="*/ 5032690 h 5102540"/>
              <a:gd name="connsiteX221" fmla="*/ 1573476 w 12191996"/>
              <a:gd name="connsiteY221" fmla="*/ 5051740 h 5102540"/>
              <a:gd name="connsiteX222" fmla="*/ 1532201 w 12191996"/>
              <a:gd name="connsiteY222" fmla="*/ 5067615 h 5102540"/>
              <a:gd name="connsiteX223" fmla="*/ 1486163 w 12191996"/>
              <a:gd name="connsiteY223" fmla="*/ 5081903 h 5102540"/>
              <a:gd name="connsiteX224" fmla="*/ 1433776 w 12191996"/>
              <a:gd name="connsiteY224" fmla="*/ 5093015 h 5102540"/>
              <a:gd name="connsiteX225" fmla="*/ 1373451 w 12191996"/>
              <a:gd name="connsiteY225" fmla="*/ 5100953 h 5102540"/>
              <a:gd name="connsiteX226" fmla="*/ 1305188 w 12191996"/>
              <a:gd name="connsiteY226" fmla="*/ 5102540 h 5102540"/>
              <a:gd name="connsiteX227" fmla="*/ 1236926 w 12191996"/>
              <a:gd name="connsiteY227" fmla="*/ 5100953 h 5102540"/>
              <a:gd name="connsiteX228" fmla="*/ 1176601 w 12191996"/>
              <a:gd name="connsiteY228" fmla="*/ 5093015 h 5102540"/>
              <a:gd name="connsiteX229" fmla="*/ 1124213 w 12191996"/>
              <a:gd name="connsiteY229" fmla="*/ 5081903 h 5102540"/>
              <a:gd name="connsiteX230" fmla="*/ 1078176 w 12191996"/>
              <a:gd name="connsiteY230" fmla="*/ 5067615 h 5102540"/>
              <a:gd name="connsiteX231" fmla="*/ 1036901 w 12191996"/>
              <a:gd name="connsiteY231" fmla="*/ 5051740 h 5102540"/>
              <a:gd name="connsiteX232" fmla="*/ 1000388 w 12191996"/>
              <a:gd name="connsiteY232" fmla="*/ 5032690 h 5102540"/>
              <a:gd name="connsiteX233" fmla="*/ 962288 w 12191996"/>
              <a:gd name="connsiteY233" fmla="*/ 5013640 h 5102540"/>
              <a:gd name="connsiteX234" fmla="*/ 924188 w 12191996"/>
              <a:gd name="connsiteY234" fmla="*/ 4994590 h 5102540"/>
              <a:gd name="connsiteX235" fmla="*/ 887676 w 12191996"/>
              <a:gd name="connsiteY235" fmla="*/ 4978715 h 5102540"/>
              <a:gd name="connsiteX236" fmla="*/ 846401 w 12191996"/>
              <a:gd name="connsiteY236" fmla="*/ 4962840 h 5102540"/>
              <a:gd name="connsiteX237" fmla="*/ 800363 w 12191996"/>
              <a:gd name="connsiteY237" fmla="*/ 4946965 h 5102540"/>
              <a:gd name="connsiteX238" fmla="*/ 747976 w 12191996"/>
              <a:gd name="connsiteY238" fmla="*/ 4935853 h 5102540"/>
              <a:gd name="connsiteX239" fmla="*/ 687651 w 12191996"/>
              <a:gd name="connsiteY239" fmla="*/ 4929503 h 5102540"/>
              <a:gd name="connsiteX240" fmla="*/ 619388 w 12191996"/>
              <a:gd name="connsiteY240" fmla="*/ 4926328 h 5102540"/>
              <a:gd name="connsiteX241" fmla="*/ 551126 w 12191996"/>
              <a:gd name="connsiteY241" fmla="*/ 4929503 h 5102540"/>
              <a:gd name="connsiteX242" fmla="*/ 490801 w 12191996"/>
              <a:gd name="connsiteY242" fmla="*/ 4935853 h 5102540"/>
              <a:gd name="connsiteX243" fmla="*/ 438413 w 12191996"/>
              <a:gd name="connsiteY243" fmla="*/ 4946965 h 5102540"/>
              <a:gd name="connsiteX244" fmla="*/ 392376 w 12191996"/>
              <a:gd name="connsiteY244" fmla="*/ 4962840 h 5102540"/>
              <a:gd name="connsiteX245" fmla="*/ 351101 w 12191996"/>
              <a:gd name="connsiteY245" fmla="*/ 4978715 h 5102540"/>
              <a:gd name="connsiteX246" fmla="*/ 314588 w 12191996"/>
              <a:gd name="connsiteY246" fmla="*/ 4994590 h 5102540"/>
              <a:gd name="connsiteX247" fmla="*/ 276488 w 12191996"/>
              <a:gd name="connsiteY247" fmla="*/ 5013640 h 5102540"/>
              <a:gd name="connsiteX248" fmla="*/ 238388 w 12191996"/>
              <a:gd name="connsiteY248" fmla="*/ 5032690 h 5102540"/>
              <a:gd name="connsiteX249" fmla="*/ 201876 w 12191996"/>
              <a:gd name="connsiteY249" fmla="*/ 5051740 h 5102540"/>
              <a:gd name="connsiteX250" fmla="*/ 160601 w 12191996"/>
              <a:gd name="connsiteY250" fmla="*/ 5067615 h 5102540"/>
              <a:gd name="connsiteX251" fmla="*/ 114563 w 12191996"/>
              <a:gd name="connsiteY251" fmla="*/ 5081903 h 5102540"/>
              <a:gd name="connsiteX252" fmla="*/ 62176 w 12191996"/>
              <a:gd name="connsiteY252" fmla="*/ 5093015 h 5102540"/>
              <a:gd name="connsiteX253" fmla="*/ 1851 w 12191996"/>
              <a:gd name="connsiteY253" fmla="*/ 5100953 h 5102540"/>
              <a:gd name="connsiteX254" fmla="*/ 0 w 12191996"/>
              <a:gd name="connsiteY254" fmla="*/ 5100996 h 5102540"/>
              <a:gd name="connsiteX255" fmla="*/ 0 w 12191996"/>
              <a:gd name="connsiteY255" fmla="*/ 0 h 510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5102540">
                <a:moveTo>
                  <a:pt x="0" y="0"/>
                </a:moveTo>
                <a:lnTo>
                  <a:pt x="12191996" y="0"/>
                </a:lnTo>
                <a:lnTo>
                  <a:pt x="12191996" y="5100996"/>
                </a:lnTo>
                <a:lnTo>
                  <a:pt x="12190145" y="5100953"/>
                </a:lnTo>
                <a:lnTo>
                  <a:pt x="12129819" y="5093016"/>
                </a:lnTo>
                <a:lnTo>
                  <a:pt x="12077431" y="5081903"/>
                </a:lnTo>
                <a:lnTo>
                  <a:pt x="12031395" y="5067615"/>
                </a:lnTo>
                <a:lnTo>
                  <a:pt x="11990119" y="5051740"/>
                </a:lnTo>
                <a:lnTo>
                  <a:pt x="11953607" y="5032690"/>
                </a:lnTo>
                <a:lnTo>
                  <a:pt x="11915507" y="5013640"/>
                </a:lnTo>
                <a:lnTo>
                  <a:pt x="11877407" y="4994590"/>
                </a:lnTo>
                <a:lnTo>
                  <a:pt x="11840895" y="4978715"/>
                </a:lnTo>
                <a:lnTo>
                  <a:pt x="11799619" y="4962840"/>
                </a:lnTo>
                <a:lnTo>
                  <a:pt x="11753581" y="4946965"/>
                </a:lnTo>
                <a:lnTo>
                  <a:pt x="11701195" y="4935853"/>
                </a:lnTo>
                <a:lnTo>
                  <a:pt x="11640869" y="4929503"/>
                </a:lnTo>
                <a:lnTo>
                  <a:pt x="11572607" y="4926328"/>
                </a:lnTo>
                <a:lnTo>
                  <a:pt x="11504345" y="4929503"/>
                </a:lnTo>
                <a:lnTo>
                  <a:pt x="11444019" y="4935853"/>
                </a:lnTo>
                <a:lnTo>
                  <a:pt x="11391631" y="4946965"/>
                </a:lnTo>
                <a:lnTo>
                  <a:pt x="11345595" y="4962840"/>
                </a:lnTo>
                <a:lnTo>
                  <a:pt x="11304319" y="4978715"/>
                </a:lnTo>
                <a:lnTo>
                  <a:pt x="11267807" y="4994590"/>
                </a:lnTo>
                <a:lnTo>
                  <a:pt x="11229707" y="5013640"/>
                </a:lnTo>
                <a:lnTo>
                  <a:pt x="11191607" y="5032690"/>
                </a:lnTo>
                <a:lnTo>
                  <a:pt x="11155095" y="5051740"/>
                </a:lnTo>
                <a:lnTo>
                  <a:pt x="11113819" y="5067615"/>
                </a:lnTo>
                <a:lnTo>
                  <a:pt x="11067781" y="5081903"/>
                </a:lnTo>
                <a:lnTo>
                  <a:pt x="11015395" y="5093015"/>
                </a:lnTo>
                <a:lnTo>
                  <a:pt x="10955069" y="5100953"/>
                </a:lnTo>
                <a:lnTo>
                  <a:pt x="10886807" y="5102540"/>
                </a:lnTo>
                <a:lnTo>
                  <a:pt x="10818545" y="5100953"/>
                </a:lnTo>
                <a:lnTo>
                  <a:pt x="10758219" y="5093015"/>
                </a:lnTo>
                <a:lnTo>
                  <a:pt x="10705831" y="5081903"/>
                </a:lnTo>
                <a:lnTo>
                  <a:pt x="10659795" y="5067615"/>
                </a:lnTo>
                <a:lnTo>
                  <a:pt x="10618519" y="5051740"/>
                </a:lnTo>
                <a:lnTo>
                  <a:pt x="10582007" y="5032690"/>
                </a:lnTo>
                <a:lnTo>
                  <a:pt x="10543907" y="5013640"/>
                </a:lnTo>
                <a:lnTo>
                  <a:pt x="10505807" y="4994590"/>
                </a:lnTo>
                <a:lnTo>
                  <a:pt x="10469295" y="4978715"/>
                </a:lnTo>
                <a:lnTo>
                  <a:pt x="10428019" y="4962840"/>
                </a:lnTo>
                <a:lnTo>
                  <a:pt x="10381981" y="4946965"/>
                </a:lnTo>
                <a:lnTo>
                  <a:pt x="10329595" y="4935853"/>
                </a:lnTo>
                <a:lnTo>
                  <a:pt x="10269269" y="4929503"/>
                </a:lnTo>
                <a:lnTo>
                  <a:pt x="10201007" y="4926328"/>
                </a:lnTo>
                <a:lnTo>
                  <a:pt x="10132745" y="4929503"/>
                </a:lnTo>
                <a:lnTo>
                  <a:pt x="10072419" y="4935853"/>
                </a:lnTo>
                <a:lnTo>
                  <a:pt x="10020031" y="4946965"/>
                </a:lnTo>
                <a:lnTo>
                  <a:pt x="9973995" y="4962840"/>
                </a:lnTo>
                <a:lnTo>
                  <a:pt x="9932719" y="4978715"/>
                </a:lnTo>
                <a:lnTo>
                  <a:pt x="9896207" y="4994590"/>
                </a:lnTo>
                <a:lnTo>
                  <a:pt x="9820007" y="5032690"/>
                </a:lnTo>
                <a:lnTo>
                  <a:pt x="9783495" y="5051740"/>
                </a:lnTo>
                <a:lnTo>
                  <a:pt x="9742219" y="5067615"/>
                </a:lnTo>
                <a:lnTo>
                  <a:pt x="9696181" y="5081903"/>
                </a:lnTo>
                <a:lnTo>
                  <a:pt x="9643795" y="5093015"/>
                </a:lnTo>
                <a:lnTo>
                  <a:pt x="9583469" y="5100953"/>
                </a:lnTo>
                <a:lnTo>
                  <a:pt x="9515207" y="5102540"/>
                </a:lnTo>
                <a:lnTo>
                  <a:pt x="9446945" y="5100953"/>
                </a:lnTo>
                <a:lnTo>
                  <a:pt x="9386619" y="5093015"/>
                </a:lnTo>
                <a:lnTo>
                  <a:pt x="9334231" y="5081903"/>
                </a:lnTo>
                <a:lnTo>
                  <a:pt x="9288195" y="5067615"/>
                </a:lnTo>
                <a:lnTo>
                  <a:pt x="9246919" y="5051740"/>
                </a:lnTo>
                <a:lnTo>
                  <a:pt x="9210407" y="5032690"/>
                </a:lnTo>
                <a:lnTo>
                  <a:pt x="9172307" y="5013640"/>
                </a:lnTo>
                <a:lnTo>
                  <a:pt x="9134207" y="4994590"/>
                </a:lnTo>
                <a:lnTo>
                  <a:pt x="9097695" y="4978715"/>
                </a:lnTo>
                <a:lnTo>
                  <a:pt x="9056419" y="4962840"/>
                </a:lnTo>
                <a:lnTo>
                  <a:pt x="9010381" y="4946965"/>
                </a:lnTo>
                <a:lnTo>
                  <a:pt x="8957995" y="4935853"/>
                </a:lnTo>
                <a:lnTo>
                  <a:pt x="8897669" y="4929503"/>
                </a:lnTo>
                <a:lnTo>
                  <a:pt x="8827819" y="4926328"/>
                </a:lnTo>
                <a:lnTo>
                  <a:pt x="8761145" y="4929503"/>
                </a:lnTo>
                <a:lnTo>
                  <a:pt x="8700819" y="4935853"/>
                </a:lnTo>
                <a:lnTo>
                  <a:pt x="8648431" y="4946965"/>
                </a:lnTo>
                <a:lnTo>
                  <a:pt x="8602395" y="4962840"/>
                </a:lnTo>
                <a:lnTo>
                  <a:pt x="8561119" y="4978715"/>
                </a:lnTo>
                <a:lnTo>
                  <a:pt x="8524607" y="4994590"/>
                </a:lnTo>
                <a:lnTo>
                  <a:pt x="8486507" y="5013640"/>
                </a:lnTo>
                <a:lnTo>
                  <a:pt x="8448407" y="5032690"/>
                </a:lnTo>
                <a:lnTo>
                  <a:pt x="8411895" y="5051740"/>
                </a:lnTo>
                <a:lnTo>
                  <a:pt x="8370620" y="5067615"/>
                </a:lnTo>
                <a:lnTo>
                  <a:pt x="8324582" y="5081903"/>
                </a:lnTo>
                <a:lnTo>
                  <a:pt x="8272195" y="5093015"/>
                </a:lnTo>
                <a:lnTo>
                  <a:pt x="8211870" y="5100953"/>
                </a:lnTo>
                <a:lnTo>
                  <a:pt x="8143607" y="5102540"/>
                </a:lnTo>
                <a:lnTo>
                  <a:pt x="8075345" y="5100953"/>
                </a:lnTo>
                <a:lnTo>
                  <a:pt x="8015020" y="5093015"/>
                </a:lnTo>
                <a:lnTo>
                  <a:pt x="7962632" y="5081903"/>
                </a:lnTo>
                <a:lnTo>
                  <a:pt x="7916595" y="5067615"/>
                </a:lnTo>
                <a:lnTo>
                  <a:pt x="7875320" y="5051740"/>
                </a:lnTo>
                <a:lnTo>
                  <a:pt x="7838807" y="5032690"/>
                </a:lnTo>
                <a:lnTo>
                  <a:pt x="7800707" y="5013640"/>
                </a:lnTo>
                <a:lnTo>
                  <a:pt x="7762607" y="4994590"/>
                </a:lnTo>
                <a:lnTo>
                  <a:pt x="7726095" y="4978715"/>
                </a:lnTo>
                <a:lnTo>
                  <a:pt x="7684820" y="4962840"/>
                </a:lnTo>
                <a:lnTo>
                  <a:pt x="7638782" y="4946965"/>
                </a:lnTo>
                <a:lnTo>
                  <a:pt x="7586395" y="4935853"/>
                </a:lnTo>
                <a:lnTo>
                  <a:pt x="7526070" y="4929503"/>
                </a:lnTo>
                <a:lnTo>
                  <a:pt x="7457807" y="4926328"/>
                </a:lnTo>
                <a:lnTo>
                  <a:pt x="7389545" y="4929503"/>
                </a:lnTo>
                <a:lnTo>
                  <a:pt x="7329220" y="4935853"/>
                </a:lnTo>
                <a:lnTo>
                  <a:pt x="7276832" y="4946965"/>
                </a:lnTo>
                <a:lnTo>
                  <a:pt x="7230795" y="4962840"/>
                </a:lnTo>
                <a:lnTo>
                  <a:pt x="7189520" y="4978715"/>
                </a:lnTo>
                <a:lnTo>
                  <a:pt x="7153007" y="4994590"/>
                </a:lnTo>
                <a:lnTo>
                  <a:pt x="7114907" y="5013640"/>
                </a:lnTo>
                <a:lnTo>
                  <a:pt x="7076807" y="5032690"/>
                </a:lnTo>
                <a:lnTo>
                  <a:pt x="7040295" y="5051740"/>
                </a:lnTo>
                <a:lnTo>
                  <a:pt x="6999020" y="5067615"/>
                </a:lnTo>
                <a:lnTo>
                  <a:pt x="6952982" y="5081903"/>
                </a:lnTo>
                <a:lnTo>
                  <a:pt x="6900595" y="5093015"/>
                </a:lnTo>
                <a:lnTo>
                  <a:pt x="6840270" y="5100953"/>
                </a:lnTo>
                <a:lnTo>
                  <a:pt x="6781798" y="5102313"/>
                </a:lnTo>
                <a:lnTo>
                  <a:pt x="6723326" y="5100953"/>
                </a:lnTo>
                <a:lnTo>
                  <a:pt x="6663001" y="5093015"/>
                </a:lnTo>
                <a:lnTo>
                  <a:pt x="6610613" y="5081903"/>
                </a:lnTo>
                <a:lnTo>
                  <a:pt x="6564576" y="5067615"/>
                </a:lnTo>
                <a:lnTo>
                  <a:pt x="6523301" y="5051740"/>
                </a:lnTo>
                <a:lnTo>
                  <a:pt x="6486788" y="5032690"/>
                </a:lnTo>
                <a:lnTo>
                  <a:pt x="6448688" y="5013640"/>
                </a:lnTo>
                <a:lnTo>
                  <a:pt x="6410588" y="4994590"/>
                </a:lnTo>
                <a:lnTo>
                  <a:pt x="6374076" y="4978715"/>
                </a:lnTo>
                <a:lnTo>
                  <a:pt x="6332801" y="4962840"/>
                </a:lnTo>
                <a:lnTo>
                  <a:pt x="6286763" y="4946965"/>
                </a:lnTo>
                <a:lnTo>
                  <a:pt x="6234376" y="4935853"/>
                </a:lnTo>
                <a:lnTo>
                  <a:pt x="6174051" y="4929503"/>
                </a:lnTo>
                <a:lnTo>
                  <a:pt x="6105788" y="4926328"/>
                </a:lnTo>
                <a:lnTo>
                  <a:pt x="6095998" y="4926783"/>
                </a:lnTo>
                <a:lnTo>
                  <a:pt x="6086208" y="4926328"/>
                </a:lnTo>
                <a:lnTo>
                  <a:pt x="6017946" y="4929503"/>
                </a:lnTo>
                <a:lnTo>
                  <a:pt x="5957620" y="4935853"/>
                </a:lnTo>
                <a:lnTo>
                  <a:pt x="5905233" y="4946965"/>
                </a:lnTo>
                <a:lnTo>
                  <a:pt x="5859195" y="4962840"/>
                </a:lnTo>
                <a:lnTo>
                  <a:pt x="5817920" y="4978715"/>
                </a:lnTo>
                <a:lnTo>
                  <a:pt x="5781407" y="4994590"/>
                </a:lnTo>
                <a:lnTo>
                  <a:pt x="5743307" y="5013640"/>
                </a:lnTo>
                <a:lnTo>
                  <a:pt x="5705208" y="5032690"/>
                </a:lnTo>
                <a:lnTo>
                  <a:pt x="5668695" y="5051740"/>
                </a:lnTo>
                <a:lnTo>
                  <a:pt x="5627420" y="5067615"/>
                </a:lnTo>
                <a:lnTo>
                  <a:pt x="5581382" y="5081903"/>
                </a:lnTo>
                <a:lnTo>
                  <a:pt x="5528995" y="5093015"/>
                </a:lnTo>
                <a:lnTo>
                  <a:pt x="5468670" y="5100953"/>
                </a:lnTo>
                <a:lnTo>
                  <a:pt x="5410198" y="5102313"/>
                </a:lnTo>
                <a:lnTo>
                  <a:pt x="5351726" y="5100953"/>
                </a:lnTo>
                <a:lnTo>
                  <a:pt x="5291400" y="5093015"/>
                </a:lnTo>
                <a:lnTo>
                  <a:pt x="5239013" y="5081903"/>
                </a:lnTo>
                <a:lnTo>
                  <a:pt x="5192976" y="5067615"/>
                </a:lnTo>
                <a:lnTo>
                  <a:pt x="5151700" y="5051740"/>
                </a:lnTo>
                <a:lnTo>
                  <a:pt x="5115188" y="5032690"/>
                </a:lnTo>
                <a:lnTo>
                  <a:pt x="5077089" y="5013640"/>
                </a:lnTo>
                <a:lnTo>
                  <a:pt x="5038988" y="4994590"/>
                </a:lnTo>
                <a:lnTo>
                  <a:pt x="5002476" y="4978715"/>
                </a:lnTo>
                <a:lnTo>
                  <a:pt x="4961200" y="4962840"/>
                </a:lnTo>
                <a:lnTo>
                  <a:pt x="4915164" y="4946965"/>
                </a:lnTo>
                <a:lnTo>
                  <a:pt x="4862776" y="4935853"/>
                </a:lnTo>
                <a:lnTo>
                  <a:pt x="4802452" y="4929503"/>
                </a:lnTo>
                <a:lnTo>
                  <a:pt x="4734188" y="4926328"/>
                </a:lnTo>
                <a:lnTo>
                  <a:pt x="4665927" y="4929503"/>
                </a:lnTo>
                <a:lnTo>
                  <a:pt x="4605601" y="4935853"/>
                </a:lnTo>
                <a:lnTo>
                  <a:pt x="4553214" y="4946965"/>
                </a:lnTo>
                <a:lnTo>
                  <a:pt x="4507176" y="4962840"/>
                </a:lnTo>
                <a:lnTo>
                  <a:pt x="4465901" y="4978715"/>
                </a:lnTo>
                <a:lnTo>
                  <a:pt x="4429388" y="4994590"/>
                </a:lnTo>
                <a:lnTo>
                  <a:pt x="4353188" y="5032690"/>
                </a:lnTo>
                <a:lnTo>
                  <a:pt x="4316676" y="5051740"/>
                </a:lnTo>
                <a:lnTo>
                  <a:pt x="4275401" y="5067615"/>
                </a:lnTo>
                <a:lnTo>
                  <a:pt x="4229363" y="5081903"/>
                </a:lnTo>
                <a:lnTo>
                  <a:pt x="4176976" y="5093015"/>
                </a:lnTo>
                <a:lnTo>
                  <a:pt x="4116651" y="5100953"/>
                </a:lnTo>
                <a:lnTo>
                  <a:pt x="4048388" y="5102540"/>
                </a:lnTo>
                <a:lnTo>
                  <a:pt x="3980126" y="5100953"/>
                </a:lnTo>
                <a:lnTo>
                  <a:pt x="3919801" y="5093015"/>
                </a:lnTo>
                <a:lnTo>
                  <a:pt x="3867413" y="5081903"/>
                </a:lnTo>
                <a:lnTo>
                  <a:pt x="3821376" y="5067615"/>
                </a:lnTo>
                <a:lnTo>
                  <a:pt x="3780101" y="5051740"/>
                </a:lnTo>
                <a:lnTo>
                  <a:pt x="3743588" y="5032690"/>
                </a:lnTo>
                <a:lnTo>
                  <a:pt x="3705488" y="5013640"/>
                </a:lnTo>
                <a:lnTo>
                  <a:pt x="3667388" y="4994590"/>
                </a:lnTo>
                <a:lnTo>
                  <a:pt x="3630876" y="4978715"/>
                </a:lnTo>
                <a:lnTo>
                  <a:pt x="3589601" y="4962840"/>
                </a:lnTo>
                <a:lnTo>
                  <a:pt x="3543563" y="4946965"/>
                </a:lnTo>
                <a:lnTo>
                  <a:pt x="3491176" y="4935853"/>
                </a:lnTo>
                <a:lnTo>
                  <a:pt x="3430851" y="4929503"/>
                </a:lnTo>
                <a:lnTo>
                  <a:pt x="3361001" y="4926328"/>
                </a:lnTo>
                <a:lnTo>
                  <a:pt x="3294326" y="4929503"/>
                </a:lnTo>
                <a:lnTo>
                  <a:pt x="3234001" y="4935853"/>
                </a:lnTo>
                <a:lnTo>
                  <a:pt x="3181613" y="4946965"/>
                </a:lnTo>
                <a:lnTo>
                  <a:pt x="3135576" y="4962840"/>
                </a:lnTo>
                <a:lnTo>
                  <a:pt x="3094301" y="4978715"/>
                </a:lnTo>
                <a:lnTo>
                  <a:pt x="3057788" y="4994590"/>
                </a:lnTo>
                <a:lnTo>
                  <a:pt x="3019688" y="5013640"/>
                </a:lnTo>
                <a:lnTo>
                  <a:pt x="2981588" y="5032690"/>
                </a:lnTo>
                <a:lnTo>
                  <a:pt x="2945076" y="5051740"/>
                </a:lnTo>
                <a:lnTo>
                  <a:pt x="2903801" y="5067615"/>
                </a:lnTo>
                <a:lnTo>
                  <a:pt x="2857763" y="5081903"/>
                </a:lnTo>
                <a:lnTo>
                  <a:pt x="2805376" y="5093015"/>
                </a:lnTo>
                <a:lnTo>
                  <a:pt x="2745051" y="5100953"/>
                </a:lnTo>
                <a:lnTo>
                  <a:pt x="2676788" y="5102540"/>
                </a:lnTo>
                <a:lnTo>
                  <a:pt x="2608526" y="5100953"/>
                </a:lnTo>
                <a:lnTo>
                  <a:pt x="2548201" y="5093015"/>
                </a:lnTo>
                <a:lnTo>
                  <a:pt x="2495813" y="5081903"/>
                </a:lnTo>
                <a:lnTo>
                  <a:pt x="2449776" y="5067615"/>
                </a:lnTo>
                <a:lnTo>
                  <a:pt x="2408501" y="5051740"/>
                </a:lnTo>
                <a:lnTo>
                  <a:pt x="2371988" y="5032690"/>
                </a:lnTo>
                <a:lnTo>
                  <a:pt x="2333888" y="5013640"/>
                </a:lnTo>
                <a:lnTo>
                  <a:pt x="2295788" y="4994590"/>
                </a:lnTo>
                <a:lnTo>
                  <a:pt x="2259276" y="4978715"/>
                </a:lnTo>
                <a:lnTo>
                  <a:pt x="2218001" y="4962840"/>
                </a:lnTo>
                <a:lnTo>
                  <a:pt x="2171963" y="4946965"/>
                </a:lnTo>
                <a:lnTo>
                  <a:pt x="2119576" y="4935853"/>
                </a:lnTo>
                <a:lnTo>
                  <a:pt x="2059251" y="4929503"/>
                </a:lnTo>
                <a:lnTo>
                  <a:pt x="1990988" y="4926328"/>
                </a:lnTo>
                <a:lnTo>
                  <a:pt x="1922726" y="4929503"/>
                </a:lnTo>
                <a:lnTo>
                  <a:pt x="1862401" y="4935853"/>
                </a:lnTo>
                <a:lnTo>
                  <a:pt x="1810013" y="4946965"/>
                </a:lnTo>
                <a:lnTo>
                  <a:pt x="1763976" y="4962840"/>
                </a:lnTo>
                <a:lnTo>
                  <a:pt x="1722701" y="4978715"/>
                </a:lnTo>
                <a:lnTo>
                  <a:pt x="1686188" y="4994590"/>
                </a:lnTo>
                <a:lnTo>
                  <a:pt x="1648088" y="5013640"/>
                </a:lnTo>
                <a:lnTo>
                  <a:pt x="1609988" y="5032690"/>
                </a:lnTo>
                <a:lnTo>
                  <a:pt x="1573476" y="5051740"/>
                </a:lnTo>
                <a:lnTo>
                  <a:pt x="1532201" y="5067615"/>
                </a:lnTo>
                <a:lnTo>
                  <a:pt x="1486163" y="5081903"/>
                </a:lnTo>
                <a:lnTo>
                  <a:pt x="1433776" y="5093015"/>
                </a:lnTo>
                <a:lnTo>
                  <a:pt x="1373451" y="5100953"/>
                </a:lnTo>
                <a:lnTo>
                  <a:pt x="1305188" y="5102540"/>
                </a:lnTo>
                <a:lnTo>
                  <a:pt x="1236926" y="5100953"/>
                </a:lnTo>
                <a:lnTo>
                  <a:pt x="1176601" y="5093015"/>
                </a:lnTo>
                <a:lnTo>
                  <a:pt x="1124213" y="5081903"/>
                </a:lnTo>
                <a:lnTo>
                  <a:pt x="1078176" y="5067615"/>
                </a:lnTo>
                <a:lnTo>
                  <a:pt x="1036901" y="5051740"/>
                </a:lnTo>
                <a:lnTo>
                  <a:pt x="1000388" y="5032690"/>
                </a:lnTo>
                <a:lnTo>
                  <a:pt x="962288" y="5013640"/>
                </a:lnTo>
                <a:lnTo>
                  <a:pt x="924188" y="4994590"/>
                </a:lnTo>
                <a:lnTo>
                  <a:pt x="887676" y="4978715"/>
                </a:lnTo>
                <a:lnTo>
                  <a:pt x="846401" y="4962840"/>
                </a:lnTo>
                <a:lnTo>
                  <a:pt x="800363" y="4946965"/>
                </a:lnTo>
                <a:lnTo>
                  <a:pt x="747976" y="4935853"/>
                </a:lnTo>
                <a:lnTo>
                  <a:pt x="687651" y="4929503"/>
                </a:lnTo>
                <a:lnTo>
                  <a:pt x="619388" y="4926328"/>
                </a:lnTo>
                <a:lnTo>
                  <a:pt x="551126" y="4929503"/>
                </a:lnTo>
                <a:lnTo>
                  <a:pt x="490801" y="4935853"/>
                </a:lnTo>
                <a:lnTo>
                  <a:pt x="438413" y="4946965"/>
                </a:lnTo>
                <a:lnTo>
                  <a:pt x="392376" y="4962840"/>
                </a:lnTo>
                <a:lnTo>
                  <a:pt x="351101" y="4978715"/>
                </a:lnTo>
                <a:lnTo>
                  <a:pt x="314588" y="4994590"/>
                </a:lnTo>
                <a:lnTo>
                  <a:pt x="276488" y="5013640"/>
                </a:lnTo>
                <a:lnTo>
                  <a:pt x="238388" y="5032690"/>
                </a:lnTo>
                <a:lnTo>
                  <a:pt x="201876" y="5051740"/>
                </a:lnTo>
                <a:lnTo>
                  <a:pt x="160601" y="5067615"/>
                </a:lnTo>
                <a:lnTo>
                  <a:pt x="114563" y="5081903"/>
                </a:lnTo>
                <a:lnTo>
                  <a:pt x="62176" y="5093015"/>
                </a:lnTo>
                <a:lnTo>
                  <a:pt x="1851" y="5100953"/>
                </a:lnTo>
                <a:lnTo>
                  <a:pt x="0" y="51009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2B2E7-4419-AADA-BC10-8BACD997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First Create the Models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8C1887B-FB03-4296-8352-8CFA0080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4926330"/>
            <a:ext cx="12191996" cy="320591"/>
          </a:xfrm>
          <a:custGeom>
            <a:avLst/>
            <a:gdLst>
              <a:gd name="connsiteX0" fmla="*/ 619389 w 12191996"/>
              <a:gd name="connsiteY0" fmla="*/ 0 h 320591"/>
              <a:gd name="connsiteX1" fmla="*/ 687652 w 12191996"/>
              <a:gd name="connsiteY1" fmla="*/ 3175 h 320591"/>
              <a:gd name="connsiteX2" fmla="*/ 747977 w 12191996"/>
              <a:gd name="connsiteY2" fmla="*/ 9525 h 320591"/>
              <a:gd name="connsiteX3" fmla="*/ 800364 w 12191996"/>
              <a:gd name="connsiteY3" fmla="*/ 20637 h 320591"/>
              <a:gd name="connsiteX4" fmla="*/ 846402 w 12191996"/>
              <a:gd name="connsiteY4" fmla="*/ 36512 h 320591"/>
              <a:gd name="connsiteX5" fmla="*/ 887677 w 12191996"/>
              <a:gd name="connsiteY5" fmla="*/ 52387 h 320591"/>
              <a:gd name="connsiteX6" fmla="*/ 924189 w 12191996"/>
              <a:gd name="connsiteY6" fmla="*/ 68262 h 320591"/>
              <a:gd name="connsiteX7" fmla="*/ 962289 w 12191996"/>
              <a:gd name="connsiteY7" fmla="*/ 87312 h 320591"/>
              <a:gd name="connsiteX8" fmla="*/ 1000389 w 12191996"/>
              <a:gd name="connsiteY8" fmla="*/ 106362 h 320591"/>
              <a:gd name="connsiteX9" fmla="*/ 1036902 w 12191996"/>
              <a:gd name="connsiteY9" fmla="*/ 125412 h 320591"/>
              <a:gd name="connsiteX10" fmla="*/ 1078177 w 12191996"/>
              <a:gd name="connsiteY10" fmla="*/ 141287 h 320591"/>
              <a:gd name="connsiteX11" fmla="*/ 1124214 w 12191996"/>
              <a:gd name="connsiteY11" fmla="*/ 155575 h 320591"/>
              <a:gd name="connsiteX12" fmla="*/ 1176602 w 12191996"/>
              <a:gd name="connsiteY12" fmla="*/ 166687 h 320591"/>
              <a:gd name="connsiteX13" fmla="*/ 1236927 w 12191996"/>
              <a:gd name="connsiteY13" fmla="*/ 174625 h 320591"/>
              <a:gd name="connsiteX14" fmla="*/ 1305189 w 12191996"/>
              <a:gd name="connsiteY14" fmla="*/ 176212 h 320591"/>
              <a:gd name="connsiteX15" fmla="*/ 1373452 w 12191996"/>
              <a:gd name="connsiteY15" fmla="*/ 174625 h 320591"/>
              <a:gd name="connsiteX16" fmla="*/ 1433777 w 12191996"/>
              <a:gd name="connsiteY16" fmla="*/ 166687 h 320591"/>
              <a:gd name="connsiteX17" fmla="*/ 1486164 w 12191996"/>
              <a:gd name="connsiteY17" fmla="*/ 155575 h 320591"/>
              <a:gd name="connsiteX18" fmla="*/ 1532202 w 12191996"/>
              <a:gd name="connsiteY18" fmla="*/ 141287 h 320591"/>
              <a:gd name="connsiteX19" fmla="*/ 1573477 w 12191996"/>
              <a:gd name="connsiteY19" fmla="*/ 125412 h 320591"/>
              <a:gd name="connsiteX20" fmla="*/ 1609989 w 12191996"/>
              <a:gd name="connsiteY20" fmla="*/ 106362 h 320591"/>
              <a:gd name="connsiteX21" fmla="*/ 1648089 w 12191996"/>
              <a:gd name="connsiteY21" fmla="*/ 87312 h 320591"/>
              <a:gd name="connsiteX22" fmla="*/ 1686189 w 12191996"/>
              <a:gd name="connsiteY22" fmla="*/ 68262 h 320591"/>
              <a:gd name="connsiteX23" fmla="*/ 1722702 w 12191996"/>
              <a:gd name="connsiteY23" fmla="*/ 52387 h 320591"/>
              <a:gd name="connsiteX24" fmla="*/ 1763977 w 12191996"/>
              <a:gd name="connsiteY24" fmla="*/ 36512 h 320591"/>
              <a:gd name="connsiteX25" fmla="*/ 1810014 w 12191996"/>
              <a:gd name="connsiteY25" fmla="*/ 20637 h 320591"/>
              <a:gd name="connsiteX26" fmla="*/ 1862402 w 12191996"/>
              <a:gd name="connsiteY26" fmla="*/ 9525 h 320591"/>
              <a:gd name="connsiteX27" fmla="*/ 1922727 w 12191996"/>
              <a:gd name="connsiteY27" fmla="*/ 3175 h 320591"/>
              <a:gd name="connsiteX28" fmla="*/ 1990989 w 12191996"/>
              <a:gd name="connsiteY28" fmla="*/ 0 h 320591"/>
              <a:gd name="connsiteX29" fmla="*/ 2059252 w 12191996"/>
              <a:gd name="connsiteY29" fmla="*/ 3175 h 320591"/>
              <a:gd name="connsiteX30" fmla="*/ 2119577 w 12191996"/>
              <a:gd name="connsiteY30" fmla="*/ 9525 h 320591"/>
              <a:gd name="connsiteX31" fmla="*/ 2171964 w 12191996"/>
              <a:gd name="connsiteY31" fmla="*/ 20637 h 320591"/>
              <a:gd name="connsiteX32" fmla="*/ 2218002 w 12191996"/>
              <a:gd name="connsiteY32" fmla="*/ 36512 h 320591"/>
              <a:gd name="connsiteX33" fmla="*/ 2259277 w 12191996"/>
              <a:gd name="connsiteY33" fmla="*/ 52387 h 320591"/>
              <a:gd name="connsiteX34" fmla="*/ 2295789 w 12191996"/>
              <a:gd name="connsiteY34" fmla="*/ 68262 h 320591"/>
              <a:gd name="connsiteX35" fmla="*/ 2333889 w 12191996"/>
              <a:gd name="connsiteY35" fmla="*/ 87312 h 320591"/>
              <a:gd name="connsiteX36" fmla="*/ 2371989 w 12191996"/>
              <a:gd name="connsiteY36" fmla="*/ 106362 h 320591"/>
              <a:gd name="connsiteX37" fmla="*/ 2408502 w 12191996"/>
              <a:gd name="connsiteY37" fmla="*/ 125412 h 320591"/>
              <a:gd name="connsiteX38" fmla="*/ 2449777 w 12191996"/>
              <a:gd name="connsiteY38" fmla="*/ 141287 h 320591"/>
              <a:gd name="connsiteX39" fmla="*/ 2495814 w 12191996"/>
              <a:gd name="connsiteY39" fmla="*/ 155575 h 320591"/>
              <a:gd name="connsiteX40" fmla="*/ 2548202 w 12191996"/>
              <a:gd name="connsiteY40" fmla="*/ 166687 h 320591"/>
              <a:gd name="connsiteX41" fmla="*/ 2608527 w 12191996"/>
              <a:gd name="connsiteY41" fmla="*/ 174625 h 320591"/>
              <a:gd name="connsiteX42" fmla="*/ 2676789 w 12191996"/>
              <a:gd name="connsiteY42" fmla="*/ 176212 h 320591"/>
              <a:gd name="connsiteX43" fmla="*/ 2745052 w 12191996"/>
              <a:gd name="connsiteY43" fmla="*/ 174625 h 320591"/>
              <a:gd name="connsiteX44" fmla="*/ 2805377 w 12191996"/>
              <a:gd name="connsiteY44" fmla="*/ 166687 h 320591"/>
              <a:gd name="connsiteX45" fmla="*/ 2857764 w 12191996"/>
              <a:gd name="connsiteY45" fmla="*/ 155575 h 320591"/>
              <a:gd name="connsiteX46" fmla="*/ 2903802 w 12191996"/>
              <a:gd name="connsiteY46" fmla="*/ 141287 h 320591"/>
              <a:gd name="connsiteX47" fmla="*/ 2945077 w 12191996"/>
              <a:gd name="connsiteY47" fmla="*/ 125412 h 320591"/>
              <a:gd name="connsiteX48" fmla="*/ 2981589 w 12191996"/>
              <a:gd name="connsiteY48" fmla="*/ 106362 h 320591"/>
              <a:gd name="connsiteX49" fmla="*/ 3019689 w 12191996"/>
              <a:gd name="connsiteY49" fmla="*/ 87312 h 320591"/>
              <a:gd name="connsiteX50" fmla="*/ 3057789 w 12191996"/>
              <a:gd name="connsiteY50" fmla="*/ 68262 h 320591"/>
              <a:gd name="connsiteX51" fmla="*/ 3094302 w 12191996"/>
              <a:gd name="connsiteY51" fmla="*/ 52387 h 320591"/>
              <a:gd name="connsiteX52" fmla="*/ 3135577 w 12191996"/>
              <a:gd name="connsiteY52" fmla="*/ 36512 h 320591"/>
              <a:gd name="connsiteX53" fmla="*/ 3181614 w 12191996"/>
              <a:gd name="connsiteY53" fmla="*/ 20637 h 320591"/>
              <a:gd name="connsiteX54" fmla="*/ 3234002 w 12191996"/>
              <a:gd name="connsiteY54" fmla="*/ 9525 h 320591"/>
              <a:gd name="connsiteX55" fmla="*/ 3294327 w 12191996"/>
              <a:gd name="connsiteY55" fmla="*/ 3175 h 320591"/>
              <a:gd name="connsiteX56" fmla="*/ 3361002 w 12191996"/>
              <a:gd name="connsiteY56" fmla="*/ 0 h 320591"/>
              <a:gd name="connsiteX57" fmla="*/ 3430852 w 12191996"/>
              <a:gd name="connsiteY57" fmla="*/ 3175 h 320591"/>
              <a:gd name="connsiteX58" fmla="*/ 3491177 w 12191996"/>
              <a:gd name="connsiteY58" fmla="*/ 9525 h 320591"/>
              <a:gd name="connsiteX59" fmla="*/ 3543564 w 12191996"/>
              <a:gd name="connsiteY59" fmla="*/ 20637 h 320591"/>
              <a:gd name="connsiteX60" fmla="*/ 3589602 w 12191996"/>
              <a:gd name="connsiteY60" fmla="*/ 36512 h 320591"/>
              <a:gd name="connsiteX61" fmla="*/ 3630877 w 12191996"/>
              <a:gd name="connsiteY61" fmla="*/ 52387 h 320591"/>
              <a:gd name="connsiteX62" fmla="*/ 3667389 w 12191996"/>
              <a:gd name="connsiteY62" fmla="*/ 68262 h 320591"/>
              <a:gd name="connsiteX63" fmla="*/ 3705489 w 12191996"/>
              <a:gd name="connsiteY63" fmla="*/ 87312 h 320591"/>
              <a:gd name="connsiteX64" fmla="*/ 3743589 w 12191996"/>
              <a:gd name="connsiteY64" fmla="*/ 106362 h 320591"/>
              <a:gd name="connsiteX65" fmla="*/ 3780102 w 12191996"/>
              <a:gd name="connsiteY65" fmla="*/ 125412 h 320591"/>
              <a:gd name="connsiteX66" fmla="*/ 3821377 w 12191996"/>
              <a:gd name="connsiteY66" fmla="*/ 141287 h 320591"/>
              <a:gd name="connsiteX67" fmla="*/ 3867414 w 12191996"/>
              <a:gd name="connsiteY67" fmla="*/ 155575 h 320591"/>
              <a:gd name="connsiteX68" fmla="*/ 3919802 w 12191996"/>
              <a:gd name="connsiteY68" fmla="*/ 166687 h 320591"/>
              <a:gd name="connsiteX69" fmla="*/ 3980127 w 12191996"/>
              <a:gd name="connsiteY69" fmla="*/ 174625 h 320591"/>
              <a:gd name="connsiteX70" fmla="*/ 4048389 w 12191996"/>
              <a:gd name="connsiteY70" fmla="*/ 176212 h 320591"/>
              <a:gd name="connsiteX71" fmla="*/ 4116652 w 12191996"/>
              <a:gd name="connsiteY71" fmla="*/ 174625 h 320591"/>
              <a:gd name="connsiteX72" fmla="*/ 4176977 w 12191996"/>
              <a:gd name="connsiteY72" fmla="*/ 166687 h 320591"/>
              <a:gd name="connsiteX73" fmla="*/ 4229364 w 12191996"/>
              <a:gd name="connsiteY73" fmla="*/ 155575 h 320591"/>
              <a:gd name="connsiteX74" fmla="*/ 4275402 w 12191996"/>
              <a:gd name="connsiteY74" fmla="*/ 141287 h 320591"/>
              <a:gd name="connsiteX75" fmla="*/ 4316677 w 12191996"/>
              <a:gd name="connsiteY75" fmla="*/ 125412 h 320591"/>
              <a:gd name="connsiteX76" fmla="*/ 4353189 w 12191996"/>
              <a:gd name="connsiteY76" fmla="*/ 106362 h 320591"/>
              <a:gd name="connsiteX77" fmla="*/ 4429389 w 12191996"/>
              <a:gd name="connsiteY77" fmla="*/ 68262 h 320591"/>
              <a:gd name="connsiteX78" fmla="*/ 4465902 w 12191996"/>
              <a:gd name="connsiteY78" fmla="*/ 52387 h 320591"/>
              <a:gd name="connsiteX79" fmla="*/ 4507177 w 12191996"/>
              <a:gd name="connsiteY79" fmla="*/ 36512 h 320591"/>
              <a:gd name="connsiteX80" fmla="*/ 4553215 w 12191996"/>
              <a:gd name="connsiteY80" fmla="*/ 20637 h 320591"/>
              <a:gd name="connsiteX81" fmla="*/ 4605602 w 12191996"/>
              <a:gd name="connsiteY81" fmla="*/ 9525 h 320591"/>
              <a:gd name="connsiteX82" fmla="*/ 4665928 w 12191996"/>
              <a:gd name="connsiteY82" fmla="*/ 3175 h 320591"/>
              <a:gd name="connsiteX83" fmla="*/ 4734189 w 12191996"/>
              <a:gd name="connsiteY83" fmla="*/ 0 h 320591"/>
              <a:gd name="connsiteX84" fmla="*/ 4802453 w 12191996"/>
              <a:gd name="connsiteY84" fmla="*/ 3175 h 320591"/>
              <a:gd name="connsiteX85" fmla="*/ 4862777 w 12191996"/>
              <a:gd name="connsiteY85" fmla="*/ 9525 h 320591"/>
              <a:gd name="connsiteX86" fmla="*/ 4915165 w 12191996"/>
              <a:gd name="connsiteY86" fmla="*/ 20637 h 320591"/>
              <a:gd name="connsiteX87" fmla="*/ 4961201 w 12191996"/>
              <a:gd name="connsiteY87" fmla="*/ 36512 h 320591"/>
              <a:gd name="connsiteX88" fmla="*/ 5002477 w 12191996"/>
              <a:gd name="connsiteY88" fmla="*/ 52387 h 320591"/>
              <a:gd name="connsiteX89" fmla="*/ 5038989 w 12191996"/>
              <a:gd name="connsiteY89" fmla="*/ 68262 h 320591"/>
              <a:gd name="connsiteX90" fmla="*/ 5077090 w 12191996"/>
              <a:gd name="connsiteY90" fmla="*/ 87312 h 320591"/>
              <a:gd name="connsiteX91" fmla="*/ 5115189 w 12191996"/>
              <a:gd name="connsiteY91" fmla="*/ 106362 h 320591"/>
              <a:gd name="connsiteX92" fmla="*/ 5151701 w 12191996"/>
              <a:gd name="connsiteY92" fmla="*/ 125412 h 320591"/>
              <a:gd name="connsiteX93" fmla="*/ 5192977 w 12191996"/>
              <a:gd name="connsiteY93" fmla="*/ 141287 h 320591"/>
              <a:gd name="connsiteX94" fmla="*/ 5239014 w 12191996"/>
              <a:gd name="connsiteY94" fmla="*/ 155575 h 320591"/>
              <a:gd name="connsiteX95" fmla="*/ 5291401 w 12191996"/>
              <a:gd name="connsiteY95" fmla="*/ 166687 h 320591"/>
              <a:gd name="connsiteX96" fmla="*/ 5351727 w 12191996"/>
              <a:gd name="connsiteY96" fmla="*/ 174625 h 320591"/>
              <a:gd name="connsiteX97" fmla="*/ 5410199 w 12191996"/>
              <a:gd name="connsiteY97" fmla="*/ 175985 h 320591"/>
              <a:gd name="connsiteX98" fmla="*/ 5468671 w 12191996"/>
              <a:gd name="connsiteY98" fmla="*/ 174625 h 320591"/>
              <a:gd name="connsiteX99" fmla="*/ 5528996 w 12191996"/>
              <a:gd name="connsiteY99" fmla="*/ 166687 h 320591"/>
              <a:gd name="connsiteX100" fmla="*/ 5581383 w 12191996"/>
              <a:gd name="connsiteY100" fmla="*/ 155575 h 320591"/>
              <a:gd name="connsiteX101" fmla="*/ 5627421 w 12191996"/>
              <a:gd name="connsiteY101" fmla="*/ 141287 h 320591"/>
              <a:gd name="connsiteX102" fmla="*/ 5668696 w 12191996"/>
              <a:gd name="connsiteY102" fmla="*/ 125412 h 320591"/>
              <a:gd name="connsiteX103" fmla="*/ 5705209 w 12191996"/>
              <a:gd name="connsiteY103" fmla="*/ 106362 h 320591"/>
              <a:gd name="connsiteX104" fmla="*/ 5743308 w 12191996"/>
              <a:gd name="connsiteY104" fmla="*/ 87312 h 320591"/>
              <a:gd name="connsiteX105" fmla="*/ 5781408 w 12191996"/>
              <a:gd name="connsiteY105" fmla="*/ 68262 h 320591"/>
              <a:gd name="connsiteX106" fmla="*/ 5817921 w 12191996"/>
              <a:gd name="connsiteY106" fmla="*/ 52387 h 320591"/>
              <a:gd name="connsiteX107" fmla="*/ 5859196 w 12191996"/>
              <a:gd name="connsiteY107" fmla="*/ 36512 h 320591"/>
              <a:gd name="connsiteX108" fmla="*/ 5905234 w 12191996"/>
              <a:gd name="connsiteY108" fmla="*/ 20637 h 320591"/>
              <a:gd name="connsiteX109" fmla="*/ 5957621 w 12191996"/>
              <a:gd name="connsiteY109" fmla="*/ 9525 h 320591"/>
              <a:gd name="connsiteX110" fmla="*/ 6017947 w 12191996"/>
              <a:gd name="connsiteY110" fmla="*/ 3175 h 320591"/>
              <a:gd name="connsiteX111" fmla="*/ 6086209 w 12191996"/>
              <a:gd name="connsiteY111" fmla="*/ 0 h 320591"/>
              <a:gd name="connsiteX112" fmla="*/ 6095999 w 12191996"/>
              <a:gd name="connsiteY112" fmla="*/ 455 h 320591"/>
              <a:gd name="connsiteX113" fmla="*/ 6105789 w 12191996"/>
              <a:gd name="connsiteY113" fmla="*/ 0 h 320591"/>
              <a:gd name="connsiteX114" fmla="*/ 6174052 w 12191996"/>
              <a:gd name="connsiteY114" fmla="*/ 3175 h 320591"/>
              <a:gd name="connsiteX115" fmla="*/ 6234377 w 12191996"/>
              <a:gd name="connsiteY115" fmla="*/ 9525 h 320591"/>
              <a:gd name="connsiteX116" fmla="*/ 6286764 w 12191996"/>
              <a:gd name="connsiteY116" fmla="*/ 20637 h 320591"/>
              <a:gd name="connsiteX117" fmla="*/ 6332802 w 12191996"/>
              <a:gd name="connsiteY117" fmla="*/ 36512 h 320591"/>
              <a:gd name="connsiteX118" fmla="*/ 6374077 w 12191996"/>
              <a:gd name="connsiteY118" fmla="*/ 52387 h 320591"/>
              <a:gd name="connsiteX119" fmla="*/ 6410589 w 12191996"/>
              <a:gd name="connsiteY119" fmla="*/ 68262 h 320591"/>
              <a:gd name="connsiteX120" fmla="*/ 6448689 w 12191996"/>
              <a:gd name="connsiteY120" fmla="*/ 87312 h 320591"/>
              <a:gd name="connsiteX121" fmla="*/ 6486789 w 12191996"/>
              <a:gd name="connsiteY121" fmla="*/ 106362 h 320591"/>
              <a:gd name="connsiteX122" fmla="*/ 6523302 w 12191996"/>
              <a:gd name="connsiteY122" fmla="*/ 125412 h 320591"/>
              <a:gd name="connsiteX123" fmla="*/ 6564577 w 12191996"/>
              <a:gd name="connsiteY123" fmla="*/ 141287 h 320591"/>
              <a:gd name="connsiteX124" fmla="*/ 6610614 w 12191996"/>
              <a:gd name="connsiteY124" fmla="*/ 155575 h 320591"/>
              <a:gd name="connsiteX125" fmla="*/ 6663002 w 12191996"/>
              <a:gd name="connsiteY125" fmla="*/ 166687 h 320591"/>
              <a:gd name="connsiteX126" fmla="*/ 6723327 w 12191996"/>
              <a:gd name="connsiteY126" fmla="*/ 174625 h 320591"/>
              <a:gd name="connsiteX127" fmla="*/ 6781799 w 12191996"/>
              <a:gd name="connsiteY127" fmla="*/ 175985 h 320591"/>
              <a:gd name="connsiteX128" fmla="*/ 6840271 w 12191996"/>
              <a:gd name="connsiteY128" fmla="*/ 174625 h 320591"/>
              <a:gd name="connsiteX129" fmla="*/ 6900596 w 12191996"/>
              <a:gd name="connsiteY129" fmla="*/ 166687 h 320591"/>
              <a:gd name="connsiteX130" fmla="*/ 6952983 w 12191996"/>
              <a:gd name="connsiteY130" fmla="*/ 155575 h 320591"/>
              <a:gd name="connsiteX131" fmla="*/ 6999021 w 12191996"/>
              <a:gd name="connsiteY131" fmla="*/ 141287 h 320591"/>
              <a:gd name="connsiteX132" fmla="*/ 7040296 w 12191996"/>
              <a:gd name="connsiteY132" fmla="*/ 125412 h 320591"/>
              <a:gd name="connsiteX133" fmla="*/ 7076808 w 12191996"/>
              <a:gd name="connsiteY133" fmla="*/ 106362 h 320591"/>
              <a:gd name="connsiteX134" fmla="*/ 7114908 w 12191996"/>
              <a:gd name="connsiteY134" fmla="*/ 87312 h 320591"/>
              <a:gd name="connsiteX135" fmla="*/ 7153008 w 12191996"/>
              <a:gd name="connsiteY135" fmla="*/ 68262 h 320591"/>
              <a:gd name="connsiteX136" fmla="*/ 7189521 w 12191996"/>
              <a:gd name="connsiteY136" fmla="*/ 52387 h 320591"/>
              <a:gd name="connsiteX137" fmla="*/ 7230796 w 12191996"/>
              <a:gd name="connsiteY137" fmla="*/ 36512 h 320591"/>
              <a:gd name="connsiteX138" fmla="*/ 7276833 w 12191996"/>
              <a:gd name="connsiteY138" fmla="*/ 20637 h 320591"/>
              <a:gd name="connsiteX139" fmla="*/ 7329221 w 12191996"/>
              <a:gd name="connsiteY139" fmla="*/ 9525 h 320591"/>
              <a:gd name="connsiteX140" fmla="*/ 7389546 w 12191996"/>
              <a:gd name="connsiteY140" fmla="*/ 3175 h 320591"/>
              <a:gd name="connsiteX141" fmla="*/ 7457808 w 12191996"/>
              <a:gd name="connsiteY141" fmla="*/ 0 h 320591"/>
              <a:gd name="connsiteX142" fmla="*/ 7526071 w 12191996"/>
              <a:gd name="connsiteY142" fmla="*/ 3175 h 320591"/>
              <a:gd name="connsiteX143" fmla="*/ 7586396 w 12191996"/>
              <a:gd name="connsiteY143" fmla="*/ 9525 h 320591"/>
              <a:gd name="connsiteX144" fmla="*/ 7638783 w 12191996"/>
              <a:gd name="connsiteY144" fmla="*/ 20637 h 320591"/>
              <a:gd name="connsiteX145" fmla="*/ 7684821 w 12191996"/>
              <a:gd name="connsiteY145" fmla="*/ 36512 h 320591"/>
              <a:gd name="connsiteX146" fmla="*/ 7726096 w 12191996"/>
              <a:gd name="connsiteY146" fmla="*/ 52387 h 320591"/>
              <a:gd name="connsiteX147" fmla="*/ 7762608 w 12191996"/>
              <a:gd name="connsiteY147" fmla="*/ 68262 h 320591"/>
              <a:gd name="connsiteX148" fmla="*/ 7800708 w 12191996"/>
              <a:gd name="connsiteY148" fmla="*/ 87312 h 320591"/>
              <a:gd name="connsiteX149" fmla="*/ 7838808 w 12191996"/>
              <a:gd name="connsiteY149" fmla="*/ 106362 h 320591"/>
              <a:gd name="connsiteX150" fmla="*/ 7875321 w 12191996"/>
              <a:gd name="connsiteY150" fmla="*/ 125412 h 320591"/>
              <a:gd name="connsiteX151" fmla="*/ 7916596 w 12191996"/>
              <a:gd name="connsiteY151" fmla="*/ 141287 h 320591"/>
              <a:gd name="connsiteX152" fmla="*/ 7962633 w 12191996"/>
              <a:gd name="connsiteY152" fmla="*/ 155575 h 320591"/>
              <a:gd name="connsiteX153" fmla="*/ 8015021 w 12191996"/>
              <a:gd name="connsiteY153" fmla="*/ 166687 h 320591"/>
              <a:gd name="connsiteX154" fmla="*/ 8075346 w 12191996"/>
              <a:gd name="connsiteY154" fmla="*/ 174625 h 320591"/>
              <a:gd name="connsiteX155" fmla="*/ 8143608 w 12191996"/>
              <a:gd name="connsiteY155" fmla="*/ 176212 h 320591"/>
              <a:gd name="connsiteX156" fmla="*/ 8211871 w 12191996"/>
              <a:gd name="connsiteY156" fmla="*/ 174625 h 320591"/>
              <a:gd name="connsiteX157" fmla="*/ 8272196 w 12191996"/>
              <a:gd name="connsiteY157" fmla="*/ 166687 h 320591"/>
              <a:gd name="connsiteX158" fmla="*/ 8324583 w 12191996"/>
              <a:gd name="connsiteY158" fmla="*/ 155575 h 320591"/>
              <a:gd name="connsiteX159" fmla="*/ 8370621 w 12191996"/>
              <a:gd name="connsiteY159" fmla="*/ 141287 h 320591"/>
              <a:gd name="connsiteX160" fmla="*/ 8411896 w 12191996"/>
              <a:gd name="connsiteY160" fmla="*/ 125412 h 320591"/>
              <a:gd name="connsiteX161" fmla="*/ 8448408 w 12191996"/>
              <a:gd name="connsiteY161" fmla="*/ 106362 h 320591"/>
              <a:gd name="connsiteX162" fmla="*/ 8486508 w 12191996"/>
              <a:gd name="connsiteY162" fmla="*/ 87312 h 320591"/>
              <a:gd name="connsiteX163" fmla="*/ 8524608 w 12191996"/>
              <a:gd name="connsiteY163" fmla="*/ 68262 h 320591"/>
              <a:gd name="connsiteX164" fmla="*/ 8561120 w 12191996"/>
              <a:gd name="connsiteY164" fmla="*/ 52387 h 320591"/>
              <a:gd name="connsiteX165" fmla="*/ 8602396 w 12191996"/>
              <a:gd name="connsiteY165" fmla="*/ 36512 h 320591"/>
              <a:gd name="connsiteX166" fmla="*/ 8648432 w 12191996"/>
              <a:gd name="connsiteY166" fmla="*/ 20637 h 320591"/>
              <a:gd name="connsiteX167" fmla="*/ 8700820 w 12191996"/>
              <a:gd name="connsiteY167" fmla="*/ 9525 h 320591"/>
              <a:gd name="connsiteX168" fmla="*/ 8761146 w 12191996"/>
              <a:gd name="connsiteY168" fmla="*/ 3175 h 320591"/>
              <a:gd name="connsiteX169" fmla="*/ 8827820 w 12191996"/>
              <a:gd name="connsiteY169" fmla="*/ 0 h 320591"/>
              <a:gd name="connsiteX170" fmla="*/ 8897670 w 12191996"/>
              <a:gd name="connsiteY170" fmla="*/ 3175 h 320591"/>
              <a:gd name="connsiteX171" fmla="*/ 8957996 w 12191996"/>
              <a:gd name="connsiteY171" fmla="*/ 9525 h 320591"/>
              <a:gd name="connsiteX172" fmla="*/ 9010382 w 12191996"/>
              <a:gd name="connsiteY172" fmla="*/ 20637 h 320591"/>
              <a:gd name="connsiteX173" fmla="*/ 9056420 w 12191996"/>
              <a:gd name="connsiteY173" fmla="*/ 36512 h 320591"/>
              <a:gd name="connsiteX174" fmla="*/ 9097696 w 12191996"/>
              <a:gd name="connsiteY174" fmla="*/ 52387 h 320591"/>
              <a:gd name="connsiteX175" fmla="*/ 9134208 w 12191996"/>
              <a:gd name="connsiteY175" fmla="*/ 68262 h 320591"/>
              <a:gd name="connsiteX176" fmla="*/ 9172308 w 12191996"/>
              <a:gd name="connsiteY176" fmla="*/ 87312 h 320591"/>
              <a:gd name="connsiteX177" fmla="*/ 9210408 w 12191996"/>
              <a:gd name="connsiteY177" fmla="*/ 106362 h 320591"/>
              <a:gd name="connsiteX178" fmla="*/ 9246920 w 12191996"/>
              <a:gd name="connsiteY178" fmla="*/ 125412 h 320591"/>
              <a:gd name="connsiteX179" fmla="*/ 9288196 w 12191996"/>
              <a:gd name="connsiteY179" fmla="*/ 141287 h 320591"/>
              <a:gd name="connsiteX180" fmla="*/ 9334232 w 12191996"/>
              <a:gd name="connsiteY180" fmla="*/ 155575 h 320591"/>
              <a:gd name="connsiteX181" fmla="*/ 9386620 w 12191996"/>
              <a:gd name="connsiteY181" fmla="*/ 166687 h 320591"/>
              <a:gd name="connsiteX182" fmla="*/ 9446946 w 12191996"/>
              <a:gd name="connsiteY182" fmla="*/ 174625 h 320591"/>
              <a:gd name="connsiteX183" fmla="*/ 9515208 w 12191996"/>
              <a:gd name="connsiteY183" fmla="*/ 176212 h 320591"/>
              <a:gd name="connsiteX184" fmla="*/ 9583470 w 12191996"/>
              <a:gd name="connsiteY184" fmla="*/ 174625 h 320591"/>
              <a:gd name="connsiteX185" fmla="*/ 9643796 w 12191996"/>
              <a:gd name="connsiteY185" fmla="*/ 166687 h 320591"/>
              <a:gd name="connsiteX186" fmla="*/ 9696182 w 12191996"/>
              <a:gd name="connsiteY186" fmla="*/ 155575 h 320591"/>
              <a:gd name="connsiteX187" fmla="*/ 9742220 w 12191996"/>
              <a:gd name="connsiteY187" fmla="*/ 141287 h 320591"/>
              <a:gd name="connsiteX188" fmla="*/ 9783496 w 12191996"/>
              <a:gd name="connsiteY188" fmla="*/ 125412 h 320591"/>
              <a:gd name="connsiteX189" fmla="*/ 9820008 w 12191996"/>
              <a:gd name="connsiteY189" fmla="*/ 106362 h 320591"/>
              <a:gd name="connsiteX190" fmla="*/ 9896208 w 12191996"/>
              <a:gd name="connsiteY190" fmla="*/ 68262 h 320591"/>
              <a:gd name="connsiteX191" fmla="*/ 9932720 w 12191996"/>
              <a:gd name="connsiteY191" fmla="*/ 52387 h 320591"/>
              <a:gd name="connsiteX192" fmla="*/ 9973996 w 12191996"/>
              <a:gd name="connsiteY192" fmla="*/ 36512 h 320591"/>
              <a:gd name="connsiteX193" fmla="*/ 10020032 w 12191996"/>
              <a:gd name="connsiteY193" fmla="*/ 20637 h 320591"/>
              <a:gd name="connsiteX194" fmla="*/ 10072420 w 12191996"/>
              <a:gd name="connsiteY194" fmla="*/ 9525 h 320591"/>
              <a:gd name="connsiteX195" fmla="*/ 10132746 w 12191996"/>
              <a:gd name="connsiteY195" fmla="*/ 3175 h 320591"/>
              <a:gd name="connsiteX196" fmla="*/ 10201008 w 12191996"/>
              <a:gd name="connsiteY196" fmla="*/ 0 h 320591"/>
              <a:gd name="connsiteX197" fmla="*/ 10269270 w 12191996"/>
              <a:gd name="connsiteY197" fmla="*/ 3175 h 320591"/>
              <a:gd name="connsiteX198" fmla="*/ 10329596 w 12191996"/>
              <a:gd name="connsiteY198" fmla="*/ 9525 h 320591"/>
              <a:gd name="connsiteX199" fmla="*/ 10381982 w 12191996"/>
              <a:gd name="connsiteY199" fmla="*/ 20637 h 320591"/>
              <a:gd name="connsiteX200" fmla="*/ 10428020 w 12191996"/>
              <a:gd name="connsiteY200" fmla="*/ 36512 h 320591"/>
              <a:gd name="connsiteX201" fmla="*/ 10469296 w 12191996"/>
              <a:gd name="connsiteY201" fmla="*/ 52387 h 320591"/>
              <a:gd name="connsiteX202" fmla="*/ 10505808 w 12191996"/>
              <a:gd name="connsiteY202" fmla="*/ 68262 h 320591"/>
              <a:gd name="connsiteX203" fmla="*/ 10543908 w 12191996"/>
              <a:gd name="connsiteY203" fmla="*/ 87312 h 320591"/>
              <a:gd name="connsiteX204" fmla="*/ 10582008 w 12191996"/>
              <a:gd name="connsiteY204" fmla="*/ 106362 h 320591"/>
              <a:gd name="connsiteX205" fmla="*/ 10618520 w 12191996"/>
              <a:gd name="connsiteY205" fmla="*/ 125412 h 320591"/>
              <a:gd name="connsiteX206" fmla="*/ 10659796 w 12191996"/>
              <a:gd name="connsiteY206" fmla="*/ 141287 h 320591"/>
              <a:gd name="connsiteX207" fmla="*/ 10705832 w 12191996"/>
              <a:gd name="connsiteY207" fmla="*/ 155575 h 320591"/>
              <a:gd name="connsiteX208" fmla="*/ 10758220 w 12191996"/>
              <a:gd name="connsiteY208" fmla="*/ 166687 h 320591"/>
              <a:gd name="connsiteX209" fmla="*/ 10818546 w 12191996"/>
              <a:gd name="connsiteY209" fmla="*/ 174625 h 320591"/>
              <a:gd name="connsiteX210" fmla="*/ 10886808 w 12191996"/>
              <a:gd name="connsiteY210" fmla="*/ 176212 h 320591"/>
              <a:gd name="connsiteX211" fmla="*/ 10955070 w 12191996"/>
              <a:gd name="connsiteY211" fmla="*/ 174625 h 320591"/>
              <a:gd name="connsiteX212" fmla="*/ 11015396 w 12191996"/>
              <a:gd name="connsiteY212" fmla="*/ 166687 h 320591"/>
              <a:gd name="connsiteX213" fmla="*/ 11067782 w 12191996"/>
              <a:gd name="connsiteY213" fmla="*/ 155575 h 320591"/>
              <a:gd name="connsiteX214" fmla="*/ 11113820 w 12191996"/>
              <a:gd name="connsiteY214" fmla="*/ 141287 h 320591"/>
              <a:gd name="connsiteX215" fmla="*/ 11155096 w 12191996"/>
              <a:gd name="connsiteY215" fmla="*/ 125412 h 320591"/>
              <a:gd name="connsiteX216" fmla="*/ 11191608 w 12191996"/>
              <a:gd name="connsiteY216" fmla="*/ 106362 h 320591"/>
              <a:gd name="connsiteX217" fmla="*/ 11229708 w 12191996"/>
              <a:gd name="connsiteY217" fmla="*/ 87312 h 320591"/>
              <a:gd name="connsiteX218" fmla="*/ 11267808 w 12191996"/>
              <a:gd name="connsiteY218" fmla="*/ 68262 h 320591"/>
              <a:gd name="connsiteX219" fmla="*/ 11304320 w 12191996"/>
              <a:gd name="connsiteY219" fmla="*/ 52387 h 320591"/>
              <a:gd name="connsiteX220" fmla="*/ 11345596 w 12191996"/>
              <a:gd name="connsiteY220" fmla="*/ 36512 h 320591"/>
              <a:gd name="connsiteX221" fmla="*/ 11391632 w 12191996"/>
              <a:gd name="connsiteY221" fmla="*/ 20637 h 320591"/>
              <a:gd name="connsiteX222" fmla="*/ 11444020 w 12191996"/>
              <a:gd name="connsiteY222" fmla="*/ 9525 h 320591"/>
              <a:gd name="connsiteX223" fmla="*/ 11504346 w 12191996"/>
              <a:gd name="connsiteY223" fmla="*/ 3175 h 320591"/>
              <a:gd name="connsiteX224" fmla="*/ 11572608 w 12191996"/>
              <a:gd name="connsiteY224" fmla="*/ 0 h 320591"/>
              <a:gd name="connsiteX225" fmla="*/ 11640870 w 12191996"/>
              <a:gd name="connsiteY225" fmla="*/ 3175 h 320591"/>
              <a:gd name="connsiteX226" fmla="*/ 11701196 w 12191996"/>
              <a:gd name="connsiteY226" fmla="*/ 9525 h 320591"/>
              <a:gd name="connsiteX227" fmla="*/ 11753582 w 12191996"/>
              <a:gd name="connsiteY227" fmla="*/ 20637 h 320591"/>
              <a:gd name="connsiteX228" fmla="*/ 11799620 w 12191996"/>
              <a:gd name="connsiteY228" fmla="*/ 36512 h 320591"/>
              <a:gd name="connsiteX229" fmla="*/ 11840896 w 12191996"/>
              <a:gd name="connsiteY229" fmla="*/ 52387 h 320591"/>
              <a:gd name="connsiteX230" fmla="*/ 11877408 w 12191996"/>
              <a:gd name="connsiteY230" fmla="*/ 68262 h 320591"/>
              <a:gd name="connsiteX231" fmla="*/ 11915508 w 12191996"/>
              <a:gd name="connsiteY231" fmla="*/ 87312 h 320591"/>
              <a:gd name="connsiteX232" fmla="*/ 11953608 w 12191996"/>
              <a:gd name="connsiteY232" fmla="*/ 106362 h 320591"/>
              <a:gd name="connsiteX233" fmla="*/ 11990120 w 12191996"/>
              <a:gd name="connsiteY233" fmla="*/ 125412 h 320591"/>
              <a:gd name="connsiteX234" fmla="*/ 12031396 w 12191996"/>
              <a:gd name="connsiteY234" fmla="*/ 141287 h 320591"/>
              <a:gd name="connsiteX235" fmla="*/ 12077432 w 12191996"/>
              <a:gd name="connsiteY235" fmla="*/ 155575 h 320591"/>
              <a:gd name="connsiteX236" fmla="*/ 12129820 w 12191996"/>
              <a:gd name="connsiteY236" fmla="*/ 166688 h 320591"/>
              <a:gd name="connsiteX237" fmla="*/ 12190146 w 12191996"/>
              <a:gd name="connsiteY237" fmla="*/ 174625 h 320591"/>
              <a:gd name="connsiteX238" fmla="*/ 12191996 w 12191996"/>
              <a:gd name="connsiteY238" fmla="*/ 174668 h 320591"/>
              <a:gd name="connsiteX239" fmla="*/ 12191996 w 12191996"/>
              <a:gd name="connsiteY239" fmla="*/ 319047 h 320591"/>
              <a:gd name="connsiteX240" fmla="*/ 12190146 w 12191996"/>
              <a:gd name="connsiteY240" fmla="*/ 319004 h 320591"/>
              <a:gd name="connsiteX241" fmla="*/ 12129820 w 12191996"/>
              <a:gd name="connsiteY241" fmla="*/ 311067 h 320591"/>
              <a:gd name="connsiteX242" fmla="*/ 12077432 w 12191996"/>
              <a:gd name="connsiteY242" fmla="*/ 299954 h 320591"/>
              <a:gd name="connsiteX243" fmla="*/ 12031396 w 12191996"/>
              <a:gd name="connsiteY243" fmla="*/ 285666 h 320591"/>
              <a:gd name="connsiteX244" fmla="*/ 11990120 w 12191996"/>
              <a:gd name="connsiteY244" fmla="*/ 269791 h 320591"/>
              <a:gd name="connsiteX245" fmla="*/ 11953608 w 12191996"/>
              <a:gd name="connsiteY245" fmla="*/ 250741 h 320591"/>
              <a:gd name="connsiteX246" fmla="*/ 11915508 w 12191996"/>
              <a:gd name="connsiteY246" fmla="*/ 231691 h 320591"/>
              <a:gd name="connsiteX247" fmla="*/ 11877408 w 12191996"/>
              <a:gd name="connsiteY247" fmla="*/ 212641 h 320591"/>
              <a:gd name="connsiteX248" fmla="*/ 11840896 w 12191996"/>
              <a:gd name="connsiteY248" fmla="*/ 196766 h 320591"/>
              <a:gd name="connsiteX249" fmla="*/ 11799620 w 12191996"/>
              <a:gd name="connsiteY249" fmla="*/ 180891 h 320591"/>
              <a:gd name="connsiteX250" fmla="*/ 11753582 w 12191996"/>
              <a:gd name="connsiteY250" fmla="*/ 165016 h 320591"/>
              <a:gd name="connsiteX251" fmla="*/ 11701196 w 12191996"/>
              <a:gd name="connsiteY251" fmla="*/ 153904 h 320591"/>
              <a:gd name="connsiteX252" fmla="*/ 11640870 w 12191996"/>
              <a:gd name="connsiteY252" fmla="*/ 147554 h 320591"/>
              <a:gd name="connsiteX253" fmla="*/ 11572608 w 12191996"/>
              <a:gd name="connsiteY253" fmla="*/ 144379 h 320591"/>
              <a:gd name="connsiteX254" fmla="*/ 11504346 w 12191996"/>
              <a:gd name="connsiteY254" fmla="*/ 147554 h 320591"/>
              <a:gd name="connsiteX255" fmla="*/ 11444020 w 12191996"/>
              <a:gd name="connsiteY255" fmla="*/ 153904 h 320591"/>
              <a:gd name="connsiteX256" fmla="*/ 11391632 w 12191996"/>
              <a:gd name="connsiteY256" fmla="*/ 165016 h 320591"/>
              <a:gd name="connsiteX257" fmla="*/ 11345596 w 12191996"/>
              <a:gd name="connsiteY257" fmla="*/ 180891 h 320591"/>
              <a:gd name="connsiteX258" fmla="*/ 11304320 w 12191996"/>
              <a:gd name="connsiteY258" fmla="*/ 196766 h 320591"/>
              <a:gd name="connsiteX259" fmla="*/ 11267808 w 12191996"/>
              <a:gd name="connsiteY259" fmla="*/ 212641 h 320591"/>
              <a:gd name="connsiteX260" fmla="*/ 11229708 w 12191996"/>
              <a:gd name="connsiteY260" fmla="*/ 231691 h 320591"/>
              <a:gd name="connsiteX261" fmla="*/ 11191608 w 12191996"/>
              <a:gd name="connsiteY261" fmla="*/ 250741 h 320591"/>
              <a:gd name="connsiteX262" fmla="*/ 11155096 w 12191996"/>
              <a:gd name="connsiteY262" fmla="*/ 269791 h 320591"/>
              <a:gd name="connsiteX263" fmla="*/ 11113820 w 12191996"/>
              <a:gd name="connsiteY263" fmla="*/ 285666 h 320591"/>
              <a:gd name="connsiteX264" fmla="*/ 11067782 w 12191996"/>
              <a:gd name="connsiteY264" fmla="*/ 299954 h 320591"/>
              <a:gd name="connsiteX265" fmla="*/ 11015396 w 12191996"/>
              <a:gd name="connsiteY265" fmla="*/ 311066 h 320591"/>
              <a:gd name="connsiteX266" fmla="*/ 10955070 w 12191996"/>
              <a:gd name="connsiteY266" fmla="*/ 319004 h 320591"/>
              <a:gd name="connsiteX267" fmla="*/ 10886808 w 12191996"/>
              <a:gd name="connsiteY267" fmla="*/ 320591 h 320591"/>
              <a:gd name="connsiteX268" fmla="*/ 10818546 w 12191996"/>
              <a:gd name="connsiteY268" fmla="*/ 319004 h 320591"/>
              <a:gd name="connsiteX269" fmla="*/ 10758220 w 12191996"/>
              <a:gd name="connsiteY269" fmla="*/ 311066 h 320591"/>
              <a:gd name="connsiteX270" fmla="*/ 10705832 w 12191996"/>
              <a:gd name="connsiteY270" fmla="*/ 299954 h 320591"/>
              <a:gd name="connsiteX271" fmla="*/ 10659796 w 12191996"/>
              <a:gd name="connsiteY271" fmla="*/ 285666 h 320591"/>
              <a:gd name="connsiteX272" fmla="*/ 10618520 w 12191996"/>
              <a:gd name="connsiteY272" fmla="*/ 269791 h 320591"/>
              <a:gd name="connsiteX273" fmla="*/ 10582008 w 12191996"/>
              <a:gd name="connsiteY273" fmla="*/ 250741 h 320591"/>
              <a:gd name="connsiteX274" fmla="*/ 10543908 w 12191996"/>
              <a:gd name="connsiteY274" fmla="*/ 231691 h 320591"/>
              <a:gd name="connsiteX275" fmla="*/ 10505808 w 12191996"/>
              <a:gd name="connsiteY275" fmla="*/ 212641 h 320591"/>
              <a:gd name="connsiteX276" fmla="*/ 10469296 w 12191996"/>
              <a:gd name="connsiteY276" fmla="*/ 196766 h 320591"/>
              <a:gd name="connsiteX277" fmla="*/ 10428020 w 12191996"/>
              <a:gd name="connsiteY277" fmla="*/ 180891 h 320591"/>
              <a:gd name="connsiteX278" fmla="*/ 10381982 w 12191996"/>
              <a:gd name="connsiteY278" fmla="*/ 165016 h 320591"/>
              <a:gd name="connsiteX279" fmla="*/ 10329596 w 12191996"/>
              <a:gd name="connsiteY279" fmla="*/ 153904 h 320591"/>
              <a:gd name="connsiteX280" fmla="*/ 10269270 w 12191996"/>
              <a:gd name="connsiteY280" fmla="*/ 147554 h 320591"/>
              <a:gd name="connsiteX281" fmla="*/ 10201008 w 12191996"/>
              <a:gd name="connsiteY281" fmla="*/ 144379 h 320591"/>
              <a:gd name="connsiteX282" fmla="*/ 10132746 w 12191996"/>
              <a:gd name="connsiteY282" fmla="*/ 147554 h 320591"/>
              <a:gd name="connsiteX283" fmla="*/ 10072420 w 12191996"/>
              <a:gd name="connsiteY283" fmla="*/ 153904 h 320591"/>
              <a:gd name="connsiteX284" fmla="*/ 10020032 w 12191996"/>
              <a:gd name="connsiteY284" fmla="*/ 165016 h 320591"/>
              <a:gd name="connsiteX285" fmla="*/ 9973996 w 12191996"/>
              <a:gd name="connsiteY285" fmla="*/ 180891 h 320591"/>
              <a:gd name="connsiteX286" fmla="*/ 9932720 w 12191996"/>
              <a:gd name="connsiteY286" fmla="*/ 196766 h 320591"/>
              <a:gd name="connsiteX287" fmla="*/ 9896208 w 12191996"/>
              <a:gd name="connsiteY287" fmla="*/ 212641 h 320591"/>
              <a:gd name="connsiteX288" fmla="*/ 9820008 w 12191996"/>
              <a:gd name="connsiteY288" fmla="*/ 250741 h 320591"/>
              <a:gd name="connsiteX289" fmla="*/ 9783496 w 12191996"/>
              <a:gd name="connsiteY289" fmla="*/ 269791 h 320591"/>
              <a:gd name="connsiteX290" fmla="*/ 9742220 w 12191996"/>
              <a:gd name="connsiteY290" fmla="*/ 285666 h 320591"/>
              <a:gd name="connsiteX291" fmla="*/ 9696182 w 12191996"/>
              <a:gd name="connsiteY291" fmla="*/ 299954 h 320591"/>
              <a:gd name="connsiteX292" fmla="*/ 9643796 w 12191996"/>
              <a:gd name="connsiteY292" fmla="*/ 311066 h 320591"/>
              <a:gd name="connsiteX293" fmla="*/ 9583470 w 12191996"/>
              <a:gd name="connsiteY293" fmla="*/ 319004 h 320591"/>
              <a:gd name="connsiteX294" fmla="*/ 9515208 w 12191996"/>
              <a:gd name="connsiteY294" fmla="*/ 320591 h 320591"/>
              <a:gd name="connsiteX295" fmla="*/ 9446946 w 12191996"/>
              <a:gd name="connsiteY295" fmla="*/ 319004 h 320591"/>
              <a:gd name="connsiteX296" fmla="*/ 9386620 w 12191996"/>
              <a:gd name="connsiteY296" fmla="*/ 311066 h 320591"/>
              <a:gd name="connsiteX297" fmla="*/ 9334232 w 12191996"/>
              <a:gd name="connsiteY297" fmla="*/ 299954 h 320591"/>
              <a:gd name="connsiteX298" fmla="*/ 9288196 w 12191996"/>
              <a:gd name="connsiteY298" fmla="*/ 285666 h 320591"/>
              <a:gd name="connsiteX299" fmla="*/ 9246920 w 12191996"/>
              <a:gd name="connsiteY299" fmla="*/ 269791 h 320591"/>
              <a:gd name="connsiteX300" fmla="*/ 9210408 w 12191996"/>
              <a:gd name="connsiteY300" fmla="*/ 250741 h 320591"/>
              <a:gd name="connsiteX301" fmla="*/ 9172308 w 12191996"/>
              <a:gd name="connsiteY301" fmla="*/ 231691 h 320591"/>
              <a:gd name="connsiteX302" fmla="*/ 9134208 w 12191996"/>
              <a:gd name="connsiteY302" fmla="*/ 212641 h 320591"/>
              <a:gd name="connsiteX303" fmla="*/ 9097696 w 12191996"/>
              <a:gd name="connsiteY303" fmla="*/ 196766 h 320591"/>
              <a:gd name="connsiteX304" fmla="*/ 9056420 w 12191996"/>
              <a:gd name="connsiteY304" fmla="*/ 180891 h 320591"/>
              <a:gd name="connsiteX305" fmla="*/ 9010382 w 12191996"/>
              <a:gd name="connsiteY305" fmla="*/ 165016 h 320591"/>
              <a:gd name="connsiteX306" fmla="*/ 8957996 w 12191996"/>
              <a:gd name="connsiteY306" fmla="*/ 153904 h 320591"/>
              <a:gd name="connsiteX307" fmla="*/ 8897670 w 12191996"/>
              <a:gd name="connsiteY307" fmla="*/ 147554 h 320591"/>
              <a:gd name="connsiteX308" fmla="*/ 8827820 w 12191996"/>
              <a:gd name="connsiteY308" fmla="*/ 144379 h 320591"/>
              <a:gd name="connsiteX309" fmla="*/ 8761146 w 12191996"/>
              <a:gd name="connsiteY309" fmla="*/ 147554 h 320591"/>
              <a:gd name="connsiteX310" fmla="*/ 8700820 w 12191996"/>
              <a:gd name="connsiteY310" fmla="*/ 153904 h 320591"/>
              <a:gd name="connsiteX311" fmla="*/ 8648432 w 12191996"/>
              <a:gd name="connsiteY311" fmla="*/ 165016 h 320591"/>
              <a:gd name="connsiteX312" fmla="*/ 8602396 w 12191996"/>
              <a:gd name="connsiteY312" fmla="*/ 180891 h 320591"/>
              <a:gd name="connsiteX313" fmla="*/ 8561120 w 12191996"/>
              <a:gd name="connsiteY313" fmla="*/ 196766 h 320591"/>
              <a:gd name="connsiteX314" fmla="*/ 8524608 w 12191996"/>
              <a:gd name="connsiteY314" fmla="*/ 212641 h 320591"/>
              <a:gd name="connsiteX315" fmla="*/ 8486508 w 12191996"/>
              <a:gd name="connsiteY315" fmla="*/ 231691 h 320591"/>
              <a:gd name="connsiteX316" fmla="*/ 8448408 w 12191996"/>
              <a:gd name="connsiteY316" fmla="*/ 250741 h 320591"/>
              <a:gd name="connsiteX317" fmla="*/ 8411896 w 12191996"/>
              <a:gd name="connsiteY317" fmla="*/ 269791 h 320591"/>
              <a:gd name="connsiteX318" fmla="*/ 8370621 w 12191996"/>
              <a:gd name="connsiteY318" fmla="*/ 285666 h 320591"/>
              <a:gd name="connsiteX319" fmla="*/ 8324583 w 12191996"/>
              <a:gd name="connsiteY319" fmla="*/ 299954 h 320591"/>
              <a:gd name="connsiteX320" fmla="*/ 8272196 w 12191996"/>
              <a:gd name="connsiteY320" fmla="*/ 311066 h 320591"/>
              <a:gd name="connsiteX321" fmla="*/ 8211871 w 12191996"/>
              <a:gd name="connsiteY321" fmla="*/ 319004 h 320591"/>
              <a:gd name="connsiteX322" fmla="*/ 8143608 w 12191996"/>
              <a:gd name="connsiteY322" fmla="*/ 320591 h 320591"/>
              <a:gd name="connsiteX323" fmla="*/ 8075346 w 12191996"/>
              <a:gd name="connsiteY323" fmla="*/ 319004 h 320591"/>
              <a:gd name="connsiteX324" fmla="*/ 8015021 w 12191996"/>
              <a:gd name="connsiteY324" fmla="*/ 311066 h 320591"/>
              <a:gd name="connsiteX325" fmla="*/ 7962633 w 12191996"/>
              <a:gd name="connsiteY325" fmla="*/ 299954 h 320591"/>
              <a:gd name="connsiteX326" fmla="*/ 7916596 w 12191996"/>
              <a:gd name="connsiteY326" fmla="*/ 285666 h 320591"/>
              <a:gd name="connsiteX327" fmla="*/ 7875321 w 12191996"/>
              <a:gd name="connsiteY327" fmla="*/ 269791 h 320591"/>
              <a:gd name="connsiteX328" fmla="*/ 7838808 w 12191996"/>
              <a:gd name="connsiteY328" fmla="*/ 250741 h 320591"/>
              <a:gd name="connsiteX329" fmla="*/ 7800708 w 12191996"/>
              <a:gd name="connsiteY329" fmla="*/ 231691 h 320591"/>
              <a:gd name="connsiteX330" fmla="*/ 7762608 w 12191996"/>
              <a:gd name="connsiteY330" fmla="*/ 212641 h 320591"/>
              <a:gd name="connsiteX331" fmla="*/ 7726096 w 12191996"/>
              <a:gd name="connsiteY331" fmla="*/ 196766 h 320591"/>
              <a:gd name="connsiteX332" fmla="*/ 7684821 w 12191996"/>
              <a:gd name="connsiteY332" fmla="*/ 180891 h 320591"/>
              <a:gd name="connsiteX333" fmla="*/ 7638783 w 12191996"/>
              <a:gd name="connsiteY333" fmla="*/ 165016 h 320591"/>
              <a:gd name="connsiteX334" fmla="*/ 7586396 w 12191996"/>
              <a:gd name="connsiteY334" fmla="*/ 153904 h 320591"/>
              <a:gd name="connsiteX335" fmla="*/ 7526071 w 12191996"/>
              <a:gd name="connsiteY335" fmla="*/ 147554 h 320591"/>
              <a:gd name="connsiteX336" fmla="*/ 7457808 w 12191996"/>
              <a:gd name="connsiteY336" fmla="*/ 144379 h 320591"/>
              <a:gd name="connsiteX337" fmla="*/ 7389546 w 12191996"/>
              <a:gd name="connsiteY337" fmla="*/ 147554 h 320591"/>
              <a:gd name="connsiteX338" fmla="*/ 7329221 w 12191996"/>
              <a:gd name="connsiteY338" fmla="*/ 153904 h 320591"/>
              <a:gd name="connsiteX339" fmla="*/ 7276833 w 12191996"/>
              <a:gd name="connsiteY339" fmla="*/ 165016 h 320591"/>
              <a:gd name="connsiteX340" fmla="*/ 7230796 w 12191996"/>
              <a:gd name="connsiteY340" fmla="*/ 180891 h 320591"/>
              <a:gd name="connsiteX341" fmla="*/ 7189521 w 12191996"/>
              <a:gd name="connsiteY341" fmla="*/ 196766 h 320591"/>
              <a:gd name="connsiteX342" fmla="*/ 7153008 w 12191996"/>
              <a:gd name="connsiteY342" fmla="*/ 212641 h 320591"/>
              <a:gd name="connsiteX343" fmla="*/ 7114908 w 12191996"/>
              <a:gd name="connsiteY343" fmla="*/ 231691 h 320591"/>
              <a:gd name="connsiteX344" fmla="*/ 7076808 w 12191996"/>
              <a:gd name="connsiteY344" fmla="*/ 250741 h 320591"/>
              <a:gd name="connsiteX345" fmla="*/ 7040296 w 12191996"/>
              <a:gd name="connsiteY345" fmla="*/ 269791 h 320591"/>
              <a:gd name="connsiteX346" fmla="*/ 6999021 w 12191996"/>
              <a:gd name="connsiteY346" fmla="*/ 285666 h 320591"/>
              <a:gd name="connsiteX347" fmla="*/ 6952983 w 12191996"/>
              <a:gd name="connsiteY347" fmla="*/ 299954 h 320591"/>
              <a:gd name="connsiteX348" fmla="*/ 6900596 w 12191996"/>
              <a:gd name="connsiteY348" fmla="*/ 311066 h 320591"/>
              <a:gd name="connsiteX349" fmla="*/ 6840271 w 12191996"/>
              <a:gd name="connsiteY349" fmla="*/ 319004 h 320591"/>
              <a:gd name="connsiteX350" fmla="*/ 6781799 w 12191996"/>
              <a:gd name="connsiteY350" fmla="*/ 320364 h 320591"/>
              <a:gd name="connsiteX351" fmla="*/ 6723327 w 12191996"/>
              <a:gd name="connsiteY351" fmla="*/ 319004 h 320591"/>
              <a:gd name="connsiteX352" fmla="*/ 6663002 w 12191996"/>
              <a:gd name="connsiteY352" fmla="*/ 311066 h 320591"/>
              <a:gd name="connsiteX353" fmla="*/ 6610614 w 12191996"/>
              <a:gd name="connsiteY353" fmla="*/ 299954 h 320591"/>
              <a:gd name="connsiteX354" fmla="*/ 6564577 w 12191996"/>
              <a:gd name="connsiteY354" fmla="*/ 285666 h 320591"/>
              <a:gd name="connsiteX355" fmla="*/ 6523302 w 12191996"/>
              <a:gd name="connsiteY355" fmla="*/ 269791 h 320591"/>
              <a:gd name="connsiteX356" fmla="*/ 6486789 w 12191996"/>
              <a:gd name="connsiteY356" fmla="*/ 250741 h 320591"/>
              <a:gd name="connsiteX357" fmla="*/ 6448689 w 12191996"/>
              <a:gd name="connsiteY357" fmla="*/ 231691 h 320591"/>
              <a:gd name="connsiteX358" fmla="*/ 6410589 w 12191996"/>
              <a:gd name="connsiteY358" fmla="*/ 212641 h 320591"/>
              <a:gd name="connsiteX359" fmla="*/ 6374077 w 12191996"/>
              <a:gd name="connsiteY359" fmla="*/ 196766 h 320591"/>
              <a:gd name="connsiteX360" fmla="*/ 6332802 w 12191996"/>
              <a:gd name="connsiteY360" fmla="*/ 180891 h 320591"/>
              <a:gd name="connsiteX361" fmla="*/ 6286764 w 12191996"/>
              <a:gd name="connsiteY361" fmla="*/ 165016 h 320591"/>
              <a:gd name="connsiteX362" fmla="*/ 6234377 w 12191996"/>
              <a:gd name="connsiteY362" fmla="*/ 153904 h 320591"/>
              <a:gd name="connsiteX363" fmla="*/ 6174052 w 12191996"/>
              <a:gd name="connsiteY363" fmla="*/ 147554 h 320591"/>
              <a:gd name="connsiteX364" fmla="*/ 6105789 w 12191996"/>
              <a:gd name="connsiteY364" fmla="*/ 144379 h 320591"/>
              <a:gd name="connsiteX365" fmla="*/ 6095999 w 12191996"/>
              <a:gd name="connsiteY365" fmla="*/ 144834 h 320591"/>
              <a:gd name="connsiteX366" fmla="*/ 6086208 w 12191996"/>
              <a:gd name="connsiteY366" fmla="*/ 144379 h 320591"/>
              <a:gd name="connsiteX367" fmla="*/ 6017947 w 12191996"/>
              <a:gd name="connsiteY367" fmla="*/ 147554 h 320591"/>
              <a:gd name="connsiteX368" fmla="*/ 5957621 w 12191996"/>
              <a:gd name="connsiteY368" fmla="*/ 153904 h 320591"/>
              <a:gd name="connsiteX369" fmla="*/ 5905234 w 12191996"/>
              <a:gd name="connsiteY369" fmla="*/ 165016 h 320591"/>
              <a:gd name="connsiteX370" fmla="*/ 5859196 w 12191996"/>
              <a:gd name="connsiteY370" fmla="*/ 180891 h 320591"/>
              <a:gd name="connsiteX371" fmla="*/ 5817921 w 12191996"/>
              <a:gd name="connsiteY371" fmla="*/ 196766 h 320591"/>
              <a:gd name="connsiteX372" fmla="*/ 5781408 w 12191996"/>
              <a:gd name="connsiteY372" fmla="*/ 212641 h 320591"/>
              <a:gd name="connsiteX373" fmla="*/ 5743308 w 12191996"/>
              <a:gd name="connsiteY373" fmla="*/ 231691 h 320591"/>
              <a:gd name="connsiteX374" fmla="*/ 5705209 w 12191996"/>
              <a:gd name="connsiteY374" fmla="*/ 250741 h 320591"/>
              <a:gd name="connsiteX375" fmla="*/ 5668696 w 12191996"/>
              <a:gd name="connsiteY375" fmla="*/ 269791 h 320591"/>
              <a:gd name="connsiteX376" fmla="*/ 5627421 w 12191996"/>
              <a:gd name="connsiteY376" fmla="*/ 285666 h 320591"/>
              <a:gd name="connsiteX377" fmla="*/ 5581383 w 12191996"/>
              <a:gd name="connsiteY377" fmla="*/ 299954 h 320591"/>
              <a:gd name="connsiteX378" fmla="*/ 5528996 w 12191996"/>
              <a:gd name="connsiteY378" fmla="*/ 311066 h 320591"/>
              <a:gd name="connsiteX379" fmla="*/ 5468671 w 12191996"/>
              <a:gd name="connsiteY379" fmla="*/ 319004 h 320591"/>
              <a:gd name="connsiteX380" fmla="*/ 5410199 w 12191996"/>
              <a:gd name="connsiteY380" fmla="*/ 320364 h 320591"/>
              <a:gd name="connsiteX381" fmla="*/ 5351727 w 12191996"/>
              <a:gd name="connsiteY381" fmla="*/ 319004 h 320591"/>
              <a:gd name="connsiteX382" fmla="*/ 5291401 w 12191996"/>
              <a:gd name="connsiteY382" fmla="*/ 311066 h 320591"/>
              <a:gd name="connsiteX383" fmla="*/ 5239014 w 12191996"/>
              <a:gd name="connsiteY383" fmla="*/ 299954 h 320591"/>
              <a:gd name="connsiteX384" fmla="*/ 5192976 w 12191996"/>
              <a:gd name="connsiteY384" fmla="*/ 285666 h 320591"/>
              <a:gd name="connsiteX385" fmla="*/ 5151701 w 12191996"/>
              <a:gd name="connsiteY385" fmla="*/ 269791 h 320591"/>
              <a:gd name="connsiteX386" fmla="*/ 5115189 w 12191996"/>
              <a:gd name="connsiteY386" fmla="*/ 250741 h 320591"/>
              <a:gd name="connsiteX387" fmla="*/ 5077089 w 12191996"/>
              <a:gd name="connsiteY387" fmla="*/ 231691 h 320591"/>
              <a:gd name="connsiteX388" fmla="*/ 5038989 w 12191996"/>
              <a:gd name="connsiteY388" fmla="*/ 212641 h 320591"/>
              <a:gd name="connsiteX389" fmla="*/ 5002476 w 12191996"/>
              <a:gd name="connsiteY389" fmla="*/ 196766 h 320591"/>
              <a:gd name="connsiteX390" fmla="*/ 4961201 w 12191996"/>
              <a:gd name="connsiteY390" fmla="*/ 180891 h 320591"/>
              <a:gd name="connsiteX391" fmla="*/ 4915165 w 12191996"/>
              <a:gd name="connsiteY391" fmla="*/ 165016 h 320591"/>
              <a:gd name="connsiteX392" fmla="*/ 4862777 w 12191996"/>
              <a:gd name="connsiteY392" fmla="*/ 153904 h 320591"/>
              <a:gd name="connsiteX393" fmla="*/ 4802453 w 12191996"/>
              <a:gd name="connsiteY393" fmla="*/ 147554 h 320591"/>
              <a:gd name="connsiteX394" fmla="*/ 4734189 w 12191996"/>
              <a:gd name="connsiteY394" fmla="*/ 144379 h 320591"/>
              <a:gd name="connsiteX395" fmla="*/ 4665928 w 12191996"/>
              <a:gd name="connsiteY395" fmla="*/ 147554 h 320591"/>
              <a:gd name="connsiteX396" fmla="*/ 4605602 w 12191996"/>
              <a:gd name="connsiteY396" fmla="*/ 153904 h 320591"/>
              <a:gd name="connsiteX397" fmla="*/ 4553214 w 12191996"/>
              <a:gd name="connsiteY397" fmla="*/ 165016 h 320591"/>
              <a:gd name="connsiteX398" fmla="*/ 4507177 w 12191996"/>
              <a:gd name="connsiteY398" fmla="*/ 180891 h 320591"/>
              <a:gd name="connsiteX399" fmla="*/ 4465902 w 12191996"/>
              <a:gd name="connsiteY399" fmla="*/ 196766 h 320591"/>
              <a:gd name="connsiteX400" fmla="*/ 4429389 w 12191996"/>
              <a:gd name="connsiteY400" fmla="*/ 212641 h 320591"/>
              <a:gd name="connsiteX401" fmla="*/ 4353189 w 12191996"/>
              <a:gd name="connsiteY401" fmla="*/ 250741 h 320591"/>
              <a:gd name="connsiteX402" fmla="*/ 4316677 w 12191996"/>
              <a:gd name="connsiteY402" fmla="*/ 269791 h 320591"/>
              <a:gd name="connsiteX403" fmla="*/ 4275402 w 12191996"/>
              <a:gd name="connsiteY403" fmla="*/ 285666 h 320591"/>
              <a:gd name="connsiteX404" fmla="*/ 4229364 w 12191996"/>
              <a:gd name="connsiteY404" fmla="*/ 299954 h 320591"/>
              <a:gd name="connsiteX405" fmla="*/ 4176977 w 12191996"/>
              <a:gd name="connsiteY405" fmla="*/ 311066 h 320591"/>
              <a:gd name="connsiteX406" fmla="*/ 4116652 w 12191996"/>
              <a:gd name="connsiteY406" fmla="*/ 319004 h 320591"/>
              <a:gd name="connsiteX407" fmla="*/ 4048389 w 12191996"/>
              <a:gd name="connsiteY407" fmla="*/ 320591 h 320591"/>
              <a:gd name="connsiteX408" fmla="*/ 3980127 w 12191996"/>
              <a:gd name="connsiteY408" fmla="*/ 319004 h 320591"/>
              <a:gd name="connsiteX409" fmla="*/ 3919802 w 12191996"/>
              <a:gd name="connsiteY409" fmla="*/ 311066 h 320591"/>
              <a:gd name="connsiteX410" fmla="*/ 3867414 w 12191996"/>
              <a:gd name="connsiteY410" fmla="*/ 299954 h 320591"/>
              <a:gd name="connsiteX411" fmla="*/ 3821377 w 12191996"/>
              <a:gd name="connsiteY411" fmla="*/ 285666 h 320591"/>
              <a:gd name="connsiteX412" fmla="*/ 3780102 w 12191996"/>
              <a:gd name="connsiteY412" fmla="*/ 269791 h 320591"/>
              <a:gd name="connsiteX413" fmla="*/ 3743589 w 12191996"/>
              <a:gd name="connsiteY413" fmla="*/ 250741 h 320591"/>
              <a:gd name="connsiteX414" fmla="*/ 3705489 w 12191996"/>
              <a:gd name="connsiteY414" fmla="*/ 231691 h 320591"/>
              <a:gd name="connsiteX415" fmla="*/ 3667389 w 12191996"/>
              <a:gd name="connsiteY415" fmla="*/ 212641 h 320591"/>
              <a:gd name="connsiteX416" fmla="*/ 3630877 w 12191996"/>
              <a:gd name="connsiteY416" fmla="*/ 196766 h 320591"/>
              <a:gd name="connsiteX417" fmla="*/ 3589602 w 12191996"/>
              <a:gd name="connsiteY417" fmla="*/ 180891 h 320591"/>
              <a:gd name="connsiteX418" fmla="*/ 3543564 w 12191996"/>
              <a:gd name="connsiteY418" fmla="*/ 165016 h 320591"/>
              <a:gd name="connsiteX419" fmla="*/ 3491177 w 12191996"/>
              <a:gd name="connsiteY419" fmla="*/ 153904 h 320591"/>
              <a:gd name="connsiteX420" fmla="*/ 3430852 w 12191996"/>
              <a:gd name="connsiteY420" fmla="*/ 147554 h 320591"/>
              <a:gd name="connsiteX421" fmla="*/ 3361002 w 12191996"/>
              <a:gd name="connsiteY421" fmla="*/ 144379 h 320591"/>
              <a:gd name="connsiteX422" fmla="*/ 3294327 w 12191996"/>
              <a:gd name="connsiteY422" fmla="*/ 147554 h 320591"/>
              <a:gd name="connsiteX423" fmla="*/ 3234002 w 12191996"/>
              <a:gd name="connsiteY423" fmla="*/ 153904 h 320591"/>
              <a:gd name="connsiteX424" fmla="*/ 3181614 w 12191996"/>
              <a:gd name="connsiteY424" fmla="*/ 165016 h 320591"/>
              <a:gd name="connsiteX425" fmla="*/ 3135577 w 12191996"/>
              <a:gd name="connsiteY425" fmla="*/ 180891 h 320591"/>
              <a:gd name="connsiteX426" fmla="*/ 3094302 w 12191996"/>
              <a:gd name="connsiteY426" fmla="*/ 196766 h 320591"/>
              <a:gd name="connsiteX427" fmla="*/ 3057789 w 12191996"/>
              <a:gd name="connsiteY427" fmla="*/ 212641 h 320591"/>
              <a:gd name="connsiteX428" fmla="*/ 3019689 w 12191996"/>
              <a:gd name="connsiteY428" fmla="*/ 231691 h 320591"/>
              <a:gd name="connsiteX429" fmla="*/ 2981589 w 12191996"/>
              <a:gd name="connsiteY429" fmla="*/ 250741 h 320591"/>
              <a:gd name="connsiteX430" fmla="*/ 2945077 w 12191996"/>
              <a:gd name="connsiteY430" fmla="*/ 269791 h 320591"/>
              <a:gd name="connsiteX431" fmla="*/ 2903802 w 12191996"/>
              <a:gd name="connsiteY431" fmla="*/ 285666 h 320591"/>
              <a:gd name="connsiteX432" fmla="*/ 2857764 w 12191996"/>
              <a:gd name="connsiteY432" fmla="*/ 299954 h 320591"/>
              <a:gd name="connsiteX433" fmla="*/ 2805377 w 12191996"/>
              <a:gd name="connsiteY433" fmla="*/ 311066 h 320591"/>
              <a:gd name="connsiteX434" fmla="*/ 2745052 w 12191996"/>
              <a:gd name="connsiteY434" fmla="*/ 319004 h 320591"/>
              <a:gd name="connsiteX435" fmla="*/ 2676789 w 12191996"/>
              <a:gd name="connsiteY435" fmla="*/ 320591 h 320591"/>
              <a:gd name="connsiteX436" fmla="*/ 2608527 w 12191996"/>
              <a:gd name="connsiteY436" fmla="*/ 319004 h 320591"/>
              <a:gd name="connsiteX437" fmla="*/ 2548202 w 12191996"/>
              <a:gd name="connsiteY437" fmla="*/ 311066 h 320591"/>
              <a:gd name="connsiteX438" fmla="*/ 2495814 w 12191996"/>
              <a:gd name="connsiteY438" fmla="*/ 299954 h 320591"/>
              <a:gd name="connsiteX439" fmla="*/ 2449777 w 12191996"/>
              <a:gd name="connsiteY439" fmla="*/ 285666 h 320591"/>
              <a:gd name="connsiteX440" fmla="*/ 2408502 w 12191996"/>
              <a:gd name="connsiteY440" fmla="*/ 269791 h 320591"/>
              <a:gd name="connsiteX441" fmla="*/ 2371989 w 12191996"/>
              <a:gd name="connsiteY441" fmla="*/ 250741 h 320591"/>
              <a:gd name="connsiteX442" fmla="*/ 2333889 w 12191996"/>
              <a:gd name="connsiteY442" fmla="*/ 231691 h 320591"/>
              <a:gd name="connsiteX443" fmla="*/ 2295789 w 12191996"/>
              <a:gd name="connsiteY443" fmla="*/ 212641 h 320591"/>
              <a:gd name="connsiteX444" fmla="*/ 2259277 w 12191996"/>
              <a:gd name="connsiteY444" fmla="*/ 196766 h 320591"/>
              <a:gd name="connsiteX445" fmla="*/ 2218002 w 12191996"/>
              <a:gd name="connsiteY445" fmla="*/ 180891 h 320591"/>
              <a:gd name="connsiteX446" fmla="*/ 2171964 w 12191996"/>
              <a:gd name="connsiteY446" fmla="*/ 165016 h 320591"/>
              <a:gd name="connsiteX447" fmla="*/ 2119577 w 12191996"/>
              <a:gd name="connsiteY447" fmla="*/ 153904 h 320591"/>
              <a:gd name="connsiteX448" fmla="*/ 2059252 w 12191996"/>
              <a:gd name="connsiteY448" fmla="*/ 147554 h 320591"/>
              <a:gd name="connsiteX449" fmla="*/ 1990989 w 12191996"/>
              <a:gd name="connsiteY449" fmla="*/ 144379 h 320591"/>
              <a:gd name="connsiteX450" fmla="*/ 1922727 w 12191996"/>
              <a:gd name="connsiteY450" fmla="*/ 147554 h 320591"/>
              <a:gd name="connsiteX451" fmla="*/ 1862402 w 12191996"/>
              <a:gd name="connsiteY451" fmla="*/ 153904 h 320591"/>
              <a:gd name="connsiteX452" fmla="*/ 1810014 w 12191996"/>
              <a:gd name="connsiteY452" fmla="*/ 165016 h 320591"/>
              <a:gd name="connsiteX453" fmla="*/ 1763977 w 12191996"/>
              <a:gd name="connsiteY453" fmla="*/ 180891 h 320591"/>
              <a:gd name="connsiteX454" fmla="*/ 1722702 w 12191996"/>
              <a:gd name="connsiteY454" fmla="*/ 196766 h 320591"/>
              <a:gd name="connsiteX455" fmla="*/ 1686189 w 12191996"/>
              <a:gd name="connsiteY455" fmla="*/ 212641 h 320591"/>
              <a:gd name="connsiteX456" fmla="*/ 1648089 w 12191996"/>
              <a:gd name="connsiteY456" fmla="*/ 231691 h 320591"/>
              <a:gd name="connsiteX457" fmla="*/ 1609989 w 12191996"/>
              <a:gd name="connsiteY457" fmla="*/ 250741 h 320591"/>
              <a:gd name="connsiteX458" fmla="*/ 1573477 w 12191996"/>
              <a:gd name="connsiteY458" fmla="*/ 269791 h 320591"/>
              <a:gd name="connsiteX459" fmla="*/ 1532202 w 12191996"/>
              <a:gd name="connsiteY459" fmla="*/ 285666 h 320591"/>
              <a:gd name="connsiteX460" fmla="*/ 1486164 w 12191996"/>
              <a:gd name="connsiteY460" fmla="*/ 299954 h 320591"/>
              <a:gd name="connsiteX461" fmla="*/ 1433777 w 12191996"/>
              <a:gd name="connsiteY461" fmla="*/ 311066 h 320591"/>
              <a:gd name="connsiteX462" fmla="*/ 1373452 w 12191996"/>
              <a:gd name="connsiteY462" fmla="*/ 319004 h 320591"/>
              <a:gd name="connsiteX463" fmla="*/ 1305189 w 12191996"/>
              <a:gd name="connsiteY463" fmla="*/ 320591 h 320591"/>
              <a:gd name="connsiteX464" fmla="*/ 1236927 w 12191996"/>
              <a:gd name="connsiteY464" fmla="*/ 319004 h 320591"/>
              <a:gd name="connsiteX465" fmla="*/ 1176602 w 12191996"/>
              <a:gd name="connsiteY465" fmla="*/ 311066 h 320591"/>
              <a:gd name="connsiteX466" fmla="*/ 1124214 w 12191996"/>
              <a:gd name="connsiteY466" fmla="*/ 299954 h 320591"/>
              <a:gd name="connsiteX467" fmla="*/ 1078177 w 12191996"/>
              <a:gd name="connsiteY467" fmla="*/ 285666 h 320591"/>
              <a:gd name="connsiteX468" fmla="*/ 1036902 w 12191996"/>
              <a:gd name="connsiteY468" fmla="*/ 269791 h 320591"/>
              <a:gd name="connsiteX469" fmla="*/ 1000389 w 12191996"/>
              <a:gd name="connsiteY469" fmla="*/ 250741 h 320591"/>
              <a:gd name="connsiteX470" fmla="*/ 962289 w 12191996"/>
              <a:gd name="connsiteY470" fmla="*/ 231691 h 320591"/>
              <a:gd name="connsiteX471" fmla="*/ 924189 w 12191996"/>
              <a:gd name="connsiteY471" fmla="*/ 212641 h 320591"/>
              <a:gd name="connsiteX472" fmla="*/ 887677 w 12191996"/>
              <a:gd name="connsiteY472" fmla="*/ 196766 h 320591"/>
              <a:gd name="connsiteX473" fmla="*/ 846402 w 12191996"/>
              <a:gd name="connsiteY473" fmla="*/ 180891 h 320591"/>
              <a:gd name="connsiteX474" fmla="*/ 800364 w 12191996"/>
              <a:gd name="connsiteY474" fmla="*/ 165016 h 320591"/>
              <a:gd name="connsiteX475" fmla="*/ 747977 w 12191996"/>
              <a:gd name="connsiteY475" fmla="*/ 153904 h 320591"/>
              <a:gd name="connsiteX476" fmla="*/ 687652 w 12191996"/>
              <a:gd name="connsiteY476" fmla="*/ 147554 h 320591"/>
              <a:gd name="connsiteX477" fmla="*/ 619389 w 12191996"/>
              <a:gd name="connsiteY477" fmla="*/ 144379 h 320591"/>
              <a:gd name="connsiteX478" fmla="*/ 551127 w 12191996"/>
              <a:gd name="connsiteY478" fmla="*/ 147554 h 320591"/>
              <a:gd name="connsiteX479" fmla="*/ 490802 w 12191996"/>
              <a:gd name="connsiteY479" fmla="*/ 153904 h 320591"/>
              <a:gd name="connsiteX480" fmla="*/ 438414 w 12191996"/>
              <a:gd name="connsiteY480" fmla="*/ 165016 h 320591"/>
              <a:gd name="connsiteX481" fmla="*/ 392377 w 12191996"/>
              <a:gd name="connsiteY481" fmla="*/ 180891 h 320591"/>
              <a:gd name="connsiteX482" fmla="*/ 351102 w 12191996"/>
              <a:gd name="connsiteY482" fmla="*/ 196766 h 320591"/>
              <a:gd name="connsiteX483" fmla="*/ 314589 w 12191996"/>
              <a:gd name="connsiteY483" fmla="*/ 212641 h 320591"/>
              <a:gd name="connsiteX484" fmla="*/ 276489 w 12191996"/>
              <a:gd name="connsiteY484" fmla="*/ 231691 h 320591"/>
              <a:gd name="connsiteX485" fmla="*/ 238389 w 12191996"/>
              <a:gd name="connsiteY485" fmla="*/ 250741 h 320591"/>
              <a:gd name="connsiteX486" fmla="*/ 201877 w 12191996"/>
              <a:gd name="connsiteY486" fmla="*/ 269791 h 320591"/>
              <a:gd name="connsiteX487" fmla="*/ 160602 w 12191996"/>
              <a:gd name="connsiteY487" fmla="*/ 285666 h 320591"/>
              <a:gd name="connsiteX488" fmla="*/ 114564 w 12191996"/>
              <a:gd name="connsiteY488" fmla="*/ 299954 h 320591"/>
              <a:gd name="connsiteX489" fmla="*/ 62177 w 12191996"/>
              <a:gd name="connsiteY489" fmla="*/ 311066 h 320591"/>
              <a:gd name="connsiteX490" fmla="*/ 1852 w 12191996"/>
              <a:gd name="connsiteY490" fmla="*/ 319004 h 320591"/>
              <a:gd name="connsiteX491" fmla="*/ 0 w 12191996"/>
              <a:gd name="connsiteY491" fmla="*/ 319047 h 320591"/>
              <a:gd name="connsiteX492" fmla="*/ 0 w 12191996"/>
              <a:gd name="connsiteY492" fmla="*/ 174668 h 320591"/>
              <a:gd name="connsiteX493" fmla="*/ 1852 w 12191996"/>
              <a:gd name="connsiteY493" fmla="*/ 174625 h 320591"/>
              <a:gd name="connsiteX494" fmla="*/ 62177 w 12191996"/>
              <a:gd name="connsiteY494" fmla="*/ 166687 h 320591"/>
              <a:gd name="connsiteX495" fmla="*/ 114564 w 12191996"/>
              <a:gd name="connsiteY495" fmla="*/ 155575 h 320591"/>
              <a:gd name="connsiteX496" fmla="*/ 160602 w 12191996"/>
              <a:gd name="connsiteY496" fmla="*/ 141287 h 320591"/>
              <a:gd name="connsiteX497" fmla="*/ 201877 w 12191996"/>
              <a:gd name="connsiteY497" fmla="*/ 125412 h 320591"/>
              <a:gd name="connsiteX498" fmla="*/ 238389 w 12191996"/>
              <a:gd name="connsiteY498" fmla="*/ 106362 h 320591"/>
              <a:gd name="connsiteX499" fmla="*/ 276489 w 12191996"/>
              <a:gd name="connsiteY499" fmla="*/ 87312 h 320591"/>
              <a:gd name="connsiteX500" fmla="*/ 314589 w 12191996"/>
              <a:gd name="connsiteY500" fmla="*/ 68262 h 320591"/>
              <a:gd name="connsiteX501" fmla="*/ 351102 w 12191996"/>
              <a:gd name="connsiteY501" fmla="*/ 52387 h 320591"/>
              <a:gd name="connsiteX502" fmla="*/ 392377 w 12191996"/>
              <a:gd name="connsiteY502" fmla="*/ 36512 h 320591"/>
              <a:gd name="connsiteX503" fmla="*/ 438414 w 12191996"/>
              <a:gd name="connsiteY503" fmla="*/ 20637 h 320591"/>
              <a:gd name="connsiteX504" fmla="*/ 490802 w 12191996"/>
              <a:gd name="connsiteY504" fmla="*/ 9525 h 320591"/>
              <a:gd name="connsiteX505" fmla="*/ 551127 w 12191996"/>
              <a:gd name="connsiteY505" fmla="*/ 3175 h 320591"/>
              <a:gd name="connsiteX506" fmla="*/ 619389 w 12191996"/>
              <a:gd name="connsiteY506" fmla="*/ 0 h 32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</a:cxnLst>
            <a:rect l="l" t="t" r="r" b="b"/>
            <a:pathLst>
              <a:path w="12191996" h="320591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5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7" y="52387"/>
                </a:lnTo>
                <a:lnTo>
                  <a:pt x="5038989" y="68262"/>
                </a:lnTo>
                <a:lnTo>
                  <a:pt x="5077090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7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9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6" y="174668"/>
                </a:lnTo>
                <a:lnTo>
                  <a:pt x="12191996" y="319047"/>
                </a:lnTo>
                <a:lnTo>
                  <a:pt x="12190146" y="319004"/>
                </a:lnTo>
                <a:lnTo>
                  <a:pt x="12129820" y="311067"/>
                </a:lnTo>
                <a:lnTo>
                  <a:pt x="12077432" y="299954"/>
                </a:lnTo>
                <a:lnTo>
                  <a:pt x="12031396" y="285666"/>
                </a:lnTo>
                <a:lnTo>
                  <a:pt x="11990120" y="269791"/>
                </a:lnTo>
                <a:lnTo>
                  <a:pt x="11953608" y="250741"/>
                </a:lnTo>
                <a:lnTo>
                  <a:pt x="11915508" y="231691"/>
                </a:lnTo>
                <a:lnTo>
                  <a:pt x="11877408" y="212641"/>
                </a:lnTo>
                <a:lnTo>
                  <a:pt x="11840896" y="196766"/>
                </a:lnTo>
                <a:lnTo>
                  <a:pt x="11799620" y="180891"/>
                </a:lnTo>
                <a:lnTo>
                  <a:pt x="11753582" y="165016"/>
                </a:lnTo>
                <a:lnTo>
                  <a:pt x="11701196" y="153904"/>
                </a:lnTo>
                <a:lnTo>
                  <a:pt x="11640870" y="147554"/>
                </a:lnTo>
                <a:lnTo>
                  <a:pt x="11572608" y="144379"/>
                </a:lnTo>
                <a:lnTo>
                  <a:pt x="11504346" y="147554"/>
                </a:lnTo>
                <a:lnTo>
                  <a:pt x="11444020" y="153904"/>
                </a:lnTo>
                <a:lnTo>
                  <a:pt x="11391632" y="165016"/>
                </a:lnTo>
                <a:lnTo>
                  <a:pt x="11345596" y="180891"/>
                </a:lnTo>
                <a:lnTo>
                  <a:pt x="11304320" y="196766"/>
                </a:lnTo>
                <a:lnTo>
                  <a:pt x="11267808" y="212641"/>
                </a:lnTo>
                <a:lnTo>
                  <a:pt x="11229708" y="231691"/>
                </a:lnTo>
                <a:lnTo>
                  <a:pt x="11191608" y="250741"/>
                </a:lnTo>
                <a:lnTo>
                  <a:pt x="11155096" y="269791"/>
                </a:lnTo>
                <a:lnTo>
                  <a:pt x="11113820" y="285666"/>
                </a:lnTo>
                <a:lnTo>
                  <a:pt x="11067782" y="299954"/>
                </a:lnTo>
                <a:lnTo>
                  <a:pt x="11015396" y="311066"/>
                </a:lnTo>
                <a:lnTo>
                  <a:pt x="10955070" y="319004"/>
                </a:lnTo>
                <a:lnTo>
                  <a:pt x="10886808" y="320591"/>
                </a:lnTo>
                <a:lnTo>
                  <a:pt x="10818546" y="319004"/>
                </a:lnTo>
                <a:lnTo>
                  <a:pt x="10758220" y="311066"/>
                </a:lnTo>
                <a:lnTo>
                  <a:pt x="10705832" y="299954"/>
                </a:lnTo>
                <a:lnTo>
                  <a:pt x="10659796" y="285666"/>
                </a:lnTo>
                <a:lnTo>
                  <a:pt x="10618520" y="269791"/>
                </a:lnTo>
                <a:lnTo>
                  <a:pt x="10582008" y="250741"/>
                </a:lnTo>
                <a:lnTo>
                  <a:pt x="10543908" y="231691"/>
                </a:lnTo>
                <a:lnTo>
                  <a:pt x="10505808" y="212641"/>
                </a:lnTo>
                <a:lnTo>
                  <a:pt x="10469296" y="196766"/>
                </a:lnTo>
                <a:lnTo>
                  <a:pt x="10428020" y="180891"/>
                </a:lnTo>
                <a:lnTo>
                  <a:pt x="10381982" y="165016"/>
                </a:lnTo>
                <a:lnTo>
                  <a:pt x="10329596" y="153904"/>
                </a:lnTo>
                <a:lnTo>
                  <a:pt x="10269270" y="147554"/>
                </a:lnTo>
                <a:lnTo>
                  <a:pt x="10201008" y="144379"/>
                </a:lnTo>
                <a:lnTo>
                  <a:pt x="10132746" y="147554"/>
                </a:lnTo>
                <a:lnTo>
                  <a:pt x="10072420" y="153904"/>
                </a:lnTo>
                <a:lnTo>
                  <a:pt x="10020032" y="165016"/>
                </a:lnTo>
                <a:lnTo>
                  <a:pt x="9973996" y="180891"/>
                </a:lnTo>
                <a:lnTo>
                  <a:pt x="9932720" y="196766"/>
                </a:lnTo>
                <a:lnTo>
                  <a:pt x="9896208" y="212641"/>
                </a:lnTo>
                <a:lnTo>
                  <a:pt x="9820008" y="250741"/>
                </a:lnTo>
                <a:lnTo>
                  <a:pt x="9783496" y="269791"/>
                </a:lnTo>
                <a:lnTo>
                  <a:pt x="9742220" y="285666"/>
                </a:lnTo>
                <a:lnTo>
                  <a:pt x="9696182" y="299954"/>
                </a:lnTo>
                <a:lnTo>
                  <a:pt x="9643796" y="311066"/>
                </a:lnTo>
                <a:lnTo>
                  <a:pt x="9583470" y="319004"/>
                </a:lnTo>
                <a:lnTo>
                  <a:pt x="9515208" y="320591"/>
                </a:lnTo>
                <a:lnTo>
                  <a:pt x="9446946" y="319004"/>
                </a:lnTo>
                <a:lnTo>
                  <a:pt x="9386620" y="311066"/>
                </a:lnTo>
                <a:lnTo>
                  <a:pt x="9334232" y="299954"/>
                </a:lnTo>
                <a:lnTo>
                  <a:pt x="9288196" y="285666"/>
                </a:lnTo>
                <a:lnTo>
                  <a:pt x="9246920" y="269791"/>
                </a:lnTo>
                <a:lnTo>
                  <a:pt x="9210408" y="250741"/>
                </a:lnTo>
                <a:lnTo>
                  <a:pt x="9172308" y="231691"/>
                </a:lnTo>
                <a:lnTo>
                  <a:pt x="9134208" y="212641"/>
                </a:lnTo>
                <a:lnTo>
                  <a:pt x="9097696" y="196766"/>
                </a:lnTo>
                <a:lnTo>
                  <a:pt x="9056420" y="180891"/>
                </a:lnTo>
                <a:lnTo>
                  <a:pt x="9010382" y="165016"/>
                </a:lnTo>
                <a:lnTo>
                  <a:pt x="8957996" y="153904"/>
                </a:lnTo>
                <a:lnTo>
                  <a:pt x="8897670" y="147554"/>
                </a:lnTo>
                <a:lnTo>
                  <a:pt x="8827820" y="144379"/>
                </a:lnTo>
                <a:lnTo>
                  <a:pt x="8761146" y="147554"/>
                </a:lnTo>
                <a:lnTo>
                  <a:pt x="8700820" y="153904"/>
                </a:lnTo>
                <a:lnTo>
                  <a:pt x="8648432" y="165016"/>
                </a:lnTo>
                <a:lnTo>
                  <a:pt x="8602396" y="180891"/>
                </a:lnTo>
                <a:lnTo>
                  <a:pt x="8561120" y="196766"/>
                </a:lnTo>
                <a:lnTo>
                  <a:pt x="8524608" y="212641"/>
                </a:lnTo>
                <a:lnTo>
                  <a:pt x="8486508" y="231691"/>
                </a:lnTo>
                <a:lnTo>
                  <a:pt x="8448408" y="250741"/>
                </a:lnTo>
                <a:lnTo>
                  <a:pt x="8411896" y="269791"/>
                </a:lnTo>
                <a:lnTo>
                  <a:pt x="8370621" y="285666"/>
                </a:lnTo>
                <a:lnTo>
                  <a:pt x="8324583" y="299954"/>
                </a:lnTo>
                <a:lnTo>
                  <a:pt x="8272196" y="311066"/>
                </a:lnTo>
                <a:lnTo>
                  <a:pt x="8211871" y="319004"/>
                </a:lnTo>
                <a:lnTo>
                  <a:pt x="8143608" y="320591"/>
                </a:lnTo>
                <a:lnTo>
                  <a:pt x="8075346" y="319004"/>
                </a:lnTo>
                <a:lnTo>
                  <a:pt x="8015021" y="311066"/>
                </a:lnTo>
                <a:lnTo>
                  <a:pt x="7962633" y="299954"/>
                </a:lnTo>
                <a:lnTo>
                  <a:pt x="7916596" y="285666"/>
                </a:lnTo>
                <a:lnTo>
                  <a:pt x="7875321" y="269791"/>
                </a:lnTo>
                <a:lnTo>
                  <a:pt x="7838808" y="250741"/>
                </a:lnTo>
                <a:lnTo>
                  <a:pt x="7800708" y="231691"/>
                </a:lnTo>
                <a:lnTo>
                  <a:pt x="7762608" y="212641"/>
                </a:lnTo>
                <a:lnTo>
                  <a:pt x="7726096" y="196766"/>
                </a:lnTo>
                <a:lnTo>
                  <a:pt x="7684821" y="180891"/>
                </a:lnTo>
                <a:lnTo>
                  <a:pt x="7638783" y="165016"/>
                </a:lnTo>
                <a:lnTo>
                  <a:pt x="7586396" y="153904"/>
                </a:lnTo>
                <a:lnTo>
                  <a:pt x="7526071" y="147554"/>
                </a:lnTo>
                <a:lnTo>
                  <a:pt x="7457808" y="144379"/>
                </a:lnTo>
                <a:lnTo>
                  <a:pt x="7389546" y="147554"/>
                </a:lnTo>
                <a:lnTo>
                  <a:pt x="7329221" y="153904"/>
                </a:lnTo>
                <a:lnTo>
                  <a:pt x="7276833" y="165016"/>
                </a:lnTo>
                <a:lnTo>
                  <a:pt x="7230796" y="180891"/>
                </a:lnTo>
                <a:lnTo>
                  <a:pt x="7189521" y="196766"/>
                </a:lnTo>
                <a:lnTo>
                  <a:pt x="7153008" y="212641"/>
                </a:lnTo>
                <a:lnTo>
                  <a:pt x="7114908" y="231691"/>
                </a:lnTo>
                <a:lnTo>
                  <a:pt x="7076808" y="250741"/>
                </a:lnTo>
                <a:lnTo>
                  <a:pt x="7040296" y="269791"/>
                </a:lnTo>
                <a:lnTo>
                  <a:pt x="6999021" y="285666"/>
                </a:lnTo>
                <a:lnTo>
                  <a:pt x="6952983" y="299954"/>
                </a:lnTo>
                <a:lnTo>
                  <a:pt x="6900596" y="311066"/>
                </a:lnTo>
                <a:lnTo>
                  <a:pt x="6840271" y="319004"/>
                </a:lnTo>
                <a:lnTo>
                  <a:pt x="6781799" y="320364"/>
                </a:lnTo>
                <a:lnTo>
                  <a:pt x="6723327" y="319004"/>
                </a:lnTo>
                <a:lnTo>
                  <a:pt x="6663002" y="311066"/>
                </a:lnTo>
                <a:lnTo>
                  <a:pt x="6610614" y="299954"/>
                </a:lnTo>
                <a:lnTo>
                  <a:pt x="6564577" y="285666"/>
                </a:lnTo>
                <a:lnTo>
                  <a:pt x="6523302" y="269791"/>
                </a:lnTo>
                <a:lnTo>
                  <a:pt x="6486789" y="250741"/>
                </a:lnTo>
                <a:lnTo>
                  <a:pt x="6448689" y="231691"/>
                </a:lnTo>
                <a:lnTo>
                  <a:pt x="6410589" y="212641"/>
                </a:lnTo>
                <a:lnTo>
                  <a:pt x="6374077" y="196766"/>
                </a:lnTo>
                <a:lnTo>
                  <a:pt x="6332802" y="180891"/>
                </a:lnTo>
                <a:lnTo>
                  <a:pt x="6286764" y="165016"/>
                </a:lnTo>
                <a:lnTo>
                  <a:pt x="6234377" y="153904"/>
                </a:lnTo>
                <a:lnTo>
                  <a:pt x="6174052" y="147554"/>
                </a:lnTo>
                <a:lnTo>
                  <a:pt x="6105789" y="144379"/>
                </a:lnTo>
                <a:lnTo>
                  <a:pt x="6095999" y="144834"/>
                </a:lnTo>
                <a:lnTo>
                  <a:pt x="6086208" y="144379"/>
                </a:lnTo>
                <a:lnTo>
                  <a:pt x="6017947" y="147554"/>
                </a:lnTo>
                <a:lnTo>
                  <a:pt x="5957621" y="153904"/>
                </a:lnTo>
                <a:lnTo>
                  <a:pt x="5905234" y="165016"/>
                </a:lnTo>
                <a:lnTo>
                  <a:pt x="5859196" y="180891"/>
                </a:lnTo>
                <a:lnTo>
                  <a:pt x="5817921" y="196766"/>
                </a:lnTo>
                <a:lnTo>
                  <a:pt x="5781408" y="212641"/>
                </a:lnTo>
                <a:lnTo>
                  <a:pt x="5743308" y="231691"/>
                </a:lnTo>
                <a:lnTo>
                  <a:pt x="5705209" y="250741"/>
                </a:lnTo>
                <a:lnTo>
                  <a:pt x="5668696" y="269791"/>
                </a:lnTo>
                <a:lnTo>
                  <a:pt x="5627421" y="285666"/>
                </a:lnTo>
                <a:lnTo>
                  <a:pt x="5581383" y="299954"/>
                </a:lnTo>
                <a:lnTo>
                  <a:pt x="5528996" y="311066"/>
                </a:lnTo>
                <a:lnTo>
                  <a:pt x="5468671" y="319004"/>
                </a:lnTo>
                <a:lnTo>
                  <a:pt x="5410199" y="320364"/>
                </a:lnTo>
                <a:lnTo>
                  <a:pt x="5351727" y="319004"/>
                </a:lnTo>
                <a:lnTo>
                  <a:pt x="5291401" y="311066"/>
                </a:lnTo>
                <a:lnTo>
                  <a:pt x="5239014" y="299954"/>
                </a:lnTo>
                <a:lnTo>
                  <a:pt x="5192976" y="285666"/>
                </a:lnTo>
                <a:lnTo>
                  <a:pt x="5151701" y="269791"/>
                </a:lnTo>
                <a:lnTo>
                  <a:pt x="5115189" y="250741"/>
                </a:lnTo>
                <a:lnTo>
                  <a:pt x="5077089" y="231691"/>
                </a:lnTo>
                <a:lnTo>
                  <a:pt x="5038989" y="212641"/>
                </a:lnTo>
                <a:lnTo>
                  <a:pt x="5002476" y="196766"/>
                </a:lnTo>
                <a:lnTo>
                  <a:pt x="4961201" y="180891"/>
                </a:lnTo>
                <a:lnTo>
                  <a:pt x="4915165" y="165016"/>
                </a:lnTo>
                <a:lnTo>
                  <a:pt x="4862777" y="153904"/>
                </a:lnTo>
                <a:lnTo>
                  <a:pt x="4802453" y="147554"/>
                </a:lnTo>
                <a:lnTo>
                  <a:pt x="4734189" y="144379"/>
                </a:lnTo>
                <a:lnTo>
                  <a:pt x="4665928" y="147554"/>
                </a:lnTo>
                <a:lnTo>
                  <a:pt x="4605602" y="153904"/>
                </a:lnTo>
                <a:lnTo>
                  <a:pt x="4553214" y="165016"/>
                </a:lnTo>
                <a:lnTo>
                  <a:pt x="4507177" y="180891"/>
                </a:lnTo>
                <a:lnTo>
                  <a:pt x="4465902" y="196766"/>
                </a:lnTo>
                <a:lnTo>
                  <a:pt x="4429389" y="212641"/>
                </a:lnTo>
                <a:lnTo>
                  <a:pt x="4353189" y="250741"/>
                </a:lnTo>
                <a:lnTo>
                  <a:pt x="4316677" y="269791"/>
                </a:lnTo>
                <a:lnTo>
                  <a:pt x="4275402" y="285666"/>
                </a:lnTo>
                <a:lnTo>
                  <a:pt x="4229364" y="299954"/>
                </a:lnTo>
                <a:lnTo>
                  <a:pt x="4176977" y="311066"/>
                </a:lnTo>
                <a:lnTo>
                  <a:pt x="4116652" y="319004"/>
                </a:lnTo>
                <a:lnTo>
                  <a:pt x="4048389" y="320591"/>
                </a:lnTo>
                <a:lnTo>
                  <a:pt x="3980127" y="319004"/>
                </a:lnTo>
                <a:lnTo>
                  <a:pt x="3919802" y="311066"/>
                </a:lnTo>
                <a:lnTo>
                  <a:pt x="3867414" y="299954"/>
                </a:lnTo>
                <a:lnTo>
                  <a:pt x="3821377" y="285666"/>
                </a:lnTo>
                <a:lnTo>
                  <a:pt x="3780102" y="269791"/>
                </a:lnTo>
                <a:lnTo>
                  <a:pt x="3743589" y="250741"/>
                </a:lnTo>
                <a:lnTo>
                  <a:pt x="3705489" y="231691"/>
                </a:lnTo>
                <a:lnTo>
                  <a:pt x="3667389" y="212641"/>
                </a:lnTo>
                <a:lnTo>
                  <a:pt x="3630877" y="196766"/>
                </a:lnTo>
                <a:lnTo>
                  <a:pt x="3589602" y="180891"/>
                </a:lnTo>
                <a:lnTo>
                  <a:pt x="3543564" y="165016"/>
                </a:lnTo>
                <a:lnTo>
                  <a:pt x="3491177" y="153904"/>
                </a:lnTo>
                <a:lnTo>
                  <a:pt x="3430852" y="147554"/>
                </a:lnTo>
                <a:lnTo>
                  <a:pt x="3361002" y="144379"/>
                </a:lnTo>
                <a:lnTo>
                  <a:pt x="3294327" y="147554"/>
                </a:lnTo>
                <a:lnTo>
                  <a:pt x="3234002" y="153904"/>
                </a:lnTo>
                <a:lnTo>
                  <a:pt x="3181614" y="165016"/>
                </a:lnTo>
                <a:lnTo>
                  <a:pt x="3135577" y="180891"/>
                </a:lnTo>
                <a:lnTo>
                  <a:pt x="3094302" y="196766"/>
                </a:lnTo>
                <a:lnTo>
                  <a:pt x="3057789" y="212641"/>
                </a:lnTo>
                <a:lnTo>
                  <a:pt x="3019689" y="231691"/>
                </a:lnTo>
                <a:lnTo>
                  <a:pt x="2981589" y="250741"/>
                </a:lnTo>
                <a:lnTo>
                  <a:pt x="2945077" y="269791"/>
                </a:lnTo>
                <a:lnTo>
                  <a:pt x="2903802" y="285666"/>
                </a:lnTo>
                <a:lnTo>
                  <a:pt x="2857764" y="299954"/>
                </a:lnTo>
                <a:lnTo>
                  <a:pt x="2805377" y="311066"/>
                </a:lnTo>
                <a:lnTo>
                  <a:pt x="2745052" y="319004"/>
                </a:lnTo>
                <a:lnTo>
                  <a:pt x="2676789" y="320591"/>
                </a:lnTo>
                <a:lnTo>
                  <a:pt x="2608527" y="319004"/>
                </a:lnTo>
                <a:lnTo>
                  <a:pt x="2548202" y="311066"/>
                </a:lnTo>
                <a:lnTo>
                  <a:pt x="2495814" y="299954"/>
                </a:lnTo>
                <a:lnTo>
                  <a:pt x="2449777" y="285666"/>
                </a:lnTo>
                <a:lnTo>
                  <a:pt x="2408502" y="269791"/>
                </a:lnTo>
                <a:lnTo>
                  <a:pt x="2371989" y="250741"/>
                </a:lnTo>
                <a:lnTo>
                  <a:pt x="2333889" y="231691"/>
                </a:lnTo>
                <a:lnTo>
                  <a:pt x="2295789" y="212641"/>
                </a:lnTo>
                <a:lnTo>
                  <a:pt x="2259277" y="196766"/>
                </a:lnTo>
                <a:lnTo>
                  <a:pt x="2218002" y="180891"/>
                </a:lnTo>
                <a:lnTo>
                  <a:pt x="2171964" y="165016"/>
                </a:lnTo>
                <a:lnTo>
                  <a:pt x="2119577" y="153904"/>
                </a:lnTo>
                <a:lnTo>
                  <a:pt x="2059252" y="147554"/>
                </a:lnTo>
                <a:lnTo>
                  <a:pt x="1990989" y="144379"/>
                </a:lnTo>
                <a:lnTo>
                  <a:pt x="1922727" y="147554"/>
                </a:lnTo>
                <a:lnTo>
                  <a:pt x="1862402" y="153904"/>
                </a:lnTo>
                <a:lnTo>
                  <a:pt x="1810014" y="165016"/>
                </a:lnTo>
                <a:lnTo>
                  <a:pt x="1763977" y="180891"/>
                </a:lnTo>
                <a:lnTo>
                  <a:pt x="1722702" y="196766"/>
                </a:lnTo>
                <a:lnTo>
                  <a:pt x="1686189" y="212641"/>
                </a:lnTo>
                <a:lnTo>
                  <a:pt x="1648089" y="231691"/>
                </a:lnTo>
                <a:lnTo>
                  <a:pt x="1609989" y="250741"/>
                </a:lnTo>
                <a:lnTo>
                  <a:pt x="1573477" y="269791"/>
                </a:lnTo>
                <a:lnTo>
                  <a:pt x="1532202" y="285666"/>
                </a:lnTo>
                <a:lnTo>
                  <a:pt x="1486164" y="299954"/>
                </a:lnTo>
                <a:lnTo>
                  <a:pt x="1433777" y="311066"/>
                </a:lnTo>
                <a:lnTo>
                  <a:pt x="1373452" y="319004"/>
                </a:lnTo>
                <a:lnTo>
                  <a:pt x="1305189" y="320591"/>
                </a:lnTo>
                <a:lnTo>
                  <a:pt x="1236927" y="319004"/>
                </a:lnTo>
                <a:lnTo>
                  <a:pt x="1176602" y="311066"/>
                </a:lnTo>
                <a:lnTo>
                  <a:pt x="1124214" y="299954"/>
                </a:lnTo>
                <a:lnTo>
                  <a:pt x="1078177" y="285666"/>
                </a:lnTo>
                <a:lnTo>
                  <a:pt x="1036902" y="269791"/>
                </a:lnTo>
                <a:lnTo>
                  <a:pt x="1000389" y="250741"/>
                </a:lnTo>
                <a:lnTo>
                  <a:pt x="962289" y="231691"/>
                </a:lnTo>
                <a:lnTo>
                  <a:pt x="924189" y="212641"/>
                </a:lnTo>
                <a:lnTo>
                  <a:pt x="887677" y="196766"/>
                </a:lnTo>
                <a:lnTo>
                  <a:pt x="846402" y="180891"/>
                </a:lnTo>
                <a:lnTo>
                  <a:pt x="800364" y="165016"/>
                </a:lnTo>
                <a:lnTo>
                  <a:pt x="747977" y="153904"/>
                </a:lnTo>
                <a:lnTo>
                  <a:pt x="687652" y="147554"/>
                </a:lnTo>
                <a:lnTo>
                  <a:pt x="619389" y="144379"/>
                </a:lnTo>
                <a:lnTo>
                  <a:pt x="551127" y="147554"/>
                </a:lnTo>
                <a:lnTo>
                  <a:pt x="490802" y="153904"/>
                </a:lnTo>
                <a:lnTo>
                  <a:pt x="438414" y="165016"/>
                </a:lnTo>
                <a:lnTo>
                  <a:pt x="392377" y="180891"/>
                </a:lnTo>
                <a:lnTo>
                  <a:pt x="351102" y="196766"/>
                </a:lnTo>
                <a:lnTo>
                  <a:pt x="314589" y="212641"/>
                </a:lnTo>
                <a:lnTo>
                  <a:pt x="276489" y="231691"/>
                </a:lnTo>
                <a:lnTo>
                  <a:pt x="238389" y="250741"/>
                </a:lnTo>
                <a:lnTo>
                  <a:pt x="201877" y="269791"/>
                </a:lnTo>
                <a:lnTo>
                  <a:pt x="160602" y="285666"/>
                </a:lnTo>
                <a:lnTo>
                  <a:pt x="114564" y="299954"/>
                </a:lnTo>
                <a:lnTo>
                  <a:pt x="62177" y="311066"/>
                </a:lnTo>
                <a:lnTo>
                  <a:pt x="1852" y="319004"/>
                </a:lnTo>
                <a:lnTo>
                  <a:pt x="0" y="319047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lnTo>
                  <a:pt x="61938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64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104E93E-65A4-5A4E-2E8F-26355F51FA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660" b="1"/>
          <a:stretch/>
        </p:blipFill>
        <p:spPr>
          <a:xfrm>
            <a:off x="4003589" y="10"/>
            <a:ext cx="8188411" cy="6857989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5EB4C2-5647-453F-B661-B2814605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015EAF-FDA0-4A49-B71D-F0521EA99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272784" cy="6858000"/>
            <a:chOff x="0" y="2006221"/>
            <a:chExt cx="4272784" cy="6858000"/>
          </a:xfrm>
        </p:grpSpPr>
        <p:sp useBgFill="1">
          <p:nvSpPr>
            <p:cNvPr id="14" name="Freeform: Shape 13">
              <a:extLst>
                <a:ext uri="{FF2B5EF4-FFF2-40B4-BE49-F238E27FC236}">
                  <a16:creationId xmlns:a16="http://schemas.microsoft.com/office/drawing/2014/main" id="{0047FB3A-C0F9-4DD9-A4E0-B203F96AA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0" y="2006221"/>
              <a:ext cx="4272784" cy="6858000"/>
            </a:xfrm>
            <a:custGeom>
              <a:avLst/>
              <a:gdLst>
                <a:gd name="connsiteX0" fmla="*/ 0 w 4272784"/>
                <a:gd name="connsiteY0" fmla="*/ 0 h 6858000"/>
                <a:gd name="connsiteX1" fmla="*/ 4082989 w 4272784"/>
                <a:gd name="connsiteY1" fmla="*/ 0 h 6858000"/>
                <a:gd name="connsiteX2" fmla="*/ 4088029 w 4272784"/>
                <a:gd name="connsiteY2" fmla="*/ 66675 h 6858000"/>
                <a:gd name="connsiteX3" fmla="*/ 4096426 w 4272784"/>
                <a:gd name="connsiteY3" fmla="*/ 122237 h 6858000"/>
                <a:gd name="connsiteX4" fmla="*/ 4106504 w 4272784"/>
                <a:gd name="connsiteY4" fmla="*/ 174625 h 6858000"/>
                <a:gd name="connsiteX5" fmla="*/ 4123300 w 4272784"/>
                <a:gd name="connsiteY5" fmla="*/ 217487 h 6858000"/>
                <a:gd name="connsiteX6" fmla="*/ 4140096 w 4272784"/>
                <a:gd name="connsiteY6" fmla="*/ 260350 h 6858000"/>
                <a:gd name="connsiteX7" fmla="*/ 4160251 w 4272784"/>
                <a:gd name="connsiteY7" fmla="*/ 296862 h 6858000"/>
                <a:gd name="connsiteX8" fmla="*/ 4180406 w 4272784"/>
                <a:gd name="connsiteY8" fmla="*/ 334962 h 6858000"/>
                <a:gd name="connsiteX9" fmla="*/ 4198882 w 4272784"/>
                <a:gd name="connsiteY9" fmla="*/ 369887 h 6858000"/>
                <a:gd name="connsiteX10" fmla="*/ 4217357 w 4272784"/>
                <a:gd name="connsiteY10" fmla="*/ 409575 h 6858000"/>
                <a:gd name="connsiteX11" fmla="*/ 4234153 w 4272784"/>
                <a:gd name="connsiteY11" fmla="*/ 450850 h 6858000"/>
                <a:gd name="connsiteX12" fmla="*/ 4249270 w 4272784"/>
                <a:gd name="connsiteY12" fmla="*/ 496887 h 6858000"/>
                <a:gd name="connsiteX13" fmla="*/ 4261027 w 4272784"/>
                <a:gd name="connsiteY13" fmla="*/ 546100 h 6858000"/>
                <a:gd name="connsiteX14" fmla="*/ 4269425 w 4272784"/>
                <a:gd name="connsiteY14" fmla="*/ 606425 h 6858000"/>
                <a:gd name="connsiteX15" fmla="*/ 4272784 w 4272784"/>
                <a:gd name="connsiteY15" fmla="*/ 673100 h 6858000"/>
                <a:gd name="connsiteX16" fmla="*/ 4269425 w 4272784"/>
                <a:gd name="connsiteY16" fmla="*/ 744537 h 6858000"/>
                <a:gd name="connsiteX17" fmla="*/ 4261027 w 4272784"/>
                <a:gd name="connsiteY17" fmla="*/ 801687 h 6858000"/>
                <a:gd name="connsiteX18" fmla="*/ 4249270 w 4272784"/>
                <a:gd name="connsiteY18" fmla="*/ 854075 h 6858000"/>
                <a:gd name="connsiteX19" fmla="*/ 4234153 w 4272784"/>
                <a:gd name="connsiteY19" fmla="*/ 901700 h 6858000"/>
                <a:gd name="connsiteX20" fmla="*/ 4217357 w 4272784"/>
                <a:gd name="connsiteY20" fmla="*/ 942975 h 6858000"/>
                <a:gd name="connsiteX21" fmla="*/ 4197202 w 4272784"/>
                <a:gd name="connsiteY21" fmla="*/ 981075 h 6858000"/>
                <a:gd name="connsiteX22" fmla="*/ 4177047 w 4272784"/>
                <a:gd name="connsiteY22" fmla="*/ 1017587 h 6858000"/>
                <a:gd name="connsiteX23" fmla="*/ 4156892 w 4272784"/>
                <a:gd name="connsiteY23" fmla="*/ 1055687 h 6858000"/>
                <a:gd name="connsiteX24" fmla="*/ 4138416 w 4272784"/>
                <a:gd name="connsiteY24" fmla="*/ 1095375 h 6858000"/>
                <a:gd name="connsiteX25" fmla="*/ 4119940 w 4272784"/>
                <a:gd name="connsiteY25" fmla="*/ 1136650 h 6858000"/>
                <a:gd name="connsiteX26" fmla="*/ 4104825 w 4272784"/>
                <a:gd name="connsiteY26" fmla="*/ 1182687 h 6858000"/>
                <a:gd name="connsiteX27" fmla="*/ 4094747 w 4272784"/>
                <a:gd name="connsiteY27" fmla="*/ 1235075 h 6858000"/>
                <a:gd name="connsiteX28" fmla="*/ 4084669 w 4272784"/>
                <a:gd name="connsiteY28" fmla="*/ 1295400 h 6858000"/>
                <a:gd name="connsiteX29" fmla="*/ 4082989 w 4272784"/>
                <a:gd name="connsiteY29" fmla="*/ 1363662 h 6858000"/>
                <a:gd name="connsiteX30" fmla="*/ 4084669 w 4272784"/>
                <a:gd name="connsiteY30" fmla="*/ 1431925 h 6858000"/>
                <a:gd name="connsiteX31" fmla="*/ 4094747 w 4272784"/>
                <a:gd name="connsiteY31" fmla="*/ 1492250 h 6858000"/>
                <a:gd name="connsiteX32" fmla="*/ 4104825 w 4272784"/>
                <a:gd name="connsiteY32" fmla="*/ 1544637 h 6858000"/>
                <a:gd name="connsiteX33" fmla="*/ 4119940 w 4272784"/>
                <a:gd name="connsiteY33" fmla="*/ 1589087 h 6858000"/>
                <a:gd name="connsiteX34" fmla="*/ 4138416 w 4272784"/>
                <a:gd name="connsiteY34" fmla="*/ 1631950 h 6858000"/>
                <a:gd name="connsiteX35" fmla="*/ 4156892 w 4272784"/>
                <a:gd name="connsiteY35" fmla="*/ 1671637 h 6858000"/>
                <a:gd name="connsiteX36" fmla="*/ 4177047 w 4272784"/>
                <a:gd name="connsiteY36" fmla="*/ 1708150 h 6858000"/>
                <a:gd name="connsiteX37" fmla="*/ 4197202 w 4272784"/>
                <a:gd name="connsiteY37" fmla="*/ 1743075 h 6858000"/>
                <a:gd name="connsiteX38" fmla="*/ 4217357 w 4272784"/>
                <a:gd name="connsiteY38" fmla="*/ 1782762 h 6858000"/>
                <a:gd name="connsiteX39" fmla="*/ 4234153 w 4272784"/>
                <a:gd name="connsiteY39" fmla="*/ 1824037 h 6858000"/>
                <a:gd name="connsiteX40" fmla="*/ 4249270 w 4272784"/>
                <a:gd name="connsiteY40" fmla="*/ 1870075 h 6858000"/>
                <a:gd name="connsiteX41" fmla="*/ 4261027 w 4272784"/>
                <a:gd name="connsiteY41" fmla="*/ 1922462 h 6858000"/>
                <a:gd name="connsiteX42" fmla="*/ 4269425 w 4272784"/>
                <a:gd name="connsiteY42" fmla="*/ 1982787 h 6858000"/>
                <a:gd name="connsiteX43" fmla="*/ 4272784 w 4272784"/>
                <a:gd name="connsiteY43" fmla="*/ 2051050 h 6858000"/>
                <a:gd name="connsiteX44" fmla="*/ 4269425 w 4272784"/>
                <a:gd name="connsiteY44" fmla="*/ 2119312 h 6858000"/>
                <a:gd name="connsiteX45" fmla="*/ 4261027 w 4272784"/>
                <a:gd name="connsiteY45" fmla="*/ 2179637 h 6858000"/>
                <a:gd name="connsiteX46" fmla="*/ 4249270 w 4272784"/>
                <a:gd name="connsiteY46" fmla="*/ 2232025 h 6858000"/>
                <a:gd name="connsiteX47" fmla="*/ 4234153 w 4272784"/>
                <a:gd name="connsiteY47" fmla="*/ 2278062 h 6858000"/>
                <a:gd name="connsiteX48" fmla="*/ 4217357 w 4272784"/>
                <a:gd name="connsiteY48" fmla="*/ 2319337 h 6858000"/>
                <a:gd name="connsiteX49" fmla="*/ 4197202 w 4272784"/>
                <a:gd name="connsiteY49" fmla="*/ 2359025 h 6858000"/>
                <a:gd name="connsiteX50" fmla="*/ 4177047 w 4272784"/>
                <a:gd name="connsiteY50" fmla="*/ 2395537 h 6858000"/>
                <a:gd name="connsiteX51" fmla="*/ 4156892 w 4272784"/>
                <a:gd name="connsiteY51" fmla="*/ 2433637 h 6858000"/>
                <a:gd name="connsiteX52" fmla="*/ 4138416 w 4272784"/>
                <a:gd name="connsiteY52" fmla="*/ 2471737 h 6858000"/>
                <a:gd name="connsiteX53" fmla="*/ 4119940 w 4272784"/>
                <a:gd name="connsiteY53" fmla="*/ 2513012 h 6858000"/>
                <a:gd name="connsiteX54" fmla="*/ 4104825 w 4272784"/>
                <a:gd name="connsiteY54" fmla="*/ 2560637 h 6858000"/>
                <a:gd name="connsiteX55" fmla="*/ 4094747 w 4272784"/>
                <a:gd name="connsiteY55" fmla="*/ 2613025 h 6858000"/>
                <a:gd name="connsiteX56" fmla="*/ 4084669 w 4272784"/>
                <a:gd name="connsiteY56" fmla="*/ 2671762 h 6858000"/>
                <a:gd name="connsiteX57" fmla="*/ 4082989 w 4272784"/>
                <a:gd name="connsiteY57" fmla="*/ 2741612 h 6858000"/>
                <a:gd name="connsiteX58" fmla="*/ 4084669 w 4272784"/>
                <a:gd name="connsiteY58" fmla="*/ 2809875 h 6858000"/>
                <a:gd name="connsiteX59" fmla="*/ 4094747 w 4272784"/>
                <a:gd name="connsiteY59" fmla="*/ 2868612 h 6858000"/>
                <a:gd name="connsiteX60" fmla="*/ 4104825 w 4272784"/>
                <a:gd name="connsiteY60" fmla="*/ 2922587 h 6858000"/>
                <a:gd name="connsiteX61" fmla="*/ 4119940 w 4272784"/>
                <a:gd name="connsiteY61" fmla="*/ 2967037 h 6858000"/>
                <a:gd name="connsiteX62" fmla="*/ 4138416 w 4272784"/>
                <a:gd name="connsiteY62" fmla="*/ 3009900 h 6858000"/>
                <a:gd name="connsiteX63" fmla="*/ 4156892 w 4272784"/>
                <a:gd name="connsiteY63" fmla="*/ 3046412 h 6858000"/>
                <a:gd name="connsiteX64" fmla="*/ 4177047 w 4272784"/>
                <a:gd name="connsiteY64" fmla="*/ 3084512 h 6858000"/>
                <a:gd name="connsiteX65" fmla="*/ 4197202 w 4272784"/>
                <a:gd name="connsiteY65" fmla="*/ 3121025 h 6858000"/>
                <a:gd name="connsiteX66" fmla="*/ 4217357 w 4272784"/>
                <a:gd name="connsiteY66" fmla="*/ 3160712 h 6858000"/>
                <a:gd name="connsiteX67" fmla="*/ 4234153 w 4272784"/>
                <a:gd name="connsiteY67" fmla="*/ 3201987 h 6858000"/>
                <a:gd name="connsiteX68" fmla="*/ 4249270 w 4272784"/>
                <a:gd name="connsiteY68" fmla="*/ 3248025 h 6858000"/>
                <a:gd name="connsiteX69" fmla="*/ 4261027 w 4272784"/>
                <a:gd name="connsiteY69" fmla="*/ 3300412 h 6858000"/>
                <a:gd name="connsiteX70" fmla="*/ 4269425 w 4272784"/>
                <a:gd name="connsiteY70" fmla="*/ 3360737 h 6858000"/>
                <a:gd name="connsiteX71" fmla="*/ 4272784 w 4272784"/>
                <a:gd name="connsiteY71" fmla="*/ 3427412 h 6858000"/>
                <a:gd name="connsiteX72" fmla="*/ 4269425 w 4272784"/>
                <a:gd name="connsiteY72" fmla="*/ 3497262 h 6858000"/>
                <a:gd name="connsiteX73" fmla="*/ 4261027 w 4272784"/>
                <a:gd name="connsiteY73" fmla="*/ 3557587 h 6858000"/>
                <a:gd name="connsiteX74" fmla="*/ 4249270 w 4272784"/>
                <a:gd name="connsiteY74" fmla="*/ 3609975 h 6858000"/>
                <a:gd name="connsiteX75" fmla="*/ 4234153 w 4272784"/>
                <a:gd name="connsiteY75" fmla="*/ 3656012 h 6858000"/>
                <a:gd name="connsiteX76" fmla="*/ 4217357 w 4272784"/>
                <a:gd name="connsiteY76" fmla="*/ 3697287 h 6858000"/>
                <a:gd name="connsiteX77" fmla="*/ 4197202 w 4272784"/>
                <a:gd name="connsiteY77" fmla="*/ 3736975 h 6858000"/>
                <a:gd name="connsiteX78" fmla="*/ 4156892 w 4272784"/>
                <a:gd name="connsiteY78" fmla="*/ 3811587 h 6858000"/>
                <a:gd name="connsiteX79" fmla="*/ 4138416 w 4272784"/>
                <a:gd name="connsiteY79" fmla="*/ 3848100 h 6858000"/>
                <a:gd name="connsiteX80" fmla="*/ 4119940 w 4272784"/>
                <a:gd name="connsiteY80" fmla="*/ 3890962 h 6858000"/>
                <a:gd name="connsiteX81" fmla="*/ 4104825 w 4272784"/>
                <a:gd name="connsiteY81" fmla="*/ 3935412 h 6858000"/>
                <a:gd name="connsiteX82" fmla="*/ 4094747 w 4272784"/>
                <a:gd name="connsiteY82" fmla="*/ 3987800 h 6858000"/>
                <a:gd name="connsiteX83" fmla="*/ 4084669 w 4272784"/>
                <a:gd name="connsiteY83" fmla="*/ 4048125 h 6858000"/>
                <a:gd name="connsiteX84" fmla="*/ 4082989 w 4272784"/>
                <a:gd name="connsiteY84" fmla="*/ 4116387 h 6858000"/>
                <a:gd name="connsiteX85" fmla="*/ 4084669 w 4272784"/>
                <a:gd name="connsiteY85" fmla="*/ 4186237 h 6858000"/>
                <a:gd name="connsiteX86" fmla="*/ 4094747 w 4272784"/>
                <a:gd name="connsiteY86" fmla="*/ 4244975 h 6858000"/>
                <a:gd name="connsiteX87" fmla="*/ 4104825 w 4272784"/>
                <a:gd name="connsiteY87" fmla="*/ 4297362 h 6858000"/>
                <a:gd name="connsiteX88" fmla="*/ 4119940 w 4272784"/>
                <a:gd name="connsiteY88" fmla="*/ 4343400 h 6858000"/>
                <a:gd name="connsiteX89" fmla="*/ 4138416 w 4272784"/>
                <a:gd name="connsiteY89" fmla="*/ 4386262 h 6858000"/>
                <a:gd name="connsiteX90" fmla="*/ 4156892 w 4272784"/>
                <a:gd name="connsiteY90" fmla="*/ 4424362 h 6858000"/>
                <a:gd name="connsiteX91" fmla="*/ 4197202 w 4272784"/>
                <a:gd name="connsiteY91" fmla="*/ 4498975 h 6858000"/>
                <a:gd name="connsiteX92" fmla="*/ 4217357 w 4272784"/>
                <a:gd name="connsiteY92" fmla="*/ 4537075 h 6858000"/>
                <a:gd name="connsiteX93" fmla="*/ 4234153 w 4272784"/>
                <a:gd name="connsiteY93" fmla="*/ 4579937 h 6858000"/>
                <a:gd name="connsiteX94" fmla="*/ 4249270 w 4272784"/>
                <a:gd name="connsiteY94" fmla="*/ 4625975 h 6858000"/>
                <a:gd name="connsiteX95" fmla="*/ 4261027 w 4272784"/>
                <a:gd name="connsiteY95" fmla="*/ 4678362 h 6858000"/>
                <a:gd name="connsiteX96" fmla="*/ 4269425 w 4272784"/>
                <a:gd name="connsiteY96" fmla="*/ 4738687 h 6858000"/>
                <a:gd name="connsiteX97" fmla="*/ 4272784 w 4272784"/>
                <a:gd name="connsiteY97" fmla="*/ 4806950 h 6858000"/>
                <a:gd name="connsiteX98" fmla="*/ 4269425 w 4272784"/>
                <a:gd name="connsiteY98" fmla="*/ 4875212 h 6858000"/>
                <a:gd name="connsiteX99" fmla="*/ 4261027 w 4272784"/>
                <a:gd name="connsiteY99" fmla="*/ 4935537 h 6858000"/>
                <a:gd name="connsiteX100" fmla="*/ 4249270 w 4272784"/>
                <a:gd name="connsiteY100" fmla="*/ 4987925 h 6858000"/>
                <a:gd name="connsiteX101" fmla="*/ 4234153 w 4272784"/>
                <a:gd name="connsiteY101" fmla="*/ 5033962 h 6858000"/>
                <a:gd name="connsiteX102" fmla="*/ 4217357 w 4272784"/>
                <a:gd name="connsiteY102" fmla="*/ 5075237 h 6858000"/>
                <a:gd name="connsiteX103" fmla="*/ 4197202 w 4272784"/>
                <a:gd name="connsiteY103" fmla="*/ 5114925 h 6858000"/>
                <a:gd name="connsiteX104" fmla="*/ 4177047 w 4272784"/>
                <a:gd name="connsiteY104" fmla="*/ 5149850 h 6858000"/>
                <a:gd name="connsiteX105" fmla="*/ 4156892 w 4272784"/>
                <a:gd name="connsiteY105" fmla="*/ 5186362 h 6858000"/>
                <a:gd name="connsiteX106" fmla="*/ 4138416 w 4272784"/>
                <a:gd name="connsiteY106" fmla="*/ 5226050 h 6858000"/>
                <a:gd name="connsiteX107" fmla="*/ 4119940 w 4272784"/>
                <a:gd name="connsiteY107" fmla="*/ 5268912 h 6858000"/>
                <a:gd name="connsiteX108" fmla="*/ 4104825 w 4272784"/>
                <a:gd name="connsiteY108" fmla="*/ 5313362 h 6858000"/>
                <a:gd name="connsiteX109" fmla="*/ 4094747 w 4272784"/>
                <a:gd name="connsiteY109" fmla="*/ 5365750 h 6858000"/>
                <a:gd name="connsiteX110" fmla="*/ 4084669 w 4272784"/>
                <a:gd name="connsiteY110" fmla="*/ 5426075 h 6858000"/>
                <a:gd name="connsiteX111" fmla="*/ 4082989 w 4272784"/>
                <a:gd name="connsiteY111" fmla="*/ 5494337 h 6858000"/>
                <a:gd name="connsiteX112" fmla="*/ 4084669 w 4272784"/>
                <a:gd name="connsiteY112" fmla="*/ 5562600 h 6858000"/>
                <a:gd name="connsiteX113" fmla="*/ 4094747 w 4272784"/>
                <a:gd name="connsiteY113" fmla="*/ 5622925 h 6858000"/>
                <a:gd name="connsiteX114" fmla="*/ 4104825 w 4272784"/>
                <a:gd name="connsiteY114" fmla="*/ 5675312 h 6858000"/>
                <a:gd name="connsiteX115" fmla="*/ 4119940 w 4272784"/>
                <a:gd name="connsiteY115" fmla="*/ 5721350 h 6858000"/>
                <a:gd name="connsiteX116" fmla="*/ 4138416 w 4272784"/>
                <a:gd name="connsiteY116" fmla="*/ 5762625 h 6858000"/>
                <a:gd name="connsiteX117" fmla="*/ 4156892 w 4272784"/>
                <a:gd name="connsiteY117" fmla="*/ 5802312 h 6858000"/>
                <a:gd name="connsiteX118" fmla="*/ 4177047 w 4272784"/>
                <a:gd name="connsiteY118" fmla="*/ 5840412 h 6858000"/>
                <a:gd name="connsiteX119" fmla="*/ 4197202 w 4272784"/>
                <a:gd name="connsiteY119" fmla="*/ 5876925 h 6858000"/>
                <a:gd name="connsiteX120" fmla="*/ 4217357 w 4272784"/>
                <a:gd name="connsiteY120" fmla="*/ 5915025 h 6858000"/>
                <a:gd name="connsiteX121" fmla="*/ 4234153 w 4272784"/>
                <a:gd name="connsiteY121" fmla="*/ 5956300 h 6858000"/>
                <a:gd name="connsiteX122" fmla="*/ 4249270 w 4272784"/>
                <a:gd name="connsiteY122" fmla="*/ 6003925 h 6858000"/>
                <a:gd name="connsiteX123" fmla="*/ 4261027 w 4272784"/>
                <a:gd name="connsiteY123" fmla="*/ 6056312 h 6858000"/>
                <a:gd name="connsiteX124" fmla="*/ 4269425 w 4272784"/>
                <a:gd name="connsiteY124" fmla="*/ 6113462 h 6858000"/>
                <a:gd name="connsiteX125" fmla="*/ 4272784 w 4272784"/>
                <a:gd name="connsiteY125" fmla="*/ 6183312 h 6858000"/>
                <a:gd name="connsiteX126" fmla="*/ 4269425 w 4272784"/>
                <a:gd name="connsiteY126" fmla="*/ 6251575 h 6858000"/>
                <a:gd name="connsiteX127" fmla="*/ 4261027 w 4272784"/>
                <a:gd name="connsiteY127" fmla="*/ 6311900 h 6858000"/>
                <a:gd name="connsiteX128" fmla="*/ 4249270 w 4272784"/>
                <a:gd name="connsiteY128" fmla="*/ 6361112 h 6858000"/>
                <a:gd name="connsiteX129" fmla="*/ 4234153 w 4272784"/>
                <a:gd name="connsiteY129" fmla="*/ 6407150 h 6858000"/>
                <a:gd name="connsiteX130" fmla="*/ 4217357 w 4272784"/>
                <a:gd name="connsiteY130" fmla="*/ 6448425 h 6858000"/>
                <a:gd name="connsiteX131" fmla="*/ 4198882 w 4272784"/>
                <a:gd name="connsiteY131" fmla="*/ 6488112 h 6858000"/>
                <a:gd name="connsiteX132" fmla="*/ 4180406 w 4272784"/>
                <a:gd name="connsiteY132" fmla="*/ 6523037 h 6858000"/>
                <a:gd name="connsiteX133" fmla="*/ 4160251 w 4272784"/>
                <a:gd name="connsiteY133" fmla="*/ 6561137 h 6858000"/>
                <a:gd name="connsiteX134" fmla="*/ 4140096 w 4272784"/>
                <a:gd name="connsiteY134" fmla="*/ 6597650 h 6858000"/>
                <a:gd name="connsiteX135" fmla="*/ 4123300 w 4272784"/>
                <a:gd name="connsiteY135" fmla="*/ 6640512 h 6858000"/>
                <a:gd name="connsiteX136" fmla="*/ 4106504 w 4272784"/>
                <a:gd name="connsiteY136" fmla="*/ 6683375 h 6858000"/>
                <a:gd name="connsiteX137" fmla="*/ 4096426 w 4272784"/>
                <a:gd name="connsiteY137" fmla="*/ 6735762 h 6858000"/>
                <a:gd name="connsiteX138" fmla="*/ 4088029 w 4272784"/>
                <a:gd name="connsiteY138" fmla="*/ 6791325 h 6858000"/>
                <a:gd name="connsiteX139" fmla="*/ 4082989 w 4272784"/>
                <a:gd name="connsiteY139" fmla="*/ 6858000 h 6858000"/>
                <a:gd name="connsiteX140" fmla="*/ 0 w 4272784"/>
                <a:gd name="connsiteY140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4272784" h="6858000">
                  <a:moveTo>
                    <a:pt x="0" y="0"/>
                  </a:moveTo>
                  <a:lnTo>
                    <a:pt x="4082989" y="0"/>
                  </a:lnTo>
                  <a:lnTo>
                    <a:pt x="4088029" y="66675"/>
                  </a:lnTo>
                  <a:lnTo>
                    <a:pt x="4096426" y="122237"/>
                  </a:lnTo>
                  <a:lnTo>
                    <a:pt x="4106504" y="174625"/>
                  </a:lnTo>
                  <a:lnTo>
                    <a:pt x="4123300" y="217487"/>
                  </a:lnTo>
                  <a:lnTo>
                    <a:pt x="4140096" y="260350"/>
                  </a:lnTo>
                  <a:lnTo>
                    <a:pt x="4160251" y="296862"/>
                  </a:lnTo>
                  <a:lnTo>
                    <a:pt x="4180406" y="334962"/>
                  </a:lnTo>
                  <a:lnTo>
                    <a:pt x="4198882" y="369887"/>
                  </a:lnTo>
                  <a:lnTo>
                    <a:pt x="4217357" y="409575"/>
                  </a:lnTo>
                  <a:lnTo>
                    <a:pt x="4234153" y="450850"/>
                  </a:lnTo>
                  <a:lnTo>
                    <a:pt x="4249270" y="496887"/>
                  </a:lnTo>
                  <a:lnTo>
                    <a:pt x="4261027" y="546100"/>
                  </a:lnTo>
                  <a:lnTo>
                    <a:pt x="4269425" y="606425"/>
                  </a:lnTo>
                  <a:lnTo>
                    <a:pt x="4272784" y="673100"/>
                  </a:lnTo>
                  <a:lnTo>
                    <a:pt x="4269425" y="744537"/>
                  </a:lnTo>
                  <a:lnTo>
                    <a:pt x="4261027" y="801687"/>
                  </a:lnTo>
                  <a:lnTo>
                    <a:pt x="4249270" y="854075"/>
                  </a:lnTo>
                  <a:lnTo>
                    <a:pt x="4234153" y="901700"/>
                  </a:lnTo>
                  <a:lnTo>
                    <a:pt x="4217357" y="942975"/>
                  </a:lnTo>
                  <a:lnTo>
                    <a:pt x="4197202" y="981075"/>
                  </a:lnTo>
                  <a:lnTo>
                    <a:pt x="4177047" y="1017587"/>
                  </a:lnTo>
                  <a:lnTo>
                    <a:pt x="4156892" y="1055687"/>
                  </a:lnTo>
                  <a:lnTo>
                    <a:pt x="4138416" y="1095375"/>
                  </a:lnTo>
                  <a:lnTo>
                    <a:pt x="4119940" y="1136650"/>
                  </a:lnTo>
                  <a:lnTo>
                    <a:pt x="4104825" y="1182687"/>
                  </a:lnTo>
                  <a:lnTo>
                    <a:pt x="4094747" y="1235075"/>
                  </a:lnTo>
                  <a:lnTo>
                    <a:pt x="4084669" y="1295400"/>
                  </a:lnTo>
                  <a:lnTo>
                    <a:pt x="4082989" y="1363662"/>
                  </a:lnTo>
                  <a:lnTo>
                    <a:pt x="4084669" y="1431925"/>
                  </a:lnTo>
                  <a:lnTo>
                    <a:pt x="4094747" y="1492250"/>
                  </a:lnTo>
                  <a:lnTo>
                    <a:pt x="4104825" y="1544637"/>
                  </a:lnTo>
                  <a:lnTo>
                    <a:pt x="4119940" y="1589087"/>
                  </a:lnTo>
                  <a:lnTo>
                    <a:pt x="4138416" y="1631950"/>
                  </a:lnTo>
                  <a:lnTo>
                    <a:pt x="4156892" y="1671637"/>
                  </a:lnTo>
                  <a:lnTo>
                    <a:pt x="4177047" y="1708150"/>
                  </a:lnTo>
                  <a:lnTo>
                    <a:pt x="4197202" y="1743075"/>
                  </a:lnTo>
                  <a:lnTo>
                    <a:pt x="4217357" y="1782762"/>
                  </a:lnTo>
                  <a:lnTo>
                    <a:pt x="4234153" y="1824037"/>
                  </a:lnTo>
                  <a:lnTo>
                    <a:pt x="4249270" y="1870075"/>
                  </a:lnTo>
                  <a:lnTo>
                    <a:pt x="4261027" y="1922462"/>
                  </a:lnTo>
                  <a:lnTo>
                    <a:pt x="4269425" y="1982787"/>
                  </a:lnTo>
                  <a:lnTo>
                    <a:pt x="4272784" y="2051050"/>
                  </a:lnTo>
                  <a:lnTo>
                    <a:pt x="4269425" y="2119312"/>
                  </a:lnTo>
                  <a:lnTo>
                    <a:pt x="4261027" y="2179637"/>
                  </a:lnTo>
                  <a:lnTo>
                    <a:pt x="4249270" y="2232025"/>
                  </a:lnTo>
                  <a:lnTo>
                    <a:pt x="4234153" y="2278062"/>
                  </a:lnTo>
                  <a:lnTo>
                    <a:pt x="4217357" y="2319337"/>
                  </a:lnTo>
                  <a:lnTo>
                    <a:pt x="4197202" y="2359025"/>
                  </a:lnTo>
                  <a:lnTo>
                    <a:pt x="4177047" y="2395537"/>
                  </a:lnTo>
                  <a:lnTo>
                    <a:pt x="4156892" y="2433637"/>
                  </a:lnTo>
                  <a:lnTo>
                    <a:pt x="4138416" y="2471737"/>
                  </a:lnTo>
                  <a:lnTo>
                    <a:pt x="4119940" y="2513012"/>
                  </a:lnTo>
                  <a:lnTo>
                    <a:pt x="4104825" y="2560637"/>
                  </a:lnTo>
                  <a:lnTo>
                    <a:pt x="4094747" y="2613025"/>
                  </a:lnTo>
                  <a:lnTo>
                    <a:pt x="4084669" y="2671762"/>
                  </a:lnTo>
                  <a:lnTo>
                    <a:pt x="4082989" y="2741612"/>
                  </a:lnTo>
                  <a:lnTo>
                    <a:pt x="4084669" y="2809875"/>
                  </a:lnTo>
                  <a:lnTo>
                    <a:pt x="4094747" y="2868612"/>
                  </a:lnTo>
                  <a:lnTo>
                    <a:pt x="4104825" y="2922587"/>
                  </a:lnTo>
                  <a:lnTo>
                    <a:pt x="4119940" y="2967037"/>
                  </a:lnTo>
                  <a:lnTo>
                    <a:pt x="4138416" y="3009900"/>
                  </a:lnTo>
                  <a:lnTo>
                    <a:pt x="4156892" y="3046412"/>
                  </a:lnTo>
                  <a:lnTo>
                    <a:pt x="4177047" y="3084512"/>
                  </a:lnTo>
                  <a:lnTo>
                    <a:pt x="4197202" y="3121025"/>
                  </a:lnTo>
                  <a:lnTo>
                    <a:pt x="4217357" y="3160712"/>
                  </a:lnTo>
                  <a:lnTo>
                    <a:pt x="4234153" y="3201987"/>
                  </a:lnTo>
                  <a:lnTo>
                    <a:pt x="4249270" y="3248025"/>
                  </a:lnTo>
                  <a:lnTo>
                    <a:pt x="4261027" y="3300412"/>
                  </a:lnTo>
                  <a:lnTo>
                    <a:pt x="4269425" y="3360737"/>
                  </a:lnTo>
                  <a:lnTo>
                    <a:pt x="4272784" y="3427412"/>
                  </a:lnTo>
                  <a:lnTo>
                    <a:pt x="4269425" y="3497262"/>
                  </a:lnTo>
                  <a:lnTo>
                    <a:pt x="4261027" y="3557587"/>
                  </a:lnTo>
                  <a:lnTo>
                    <a:pt x="4249270" y="3609975"/>
                  </a:lnTo>
                  <a:lnTo>
                    <a:pt x="4234153" y="3656012"/>
                  </a:lnTo>
                  <a:lnTo>
                    <a:pt x="4217357" y="3697287"/>
                  </a:lnTo>
                  <a:lnTo>
                    <a:pt x="4197202" y="3736975"/>
                  </a:lnTo>
                  <a:lnTo>
                    <a:pt x="4156892" y="3811587"/>
                  </a:lnTo>
                  <a:lnTo>
                    <a:pt x="4138416" y="3848100"/>
                  </a:lnTo>
                  <a:lnTo>
                    <a:pt x="4119940" y="3890962"/>
                  </a:lnTo>
                  <a:lnTo>
                    <a:pt x="4104825" y="3935412"/>
                  </a:lnTo>
                  <a:lnTo>
                    <a:pt x="4094747" y="3987800"/>
                  </a:lnTo>
                  <a:lnTo>
                    <a:pt x="4084669" y="4048125"/>
                  </a:lnTo>
                  <a:lnTo>
                    <a:pt x="4082989" y="4116387"/>
                  </a:lnTo>
                  <a:lnTo>
                    <a:pt x="4084669" y="4186237"/>
                  </a:lnTo>
                  <a:lnTo>
                    <a:pt x="4094747" y="4244975"/>
                  </a:lnTo>
                  <a:lnTo>
                    <a:pt x="4104825" y="4297362"/>
                  </a:lnTo>
                  <a:lnTo>
                    <a:pt x="4119940" y="4343400"/>
                  </a:lnTo>
                  <a:lnTo>
                    <a:pt x="4138416" y="4386262"/>
                  </a:lnTo>
                  <a:lnTo>
                    <a:pt x="4156892" y="4424362"/>
                  </a:lnTo>
                  <a:lnTo>
                    <a:pt x="4197202" y="4498975"/>
                  </a:lnTo>
                  <a:lnTo>
                    <a:pt x="4217357" y="4537075"/>
                  </a:lnTo>
                  <a:lnTo>
                    <a:pt x="4234153" y="4579937"/>
                  </a:lnTo>
                  <a:lnTo>
                    <a:pt x="4249270" y="4625975"/>
                  </a:lnTo>
                  <a:lnTo>
                    <a:pt x="4261027" y="4678362"/>
                  </a:lnTo>
                  <a:lnTo>
                    <a:pt x="4269425" y="4738687"/>
                  </a:lnTo>
                  <a:lnTo>
                    <a:pt x="4272784" y="4806950"/>
                  </a:lnTo>
                  <a:lnTo>
                    <a:pt x="4269425" y="4875212"/>
                  </a:lnTo>
                  <a:lnTo>
                    <a:pt x="4261027" y="4935537"/>
                  </a:lnTo>
                  <a:lnTo>
                    <a:pt x="4249270" y="4987925"/>
                  </a:lnTo>
                  <a:lnTo>
                    <a:pt x="4234153" y="5033962"/>
                  </a:lnTo>
                  <a:lnTo>
                    <a:pt x="4217357" y="5075237"/>
                  </a:lnTo>
                  <a:lnTo>
                    <a:pt x="4197202" y="5114925"/>
                  </a:lnTo>
                  <a:lnTo>
                    <a:pt x="4177047" y="5149850"/>
                  </a:lnTo>
                  <a:lnTo>
                    <a:pt x="4156892" y="5186362"/>
                  </a:lnTo>
                  <a:lnTo>
                    <a:pt x="4138416" y="5226050"/>
                  </a:lnTo>
                  <a:lnTo>
                    <a:pt x="4119940" y="5268912"/>
                  </a:lnTo>
                  <a:lnTo>
                    <a:pt x="4104825" y="5313362"/>
                  </a:lnTo>
                  <a:lnTo>
                    <a:pt x="4094747" y="5365750"/>
                  </a:lnTo>
                  <a:lnTo>
                    <a:pt x="4084669" y="5426075"/>
                  </a:lnTo>
                  <a:lnTo>
                    <a:pt x="4082989" y="5494337"/>
                  </a:lnTo>
                  <a:lnTo>
                    <a:pt x="4084669" y="5562600"/>
                  </a:lnTo>
                  <a:lnTo>
                    <a:pt x="4094747" y="5622925"/>
                  </a:lnTo>
                  <a:lnTo>
                    <a:pt x="4104825" y="5675312"/>
                  </a:lnTo>
                  <a:lnTo>
                    <a:pt x="4119940" y="5721350"/>
                  </a:lnTo>
                  <a:lnTo>
                    <a:pt x="4138416" y="5762625"/>
                  </a:lnTo>
                  <a:lnTo>
                    <a:pt x="4156892" y="5802312"/>
                  </a:lnTo>
                  <a:lnTo>
                    <a:pt x="4177047" y="5840412"/>
                  </a:lnTo>
                  <a:lnTo>
                    <a:pt x="4197202" y="5876925"/>
                  </a:lnTo>
                  <a:lnTo>
                    <a:pt x="4217357" y="5915025"/>
                  </a:lnTo>
                  <a:lnTo>
                    <a:pt x="4234153" y="5956300"/>
                  </a:lnTo>
                  <a:lnTo>
                    <a:pt x="4249270" y="6003925"/>
                  </a:lnTo>
                  <a:lnTo>
                    <a:pt x="4261027" y="6056312"/>
                  </a:lnTo>
                  <a:lnTo>
                    <a:pt x="4269425" y="6113462"/>
                  </a:lnTo>
                  <a:lnTo>
                    <a:pt x="4272784" y="6183312"/>
                  </a:lnTo>
                  <a:lnTo>
                    <a:pt x="4269425" y="6251575"/>
                  </a:lnTo>
                  <a:lnTo>
                    <a:pt x="4261027" y="6311900"/>
                  </a:lnTo>
                  <a:lnTo>
                    <a:pt x="4249270" y="6361112"/>
                  </a:lnTo>
                  <a:lnTo>
                    <a:pt x="4234153" y="6407150"/>
                  </a:lnTo>
                  <a:lnTo>
                    <a:pt x="4217357" y="6448425"/>
                  </a:lnTo>
                  <a:lnTo>
                    <a:pt x="4198882" y="6488112"/>
                  </a:lnTo>
                  <a:lnTo>
                    <a:pt x="4180406" y="6523037"/>
                  </a:lnTo>
                  <a:lnTo>
                    <a:pt x="4160251" y="6561137"/>
                  </a:lnTo>
                  <a:lnTo>
                    <a:pt x="4140096" y="6597650"/>
                  </a:lnTo>
                  <a:lnTo>
                    <a:pt x="4123300" y="6640512"/>
                  </a:lnTo>
                  <a:lnTo>
                    <a:pt x="4106504" y="6683375"/>
                  </a:lnTo>
                  <a:lnTo>
                    <a:pt x="4096426" y="6735762"/>
                  </a:lnTo>
                  <a:lnTo>
                    <a:pt x="4088029" y="6791325"/>
                  </a:lnTo>
                  <a:lnTo>
                    <a:pt x="4082989" y="6858000"/>
                  </a:lnTo>
                  <a:lnTo>
                    <a:pt x="0" y="6858000"/>
                  </a:lnTo>
                  <a:close/>
                </a:path>
              </a:pathLst>
            </a:custGeom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42C509-4662-4775-BF18-33FB465BCD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0" y="2006221"/>
              <a:ext cx="4272784" cy="6858000"/>
            </a:xfrm>
            <a:custGeom>
              <a:avLst/>
              <a:gdLst>
                <a:gd name="connsiteX0" fmla="*/ 0 w 4272784"/>
                <a:gd name="connsiteY0" fmla="*/ 0 h 6858000"/>
                <a:gd name="connsiteX1" fmla="*/ 4082989 w 4272784"/>
                <a:gd name="connsiteY1" fmla="*/ 0 h 6858000"/>
                <a:gd name="connsiteX2" fmla="*/ 4088029 w 4272784"/>
                <a:gd name="connsiteY2" fmla="*/ 66675 h 6858000"/>
                <a:gd name="connsiteX3" fmla="*/ 4096426 w 4272784"/>
                <a:gd name="connsiteY3" fmla="*/ 122237 h 6858000"/>
                <a:gd name="connsiteX4" fmla="*/ 4106504 w 4272784"/>
                <a:gd name="connsiteY4" fmla="*/ 174625 h 6858000"/>
                <a:gd name="connsiteX5" fmla="*/ 4123300 w 4272784"/>
                <a:gd name="connsiteY5" fmla="*/ 217487 h 6858000"/>
                <a:gd name="connsiteX6" fmla="*/ 4140096 w 4272784"/>
                <a:gd name="connsiteY6" fmla="*/ 260350 h 6858000"/>
                <a:gd name="connsiteX7" fmla="*/ 4160251 w 4272784"/>
                <a:gd name="connsiteY7" fmla="*/ 296862 h 6858000"/>
                <a:gd name="connsiteX8" fmla="*/ 4180406 w 4272784"/>
                <a:gd name="connsiteY8" fmla="*/ 334962 h 6858000"/>
                <a:gd name="connsiteX9" fmla="*/ 4198882 w 4272784"/>
                <a:gd name="connsiteY9" fmla="*/ 369887 h 6858000"/>
                <a:gd name="connsiteX10" fmla="*/ 4217357 w 4272784"/>
                <a:gd name="connsiteY10" fmla="*/ 409575 h 6858000"/>
                <a:gd name="connsiteX11" fmla="*/ 4234153 w 4272784"/>
                <a:gd name="connsiteY11" fmla="*/ 450850 h 6858000"/>
                <a:gd name="connsiteX12" fmla="*/ 4249270 w 4272784"/>
                <a:gd name="connsiteY12" fmla="*/ 496887 h 6858000"/>
                <a:gd name="connsiteX13" fmla="*/ 4261027 w 4272784"/>
                <a:gd name="connsiteY13" fmla="*/ 546100 h 6858000"/>
                <a:gd name="connsiteX14" fmla="*/ 4269425 w 4272784"/>
                <a:gd name="connsiteY14" fmla="*/ 606425 h 6858000"/>
                <a:gd name="connsiteX15" fmla="*/ 4272784 w 4272784"/>
                <a:gd name="connsiteY15" fmla="*/ 673100 h 6858000"/>
                <a:gd name="connsiteX16" fmla="*/ 4269425 w 4272784"/>
                <a:gd name="connsiteY16" fmla="*/ 744537 h 6858000"/>
                <a:gd name="connsiteX17" fmla="*/ 4261027 w 4272784"/>
                <a:gd name="connsiteY17" fmla="*/ 801687 h 6858000"/>
                <a:gd name="connsiteX18" fmla="*/ 4249270 w 4272784"/>
                <a:gd name="connsiteY18" fmla="*/ 854075 h 6858000"/>
                <a:gd name="connsiteX19" fmla="*/ 4234153 w 4272784"/>
                <a:gd name="connsiteY19" fmla="*/ 901700 h 6858000"/>
                <a:gd name="connsiteX20" fmla="*/ 4217357 w 4272784"/>
                <a:gd name="connsiteY20" fmla="*/ 942975 h 6858000"/>
                <a:gd name="connsiteX21" fmla="*/ 4197202 w 4272784"/>
                <a:gd name="connsiteY21" fmla="*/ 981075 h 6858000"/>
                <a:gd name="connsiteX22" fmla="*/ 4177047 w 4272784"/>
                <a:gd name="connsiteY22" fmla="*/ 1017587 h 6858000"/>
                <a:gd name="connsiteX23" fmla="*/ 4156892 w 4272784"/>
                <a:gd name="connsiteY23" fmla="*/ 1055687 h 6858000"/>
                <a:gd name="connsiteX24" fmla="*/ 4138416 w 4272784"/>
                <a:gd name="connsiteY24" fmla="*/ 1095375 h 6858000"/>
                <a:gd name="connsiteX25" fmla="*/ 4119940 w 4272784"/>
                <a:gd name="connsiteY25" fmla="*/ 1136650 h 6858000"/>
                <a:gd name="connsiteX26" fmla="*/ 4104825 w 4272784"/>
                <a:gd name="connsiteY26" fmla="*/ 1182687 h 6858000"/>
                <a:gd name="connsiteX27" fmla="*/ 4094747 w 4272784"/>
                <a:gd name="connsiteY27" fmla="*/ 1235075 h 6858000"/>
                <a:gd name="connsiteX28" fmla="*/ 4084669 w 4272784"/>
                <a:gd name="connsiteY28" fmla="*/ 1295400 h 6858000"/>
                <a:gd name="connsiteX29" fmla="*/ 4082989 w 4272784"/>
                <a:gd name="connsiteY29" fmla="*/ 1363662 h 6858000"/>
                <a:gd name="connsiteX30" fmla="*/ 4084669 w 4272784"/>
                <a:gd name="connsiteY30" fmla="*/ 1431925 h 6858000"/>
                <a:gd name="connsiteX31" fmla="*/ 4094747 w 4272784"/>
                <a:gd name="connsiteY31" fmla="*/ 1492250 h 6858000"/>
                <a:gd name="connsiteX32" fmla="*/ 4104825 w 4272784"/>
                <a:gd name="connsiteY32" fmla="*/ 1544637 h 6858000"/>
                <a:gd name="connsiteX33" fmla="*/ 4119940 w 4272784"/>
                <a:gd name="connsiteY33" fmla="*/ 1589087 h 6858000"/>
                <a:gd name="connsiteX34" fmla="*/ 4138416 w 4272784"/>
                <a:gd name="connsiteY34" fmla="*/ 1631950 h 6858000"/>
                <a:gd name="connsiteX35" fmla="*/ 4156892 w 4272784"/>
                <a:gd name="connsiteY35" fmla="*/ 1671637 h 6858000"/>
                <a:gd name="connsiteX36" fmla="*/ 4177047 w 4272784"/>
                <a:gd name="connsiteY36" fmla="*/ 1708150 h 6858000"/>
                <a:gd name="connsiteX37" fmla="*/ 4197202 w 4272784"/>
                <a:gd name="connsiteY37" fmla="*/ 1743075 h 6858000"/>
                <a:gd name="connsiteX38" fmla="*/ 4217357 w 4272784"/>
                <a:gd name="connsiteY38" fmla="*/ 1782762 h 6858000"/>
                <a:gd name="connsiteX39" fmla="*/ 4234153 w 4272784"/>
                <a:gd name="connsiteY39" fmla="*/ 1824037 h 6858000"/>
                <a:gd name="connsiteX40" fmla="*/ 4249270 w 4272784"/>
                <a:gd name="connsiteY40" fmla="*/ 1870075 h 6858000"/>
                <a:gd name="connsiteX41" fmla="*/ 4261027 w 4272784"/>
                <a:gd name="connsiteY41" fmla="*/ 1922462 h 6858000"/>
                <a:gd name="connsiteX42" fmla="*/ 4269425 w 4272784"/>
                <a:gd name="connsiteY42" fmla="*/ 1982787 h 6858000"/>
                <a:gd name="connsiteX43" fmla="*/ 4272784 w 4272784"/>
                <a:gd name="connsiteY43" fmla="*/ 2051050 h 6858000"/>
                <a:gd name="connsiteX44" fmla="*/ 4269425 w 4272784"/>
                <a:gd name="connsiteY44" fmla="*/ 2119312 h 6858000"/>
                <a:gd name="connsiteX45" fmla="*/ 4261027 w 4272784"/>
                <a:gd name="connsiteY45" fmla="*/ 2179637 h 6858000"/>
                <a:gd name="connsiteX46" fmla="*/ 4249270 w 4272784"/>
                <a:gd name="connsiteY46" fmla="*/ 2232025 h 6858000"/>
                <a:gd name="connsiteX47" fmla="*/ 4234153 w 4272784"/>
                <a:gd name="connsiteY47" fmla="*/ 2278062 h 6858000"/>
                <a:gd name="connsiteX48" fmla="*/ 4217357 w 4272784"/>
                <a:gd name="connsiteY48" fmla="*/ 2319337 h 6858000"/>
                <a:gd name="connsiteX49" fmla="*/ 4197202 w 4272784"/>
                <a:gd name="connsiteY49" fmla="*/ 2359025 h 6858000"/>
                <a:gd name="connsiteX50" fmla="*/ 4177047 w 4272784"/>
                <a:gd name="connsiteY50" fmla="*/ 2395537 h 6858000"/>
                <a:gd name="connsiteX51" fmla="*/ 4156892 w 4272784"/>
                <a:gd name="connsiteY51" fmla="*/ 2433637 h 6858000"/>
                <a:gd name="connsiteX52" fmla="*/ 4138416 w 4272784"/>
                <a:gd name="connsiteY52" fmla="*/ 2471737 h 6858000"/>
                <a:gd name="connsiteX53" fmla="*/ 4119940 w 4272784"/>
                <a:gd name="connsiteY53" fmla="*/ 2513012 h 6858000"/>
                <a:gd name="connsiteX54" fmla="*/ 4104825 w 4272784"/>
                <a:gd name="connsiteY54" fmla="*/ 2560637 h 6858000"/>
                <a:gd name="connsiteX55" fmla="*/ 4094747 w 4272784"/>
                <a:gd name="connsiteY55" fmla="*/ 2613025 h 6858000"/>
                <a:gd name="connsiteX56" fmla="*/ 4084669 w 4272784"/>
                <a:gd name="connsiteY56" fmla="*/ 2671762 h 6858000"/>
                <a:gd name="connsiteX57" fmla="*/ 4082989 w 4272784"/>
                <a:gd name="connsiteY57" fmla="*/ 2741612 h 6858000"/>
                <a:gd name="connsiteX58" fmla="*/ 4084669 w 4272784"/>
                <a:gd name="connsiteY58" fmla="*/ 2809875 h 6858000"/>
                <a:gd name="connsiteX59" fmla="*/ 4094747 w 4272784"/>
                <a:gd name="connsiteY59" fmla="*/ 2868612 h 6858000"/>
                <a:gd name="connsiteX60" fmla="*/ 4104825 w 4272784"/>
                <a:gd name="connsiteY60" fmla="*/ 2922587 h 6858000"/>
                <a:gd name="connsiteX61" fmla="*/ 4119940 w 4272784"/>
                <a:gd name="connsiteY61" fmla="*/ 2967037 h 6858000"/>
                <a:gd name="connsiteX62" fmla="*/ 4138416 w 4272784"/>
                <a:gd name="connsiteY62" fmla="*/ 3009900 h 6858000"/>
                <a:gd name="connsiteX63" fmla="*/ 4156892 w 4272784"/>
                <a:gd name="connsiteY63" fmla="*/ 3046412 h 6858000"/>
                <a:gd name="connsiteX64" fmla="*/ 4177047 w 4272784"/>
                <a:gd name="connsiteY64" fmla="*/ 3084512 h 6858000"/>
                <a:gd name="connsiteX65" fmla="*/ 4197202 w 4272784"/>
                <a:gd name="connsiteY65" fmla="*/ 3121025 h 6858000"/>
                <a:gd name="connsiteX66" fmla="*/ 4217357 w 4272784"/>
                <a:gd name="connsiteY66" fmla="*/ 3160712 h 6858000"/>
                <a:gd name="connsiteX67" fmla="*/ 4234153 w 4272784"/>
                <a:gd name="connsiteY67" fmla="*/ 3201987 h 6858000"/>
                <a:gd name="connsiteX68" fmla="*/ 4249270 w 4272784"/>
                <a:gd name="connsiteY68" fmla="*/ 3248025 h 6858000"/>
                <a:gd name="connsiteX69" fmla="*/ 4261027 w 4272784"/>
                <a:gd name="connsiteY69" fmla="*/ 3300412 h 6858000"/>
                <a:gd name="connsiteX70" fmla="*/ 4269425 w 4272784"/>
                <a:gd name="connsiteY70" fmla="*/ 3360737 h 6858000"/>
                <a:gd name="connsiteX71" fmla="*/ 4272784 w 4272784"/>
                <a:gd name="connsiteY71" fmla="*/ 3427412 h 6858000"/>
                <a:gd name="connsiteX72" fmla="*/ 4269425 w 4272784"/>
                <a:gd name="connsiteY72" fmla="*/ 3497262 h 6858000"/>
                <a:gd name="connsiteX73" fmla="*/ 4261027 w 4272784"/>
                <a:gd name="connsiteY73" fmla="*/ 3557587 h 6858000"/>
                <a:gd name="connsiteX74" fmla="*/ 4249270 w 4272784"/>
                <a:gd name="connsiteY74" fmla="*/ 3609975 h 6858000"/>
                <a:gd name="connsiteX75" fmla="*/ 4234153 w 4272784"/>
                <a:gd name="connsiteY75" fmla="*/ 3656012 h 6858000"/>
                <a:gd name="connsiteX76" fmla="*/ 4217357 w 4272784"/>
                <a:gd name="connsiteY76" fmla="*/ 3697287 h 6858000"/>
                <a:gd name="connsiteX77" fmla="*/ 4197202 w 4272784"/>
                <a:gd name="connsiteY77" fmla="*/ 3736975 h 6858000"/>
                <a:gd name="connsiteX78" fmla="*/ 4156892 w 4272784"/>
                <a:gd name="connsiteY78" fmla="*/ 3811587 h 6858000"/>
                <a:gd name="connsiteX79" fmla="*/ 4138416 w 4272784"/>
                <a:gd name="connsiteY79" fmla="*/ 3848100 h 6858000"/>
                <a:gd name="connsiteX80" fmla="*/ 4119940 w 4272784"/>
                <a:gd name="connsiteY80" fmla="*/ 3890962 h 6858000"/>
                <a:gd name="connsiteX81" fmla="*/ 4104825 w 4272784"/>
                <a:gd name="connsiteY81" fmla="*/ 3935412 h 6858000"/>
                <a:gd name="connsiteX82" fmla="*/ 4094747 w 4272784"/>
                <a:gd name="connsiteY82" fmla="*/ 3987800 h 6858000"/>
                <a:gd name="connsiteX83" fmla="*/ 4084669 w 4272784"/>
                <a:gd name="connsiteY83" fmla="*/ 4048125 h 6858000"/>
                <a:gd name="connsiteX84" fmla="*/ 4082989 w 4272784"/>
                <a:gd name="connsiteY84" fmla="*/ 4116387 h 6858000"/>
                <a:gd name="connsiteX85" fmla="*/ 4084669 w 4272784"/>
                <a:gd name="connsiteY85" fmla="*/ 4186237 h 6858000"/>
                <a:gd name="connsiteX86" fmla="*/ 4094747 w 4272784"/>
                <a:gd name="connsiteY86" fmla="*/ 4244975 h 6858000"/>
                <a:gd name="connsiteX87" fmla="*/ 4104825 w 4272784"/>
                <a:gd name="connsiteY87" fmla="*/ 4297362 h 6858000"/>
                <a:gd name="connsiteX88" fmla="*/ 4119940 w 4272784"/>
                <a:gd name="connsiteY88" fmla="*/ 4343400 h 6858000"/>
                <a:gd name="connsiteX89" fmla="*/ 4138416 w 4272784"/>
                <a:gd name="connsiteY89" fmla="*/ 4386262 h 6858000"/>
                <a:gd name="connsiteX90" fmla="*/ 4156892 w 4272784"/>
                <a:gd name="connsiteY90" fmla="*/ 4424362 h 6858000"/>
                <a:gd name="connsiteX91" fmla="*/ 4197202 w 4272784"/>
                <a:gd name="connsiteY91" fmla="*/ 4498975 h 6858000"/>
                <a:gd name="connsiteX92" fmla="*/ 4217357 w 4272784"/>
                <a:gd name="connsiteY92" fmla="*/ 4537075 h 6858000"/>
                <a:gd name="connsiteX93" fmla="*/ 4234153 w 4272784"/>
                <a:gd name="connsiteY93" fmla="*/ 4579937 h 6858000"/>
                <a:gd name="connsiteX94" fmla="*/ 4249270 w 4272784"/>
                <a:gd name="connsiteY94" fmla="*/ 4625975 h 6858000"/>
                <a:gd name="connsiteX95" fmla="*/ 4261027 w 4272784"/>
                <a:gd name="connsiteY95" fmla="*/ 4678362 h 6858000"/>
                <a:gd name="connsiteX96" fmla="*/ 4269425 w 4272784"/>
                <a:gd name="connsiteY96" fmla="*/ 4738687 h 6858000"/>
                <a:gd name="connsiteX97" fmla="*/ 4272784 w 4272784"/>
                <a:gd name="connsiteY97" fmla="*/ 4806950 h 6858000"/>
                <a:gd name="connsiteX98" fmla="*/ 4269425 w 4272784"/>
                <a:gd name="connsiteY98" fmla="*/ 4875212 h 6858000"/>
                <a:gd name="connsiteX99" fmla="*/ 4261027 w 4272784"/>
                <a:gd name="connsiteY99" fmla="*/ 4935537 h 6858000"/>
                <a:gd name="connsiteX100" fmla="*/ 4249270 w 4272784"/>
                <a:gd name="connsiteY100" fmla="*/ 4987925 h 6858000"/>
                <a:gd name="connsiteX101" fmla="*/ 4234153 w 4272784"/>
                <a:gd name="connsiteY101" fmla="*/ 5033962 h 6858000"/>
                <a:gd name="connsiteX102" fmla="*/ 4217357 w 4272784"/>
                <a:gd name="connsiteY102" fmla="*/ 5075237 h 6858000"/>
                <a:gd name="connsiteX103" fmla="*/ 4197202 w 4272784"/>
                <a:gd name="connsiteY103" fmla="*/ 5114925 h 6858000"/>
                <a:gd name="connsiteX104" fmla="*/ 4177047 w 4272784"/>
                <a:gd name="connsiteY104" fmla="*/ 5149850 h 6858000"/>
                <a:gd name="connsiteX105" fmla="*/ 4156892 w 4272784"/>
                <a:gd name="connsiteY105" fmla="*/ 5186362 h 6858000"/>
                <a:gd name="connsiteX106" fmla="*/ 4138416 w 4272784"/>
                <a:gd name="connsiteY106" fmla="*/ 5226050 h 6858000"/>
                <a:gd name="connsiteX107" fmla="*/ 4119940 w 4272784"/>
                <a:gd name="connsiteY107" fmla="*/ 5268912 h 6858000"/>
                <a:gd name="connsiteX108" fmla="*/ 4104825 w 4272784"/>
                <a:gd name="connsiteY108" fmla="*/ 5313362 h 6858000"/>
                <a:gd name="connsiteX109" fmla="*/ 4094747 w 4272784"/>
                <a:gd name="connsiteY109" fmla="*/ 5365750 h 6858000"/>
                <a:gd name="connsiteX110" fmla="*/ 4084669 w 4272784"/>
                <a:gd name="connsiteY110" fmla="*/ 5426075 h 6858000"/>
                <a:gd name="connsiteX111" fmla="*/ 4082989 w 4272784"/>
                <a:gd name="connsiteY111" fmla="*/ 5494337 h 6858000"/>
                <a:gd name="connsiteX112" fmla="*/ 4084669 w 4272784"/>
                <a:gd name="connsiteY112" fmla="*/ 5562600 h 6858000"/>
                <a:gd name="connsiteX113" fmla="*/ 4094747 w 4272784"/>
                <a:gd name="connsiteY113" fmla="*/ 5622925 h 6858000"/>
                <a:gd name="connsiteX114" fmla="*/ 4104825 w 4272784"/>
                <a:gd name="connsiteY114" fmla="*/ 5675312 h 6858000"/>
                <a:gd name="connsiteX115" fmla="*/ 4119940 w 4272784"/>
                <a:gd name="connsiteY115" fmla="*/ 5721350 h 6858000"/>
                <a:gd name="connsiteX116" fmla="*/ 4138416 w 4272784"/>
                <a:gd name="connsiteY116" fmla="*/ 5762625 h 6858000"/>
                <a:gd name="connsiteX117" fmla="*/ 4156892 w 4272784"/>
                <a:gd name="connsiteY117" fmla="*/ 5802312 h 6858000"/>
                <a:gd name="connsiteX118" fmla="*/ 4177047 w 4272784"/>
                <a:gd name="connsiteY118" fmla="*/ 5840412 h 6858000"/>
                <a:gd name="connsiteX119" fmla="*/ 4197202 w 4272784"/>
                <a:gd name="connsiteY119" fmla="*/ 5876925 h 6858000"/>
                <a:gd name="connsiteX120" fmla="*/ 4217357 w 4272784"/>
                <a:gd name="connsiteY120" fmla="*/ 5915025 h 6858000"/>
                <a:gd name="connsiteX121" fmla="*/ 4234153 w 4272784"/>
                <a:gd name="connsiteY121" fmla="*/ 5956300 h 6858000"/>
                <a:gd name="connsiteX122" fmla="*/ 4249270 w 4272784"/>
                <a:gd name="connsiteY122" fmla="*/ 6003925 h 6858000"/>
                <a:gd name="connsiteX123" fmla="*/ 4261027 w 4272784"/>
                <a:gd name="connsiteY123" fmla="*/ 6056312 h 6858000"/>
                <a:gd name="connsiteX124" fmla="*/ 4269425 w 4272784"/>
                <a:gd name="connsiteY124" fmla="*/ 6113462 h 6858000"/>
                <a:gd name="connsiteX125" fmla="*/ 4272784 w 4272784"/>
                <a:gd name="connsiteY125" fmla="*/ 6183312 h 6858000"/>
                <a:gd name="connsiteX126" fmla="*/ 4269425 w 4272784"/>
                <a:gd name="connsiteY126" fmla="*/ 6251575 h 6858000"/>
                <a:gd name="connsiteX127" fmla="*/ 4261027 w 4272784"/>
                <a:gd name="connsiteY127" fmla="*/ 6311900 h 6858000"/>
                <a:gd name="connsiteX128" fmla="*/ 4249270 w 4272784"/>
                <a:gd name="connsiteY128" fmla="*/ 6361112 h 6858000"/>
                <a:gd name="connsiteX129" fmla="*/ 4234153 w 4272784"/>
                <a:gd name="connsiteY129" fmla="*/ 6407150 h 6858000"/>
                <a:gd name="connsiteX130" fmla="*/ 4217357 w 4272784"/>
                <a:gd name="connsiteY130" fmla="*/ 6448425 h 6858000"/>
                <a:gd name="connsiteX131" fmla="*/ 4198882 w 4272784"/>
                <a:gd name="connsiteY131" fmla="*/ 6488112 h 6858000"/>
                <a:gd name="connsiteX132" fmla="*/ 4180406 w 4272784"/>
                <a:gd name="connsiteY132" fmla="*/ 6523037 h 6858000"/>
                <a:gd name="connsiteX133" fmla="*/ 4160251 w 4272784"/>
                <a:gd name="connsiteY133" fmla="*/ 6561137 h 6858000"/>
                <a:gd name="connsiteX134" fmla="*/ 4140096 w 4272784"/>
                <a:gd name="connsiteY134" fmla="*/ 6597650 h 6858000"/>
                <a:gd name="connsiteX135" fmla="*/ 4123300 w 4272784"/>
                <a:gd name="connsiteY135" fmla="*/ 6640512 h 6858000"/>
                <a:gd name="connsiteX136" fmla="*/ 4106504 w 4272784"/>
                <a:gd name="connsiteY136" fmla="*/ 6683375 h 6858000"/>
                <a:gd name="connsiteX137" fmla="*/ 4096426 w 4272784"/>
                <a:gd name="connsiteY137" fmla="*/ 6735762 h 6858000"/>
                <a:gd name="connsiteX138" fmla="*/ 4088029 w 4272784"/>
                <a:gd name="connsiteY138" fmla="*/ 6791325 h 6858000"/>
                <a:gd name="connsiteX139" fmla="*/ 4082989 w 4272784"/>
                <a:gd name="connsiteY139" fmla="*/ 6858000 h 6858000"/>
                <a:gd name="connsiteX140" fmla="*/ 0 w 4272784"/>
                <a:gd name="connsiteY140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4272784" h="6858000">
                  <a:moveTo>
                    <a:pt x="0" y="0"/>
                  </a:moveTo>
                  <a:lnTo>
                    <a:pt x="4082989" y="0"/>
                  </a:lnTo>
                  <a:lnTo>
                    <a:pt x="4088029" y="66675"/>
                  </a:lnTo>
                  <a:lnTo>
                    <a:pt x="4096426" y="122237"/>
                  </a:lnTo>
                  <a:lnTo>
                    <a:pt x="4106504" y="174625"/>
                  </a:lnTo>
                  <a:lnTo>
                    <a:pt x="4123300" y="217487"/>
                  </a:lnTo>
                  <a:lnTo>
                    <a:pt x="4140096" y="260350"/>
                  </a:lnTo>
                  <a:lnTo>
                    <a:pt x="4160251" y="296862"/>
                  </a:lnTo>
                  <a:lnTo>
                    <a:pt x="4180406" y="334962"/>
                  </a:lnTo>
                  <a:lnTo>
                    <a:pt x="4198882" y="369887"/>
                  </a:lnTo>
                  <a:lnTo>
                    <a:pt x="4217357" y="409575"/>
                  </a:lnTo>
                  <a:lnTo>
                    <a:pt x="4234153" y="450850"/>
                  </a:lnTo>
                  <a:lnTo>
                    <a:pt x="4249270" y="496887"/>
                  </a:lnTo>
                  <a:lnTo>
                    <a:pt x="4261027" y="546100"/>
                  </a:lnTo>
                  <a:lnTo>
                    <a:pt x="4269425" y="606425"/>
                  </a:lnTo>
                  <a:lnTo>
                    <a:pt x="4272784" y="673100"/>
                  </a:lnTo>
                  <a:lnTo>
                    <a:pt x="4269425" y="744537"/>
                  </a:lnTo>
                  <a:lnTo>
                    <a:pt x="4261027" y="801687"/>
                  </a:lnTo>
                  <a:lnTo>
                    <a:pt x="4249270" y="854075"/>
                  </a:lnTo>
                  <a:lnTo>
                    <a:pt x="4234153" y="901700"/>
                  </a:lnTo>
                  <a:lnTo>
                    <a:pt x="4217357" y="942975"/>
                  </a:lnTo>
                  <a:lnTo>
                    <a:pt x="4197202" y="981075"/>
                  </a:lnTo>
                  <a:lnTo>
                    <a:pt x="4177047" y="1017587"/>
                  </a:lnTo>
                  <a:lnTo>
                    <a:pt x="4156892" y="1055687"/>
                  </a:lnTo>
                  <a:lnTo>
                    <a:pt x="4138416" y="1095375"/>
                  </a:lnTo>
                  <a:lnTo>
                    <a:pt x="4119940" y="1136650"/>
                  </a:lnTo>
                  <a:lnTo>
                    <a:pt x="4104825" y="1182687"/>
                  </a:lnTo>
                  <a:lnTo>
                    <a:pt x="4094747" y="1235075"/>
                  </a:lnTo>
                  <a:lnTo>
                    <a:pt x="4084669" y="1295400"/>
                  </a:lnTo>
                  <a:lnTo>
                    <a:pt x="4082989" y="1363662"/>
                  </a:lnTo>
                  <a:lnTo>
                    <a:pt x="4084669" y="1431925"/>
                  </a:lnTo>
                  <a:lnTo>
                    <a:pt x="4094747" y="1492250"/>
                  </a:lnTo>
                  <a:lnTo>
                    <a:pt x="4104825" y="1544637"/>
                  </a:lnTo>
                  <a:lnTo>
                    <a:pt x="4119940" y="1589087"/>
                  </a:lnTo>
                  <a:lnTo>
                    <a:pt x="4138416" y="1631950"/>
                  </a:lnTo>
                  <a:lnTo>
                    <a:pt x="4156892" y="1671637"/>
                  </a:lnTo>
                  <a:lnTo>
                    <a:pt x="4177047" y="1708150"/>
                  </a:lnTo>
                  <a:lnTo>
                    <a:pt x="4197202" y="1743075"/>
                  </a:lnTo>
                  <a:lnTo>
                    <a:pt x="4217357" y="1782762"/>
                  </a:lnTo>
                  <a:lnTo>
                    <a:pt x="4234153" y="1824037"/>
                  </a:lnTo>
                  <a:lnTo>
                    <a:pt x="4249270" y="1870075"/>
                  </a:lnTo>
                  <a:lnTo>
                    <a:pt x="4261027" y="1922462"/>
                  </a:lnTo>
                  <a:lnTo>
                    <a:pt x="4269425" y="1982787"/>
                  </a:lnTo>
                  <a:lnTo>
                    <a:pt x="4272784" y="2051050"/>
                  </a:lnTo>
                  <a:lnTo>
                    <a:pt x="4269425" y="2119312"/>
                  </a:lnTo>
                  <a:lnTo>
                    <a:pt x="4261027" y="2179637"/>
                  </a:lnTo>
                  <a:lnTo>
                    <a:pt x="4249270" y="2232025"/>
                  </a:lnTo>
                  <a:lnTo>
                    <a:pt x="4234153" y="2278062"/>
                  </a:lnTo>
                  <a:lnTo>
                    <a:pt x="4217357" y="2319337"/>
                  </a:lnTo>
                  <a:lnTo>
                    <a:pt x="4197202" y="2359025"/>
                  </a:lnTo>
                  <a:lnTo>
                    <a:pt x="4177047" y="2395537"/>
                  </a:lnTo>
                  <a:lnTo>
                    <a:pt x="4156892" y="2433637"/>
                  </a:lnTo>
                  <a:lnTo>
                    <a:pt x="4138416" y="2471737"/>
                  </a:lnTo>
                  <a:lnTo>
                    <a:pt x="4119940" y="2513012"/>
                  </a:lnTo>
                  <a:lnTo>
                    <a:pt x="4104825" y="2560637"/>
                  </a:lnTo>
                  <a:lnTo>
                    <a:pt x="4094747" y="2613025"/>
                  </a:lnTo>
                  <a:lnTo>
                    <a:pt x="4084669" y="2671762"/>
                  </a:lnTo>
                  <a:lnTo>
                    <a:pt x="4082989" y="2741612"/>
                  </a:lnTo>
                  <a:lnTo>
                    <a:pt x="4084669" y="2809875"/>
                  </a:lnTo>
                  <a:lnTo>
                    <a:pt x="4094747" y="2868612"/>
                  </a:lnTo>
                  <a:lnTo>
                    <a:pt x="4104825" y="2922587"/>
                  </a:lnTo>
                  <a:lnTo>
                    <a:pt x="4119940" y="2967037"/>
                  </a:lnTo>
                  <a:lnTo>
                    <a:pt x="4138416" y="3009900"/>
                  </a:lnTo>
                  <a:lnTo>
                    <a:pt x="4156892" y="3046412"/>
                  </a:lnTo>
                  <a:lnTo>
                    <a:pt x="4177047" y="3084512"/>
                  </a:lnTo>
                  <a:lnTo>
                    <a:pt x="4197202" y="3121025"/>
                  </a:lnTo>
                  <a:lnTo>
                    <a:pt x="4217357" y="3160712"/>
                  </a:lnTo>
                  <a:lnTo>
                    <a:pt x="4234153" y="3201987"/>
                  </a:lnTo>
                  <a:lnTo>
                    <a:pt x="4249270" y="3248025"/>
                  </a:lnTo>
                  <a:lnTo>
                    <a:pt x="4261027" y="3300412"/>
                  </a:lnTo>
                  <a:lnTo>
                    <a:pt x="4269425" y="3360737"/>
                  </a:lnTo>
                  <a:lnTo>
                    <a:pt x="4272784" y="3427412"/>
                  </a:lnTo>
                  <a:lnTo>
                    <a:pt x="4269425" y="3497262"/>
                  </a:lnTo>
                  <a:lnTo>
                    <a:pt x="4261027" y="3557587"/>
                  </a:lnTo>
                  <a:lnTo>
                    <a:pt x="4249270" y="3609975"/>
                  </a:lnTo>
                  <a:lnTo>
                    <a:pt x="4234153" y="3656012"/>
                  </a:lnTo>
                  <a:lnTo>
                    <a:pt x="4217357" y="3697287"/>
                  </a:lnTo>
                  <a:lnTo>
                    <a:pt x="4197202" y="3736975"/>
                  </a:lnTo>
                  <a:lnTo>
                    <a:pt x="4156892" y="3811587"/>
                  </a:lnTo>
                  <a:lnTo>
                    <a:pt x="4138416" y="3848100"/>
                  </a:lnTo>
                  <a:lnTo>
                    <a:pt x="4119940" y="3890962"/>
                  </a:lnTo>
                  <a:lnTo>
                    <a:pt x="4104825" y="3935412"/>
                  </a:lnTo>
                  <a:lnTo>
                    <a:pt x="4094747" y="3987800"/>
                  </a:lnTo>
                  <a:lnTo>
                    <a:pt x="4084669" y="4048125"/>
                  </a:lnTo>
                  <a:lnTo>
                    <a:pt x="4082989" y="4116387"/>
                  </a:lnTo>
                  <a:lnTo>
                    <a:pt x="4084669" y="4186237"/>
                  </a:lnTo>
                  <a:lnTo>
                    <a:pt x="4094747" y="4244975"/>
                  </a:lnTo>
                  <a:lnTo>
                    <a:pt x="4104825" y="4297362"/>
                  </a:lnTo>
                  <a:lnTo>
                    <a:pt x="4119940" y="4343400"/>
                  </a:lnTo>
                  <a:lnTo>
                    <a:pt x="4138416" y="4386262"/>
                  </a:lnTo>
                  <a:lnTo>
                    <a:pt x="4156892" y="4424362"/>
                  </a:lnTo>
                  <a:lnTo>
                    <a:pt x="4197202" y="4498975"/>
                  </a:lnTo>
                  <a:lnTo>
                    <a:pt x="4217357" y="4537075"/>
                  </a:lnTo>
                  <a:lnTo>
                    <a:pt x="4234153" y="4579937"/>
                  </a:lnTo>
                  <a:lnTo>
                    <a:pt x="4249270" y="4625975"/>
                  </a:lnTo>
                  <a:lnTo>
                    <a:pt x="4261027" y="4678362"/>
                  </a:lnTo>
                  <a:lnTo>
                    <a:pt x="4269425" y="4738687"/>
                  </a:lnTo>
                  <a:lnTo>
                    <a:pt x="4272784" y="4806950"/>
                  </a:lnTo>
                  <a:lnTo>
                    <a:pt x="4269425" y="4875212"/>
                  </a:lnTo>
                  <a:lnTo>
                    <a:pt x="4261027" y="4935537"/>
                  </a:lnTo>
                  <a:lnTo>
                    <a:pt x="4249270" y="4987925"/>
                  </a:lnTo>
                  <a:lnTo>
                    <a:pt x="4234153" y="5033962"/>
                  </a:lnTo>
                  <a:lnTo>
                    <a:pt x="4217357" y="5075237"/>
                  </a:lnTo>
                  <a:lnTo>
                    <a:pt x="4197202" y="5114925"/>
                  </a:lnTo>
                  <a:lnTo>
                    <a:pt x="4177047" y="5149850"/>
                  </a:lnTo>
                  <a:lnTo>
                    <a:pt x="4156892" y="5186362"/>
                  </a:lnTo>
                  <a:lnTo>
                    <a:pt x="4138416" y="5226050"/>
                  </a:lnTo>
                  <a:lnTo>
                    <a:pt x="4119940" y="5268912"/>
                  </a:lnTo>
                  <a:lnTo>
                    <a:pt x="4104825" y="5313362"/>
                  </a:lnTo>
                  <a:lnTo>
                    <a:pt x="4094747" y="5365750"/>
                  </a:lnTo>
                  <a:lnTo>
                    <a:pt x="4084669" y="5426075"/>
                  </a:lnTo>
                  <a:lnTo>
                    <a:pt x="4082989" y="5494337"/>
                  </a:lnTo>
                  <a:lnTo>
                    <a:pt x="4084669" y="5562600"/>
                  </a:lnTo>
                  <a:lnTo>
                    <a:pt x="4094747" y="5622925"/>
                  </a:lnTo>
                  <a:lnTo>
                    <a:pt x="4104825" y="5675312"/>
                  </a:lnTo>
                  <a:lnTo>
                    <a:pt x="4119940" y="5721350"/>
                  </a:lnTo>
                  <a:lnTo>
                    <a:pt x="4138416" y="5762625"/>
                  </a:lnTo>
                  <a:lnTo>
                    <a:pt x="4156892" y="5802312"/>
                  </a:lnTo>
                  <a:lnTo>
                    <a:pt x="4177047" y="5840412"/>
                  </a:lnTo>
                  <a:lnTo>
                    <a:pt x="4197202" y="5876925"/>
                  </a:lnTo>
                  <a:lnTo>
                    <a:pt x="4217357" y="5915025"/>
                  </a:lnTo>
                  <a:lnTo>
                    <a:pt x="4234153" y="5956300"/>
                  </a:lnTo>
                  <a:lnTo>
                    <a:pt x="4249270" y="6003925"/>
                  </a:lnTo>
                  <a:lnTo>
                    <a:pt x="4261027" y="6056312"/>
                  </a:lnTo>
                  <a:lnTo>
                    <a:pt x="4269425" y="6113462"/>
                  </a:lnTo>
                  <a:lnTo>
                    <a:pt x="4272784" y="6183312"/>
                  </a:lnTo>
                  <a:lnTo>
                    <a:pt x="4269425" y="6251575"/>
                  </a:lnTo>
                  <a:lnTo>
                    <a:pt x="4261027" y="6311900"/>
                  </a:lnTo>
                  <a:lnTo>
                    <a:pt x="4249270" y="6361112"/>
                  </a:lnTo>
                  <a:lnTo>
                    <a:pt x="4234153" y="6407150"/>
                  </a:lnTo>
                  <a:lnTo>
                    <a:pt x="4217357" y="6448425"/>
                  </a:lnTo>
                  <a:lnTo>
                    <a:pt x="4198882" y="6488112"/>
                  </a:lnTo>
                  <a:lnTo>
                    <a:pt x="4180406" y="6523037"/>
                  </a:lnTo>
                  <a:lnTo>
                    <a:pt x="4160251" y="6561137"/>
                  </a:lnTo>
                  <a:lnTo>
                    <a:pt x="4140096" y="6597650"/>
                  </a:lnTo>
                  <a:lnTo>
                    <a:pt x="4123300" y="6640512"/>
                  </a:lnTo>
                  <a:lnTo>
                    <a:pt x="4106504" y="6683375"/>
                  </a:lnTo>
                  <a:lnTo>
                    <a:pt x="4096426" y="6735762"/>
                  </a:lnTo>
                  <a:lnTo>
                    <a:pt x="4088029" y="6791325"/>
                  </a:lnTo>
                  <a:lnTo>
                    <a:pt x="408298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825109-2826-E5DC-A941-C54CE8404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Right Click the Model Folder -&gt; Add new Class</a:t>
            </a:r>
          </a:p>
        </p:txBody>
      </p:sp>
    </p:spTree>
    <p:extLst>
      <p:ext uri="{BB962C8B-B14F-4D97-AF65-F5344CB8AC3E}">
        <p14:creationId xmlns:p14="http://schemas.microsoft.com/office/powerpoint/2010/main" val="584651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E41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E1B48-FA72-5D8E-4D26-BAD8BB8C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Name the Model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5BBC7A2-C735-2448-D2DC-042D01045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885404"/>
            <a:ext cx="7347537" cy="508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385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F4B816-0D45-7A6D-97B1-EB96C112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Fill and Complete the Model -&gt; Make sure it has an ID</a:t>
            </a: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9929B571-6892-4999-C76D-791C97C2C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251" y="652126"/>
            <a:ext cx="6631341" cy="555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4543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9F388DC-C47F-4048-9B69-F1644A2A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2C035D-D3AD-4301-A1B5-D4C91E3C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4926329"/>
            <a:ext cx="12191996" cy="1931671"/>
          </a:xfrm>
          <a:custGeom>
            <a:avLst/>
            <a:gdLst>
              <a:gd name="connsiteX0" fmla="*/ 619388 w 12191996"/>
              <a:gd name="connsiteY0" fmla="*/ 0 h 1931671"/>
              <a:gd name="connsiteX1" fmla="*/ 687651 w 12191996"/>
              <a:gd name="connsiteY1" fmla="*/ 3175 h 1931671"/>
              <a:gd name="connsiteX2" fmla="*/ 747976 w 12191996"/>
              <a:gd name="connsiteY2" fmla="*/ 9525 h 1931671"/>
              <a:gd name="connsiteX3" fmla="*/ 800363 w 12191996"/>
              <a:gd name="connsiteY3" fmla="*/ 20637 h 1931671"/>
              <a:gd name="connsiteX4" fmla="*/ 846401 w 12191996"/>
              <a:gd name="connsiteY4" fmla="*/ 36512 h 1931671"/>
              <a:gd name="connsiteX5" fmla="*/ 887676 w 12191996"/>
              <a:gd name="connsiteY5" fmla="*/ 52387 h 1931671"/>
              <a:gd name="connsiteX6" fmla="*/ 924188 w 12191996"/>
              <a:gd name="connsiteY6" fmla="*/ 68262 h 1931671"/>
              <a:gd name="connsiteX7" fmla="*/ 962288 w 12191996"/>
              <a:gd name="connsiteY7" fmla="*/ 87312 h 1931671"/>
              <a:gd name="connsiteX8" fmla="*/ 1000388 w 12191996"/>
              <a:gd name="connsiteY8" fmla="*/ 106362 h 1931671"/>
              <a:gd name="connsiteX9" fmla="*/ 1036901 w 12191996"/>
              <a:gd name="connsiteY9" fmla="*/ 125412 h 1931671"/>
              <a:gd name="connsiteX10" fmla="*/ 1078176 w 12191996"/>
              <a:gd name="connsiteY10" fmla="*/ 141287 h 1931671"/>
              <a:gd name="connsiteX11" fmla="*/ 1124213 w 12191996"/>
              <a:gd name="connsiteY11" fmla="*/ 155575 h 1931671"/>
              <a:gd name="connsiteX12" fmla="*/ 1176601 w 12191996"/>
              <a:gd name="connsiteY12" fmla="*/ 166687 h 1931671"/>
              <a:gd name="connsiteX13" fmla="*/ 1236926 w 12191996"/>
              <a:gd name="connsiteY13" fmla="*/ 174625 h 1931671"/>
              <a:gd name="connsiteX14" fmla="*/ 1305188 w 12191996"/>
              <a:gd name="connsiteY14" fmla="*/ 176212 h 1931671"/>
              <a:gd name="connsiteX15" fmla="*/ 1373451 w 12191996"/>
              <a:gd name="connsiteY15" fmla="*/ 174625 h 1931671"/>
              <a:gd name="connsiteX16" fmla="*/ 1433776 w 12191996"/>
              <a:gd name="connsiteY16" fmla="*/ 166687 h 1931671"/>
              <a:gd name="connsiteX17" fmla="*/ 1486163 w 12191996"/>
              <a:gd name="connsiteY17" fmla="*/ 155575 h 1931671"/>
              <a:gd name="connsiteX18" fmla="*/ 1532201 w 12191996"/>
              <a:gd name="connsiteY18" fmla="*/ 141287 h 1931671"/>
              <a:gd name="connsiteX19" fmla="*/ 1573476 w 12191996"/>
              <a:gd name="connsiteY19" fmla="*/ 125412 h 1931671"/>
              <a:gd name="connsiteX20" fmla="*/ 1609988 w 12191996"/>
              <a:gd name="connsiteY20" fmla="*/ 106362 h 1931671"/>
              <a:gd name="connsiteX21" fmla="*/ 1648088 w 12191996"/>
              <a:gd name="connsiteY21" fmla="*/ 87312 h 1931671"/>
              <a:gd name="connsiteX22" fmla="*/ 1686188 w 12191996"/>
              <a:gd name="connsiteY22" fmla="*/ 68262 h 1931671"/>
              <a:gd name="connsiteX23" fmla="*/ 1722701 w 12191996"/>
              <a:gd name="connsiteY23" fmla="*/ 52387 h 1931671"/>
              <a:gd name="connsiteX24" fmla="*/ 1763976 w 12191996"/>
              <a:gd name="connsiteY24" fmla="*/ 36512 h 1931671"/>
              <a:gd name="connsiteX25" fmla="*/ 1810013 w 12191996"/>
              <a:gd name="connsiteY25" fmla="*/ 20637 h 1931671"/>
              <a:gd name="connsiteX26" fmla="*/ 1862401 w 12191996"/>
              <a:gd name="connsiteY26" fmla="*/ 9525 h 1931671"/>
              <a:gd name="connsiteX27" fmla="*/ 1922726 w 12191996"/>
              <a:gd name="connsiteY27" fmla="*/ 3175 h 1931671"/>
              <a:gd name="connsiteX28" fmla="*/ 1990988 w 12191996"/>
              <a:gd name="connsiteY28" fmla="*/ 0 h 1931671"/>
              <a:gd name="connsiteX29" fmla="*/ 2059251 w 12191996"/>
              <a:gd name="connsiteY29" fmla="*/ 3175 h 1931671"/>
              <a:gd name="connsiteX30" fmla="*/ 2119576 w 12191996"/>
              <a:gd name="connsiteY30" fmla="*/ 9525 h 1931671"/>
              <a:gd name="connsiteX31" fmla="*/ 2171963 w 12191996"/>
              <a:gd name="connsiteY31" fmla="*/ 20637 h 1931671"/>
              <a:gd name="connsiteX32" fmla="*/ 2218001 w 12191996"/>
              <a:gd name="connsiteY32" fmla="*/ 36512 h 1931671"/>
              <a:gd name="connsiteX33" fmla="*/ 2259276 w 12191996"/>
              <a:gd name="connsiteY33" fmla="*/ 52387 h 1931671"/>
              <a:gd name="connsiteX34" fmla="*/ 2295788 w 12191996"/>
              <a:gd name="connsiteY34" fmla="*/ 68262 h 1931671"/>
              <a:gd name="connsiteX35" fmla="*/ 2333888 w 12191996"/>
              <a:gd name="connsiteY35" fmla="*/ 87312 h 1931671"/>
              <a:gd name="connsiteX36" fmla="*/ 2371988 w 12191996"/>
              <a:gd name="connsiteY36" fmla="*/ 106362 h 1931671"/>
              <a:gd name="connsiteX37" fmla="*/ 2408501 w 12191996"/>
              <a:gd name="connsiteY37" fmla="*/ 125412 h 1931671"/>
              <a:gd name="connsiteX38" fmla="*/ 2449776 w 12191996"/>
              <a:gd name="connsiteY38" fmla="*/ 141287 h 1931671"/>
              <a:gd name="connsiteX39" fmla="*/ 2495813 w 12191996"/>
              <a:gd name="connsiteY39" fmla="*/ 155575 h 1931671"/>
              <a:gd name="connsiteX40" fmla="*/ 2548201 w 12191996"/>
              <a:gd name="connsiteY40" fmla="*/ 166687 h 1931671"/>
              <a:gd name="connsiteX41" fmla="*/ 2608526 w 12191996"/>
              <a:gd name="connsiteY41" fmla="*/ 174625 h 1931671"/>
              <a:gd name="connsiteX42" fmla="*/ 2676788 w 12191996"/>
              <a:gd name="connsiteY42" fmla="*/ 176212 h 1931671"/>
              <a:gd name="connsiteX43" fmla="*/ 2745051 w 12191996"/>
              <a:gd name="connsiteY43" fmla="*/ 174625 h 1931671"/>
              <a:gd name="connsiteX44" fmla="*/ 2805376 w 12191996"/>
              <a:gd name="connsiteY44" fmla="*/ 166687 h 1931671"/>
              <a:gd name="connsiteX45" fmla="*/ 2857763 w 12191996"/>
              <a:gd name="connsiteY45" fmla="*/ 155575 h 1931671"/>
              <a:gd name="connsiteX46" fmla="*/ 2903801 w 12191996"/>
              <a:gd name="connsiteY46" fmla="*/ 141287 h 1931671"/>
              <a:gd name="connsiteX47" fmla="*/ 2945076 w 12191996"/>
              <a:gd name="connsiteY47" fmla="*/ 125412 h 1931671"/>
              <a:gd name="connsiteX48" fmla="*/ 2981588 w 12191996"/>
              <a:gd name="connsiteY48" fmla="*/ 106362 h 1931671"/>
              <a:gd name="connsiteX49" fmla="*/ 3019688 w 12191996"/>
              <a:gd name="connsiteY49" fmla="*/ 87312 h 1931671"/>
              <a:gd name="connsiteX50" fmla="*/ 3057788 w 12191996"/>
              <a:gd name="connsiteY50" fmla="*/ 68262 h 1931671"/>
              <a:gd name="connsiteX51" fmla="*/ 3094301 w 12191996"/>
              <a:gd name="connsiteY51" fmla="*/ 52387 h 1931671"/>
              <a:gd name="connsiteX52" fmla="*/ 3135576 w 12191996"/>
              <a:gd name="connsiteY52" fmla="*/ 36512 h 1931671"/>
              <a:gd name="connsiteX53" fmla="*/ 3181613 w 12191996"/>
              <a:gd name="connsiteY53" fmla="*/ 20637 h 1931671"/>
              <a:gd name="connsiteX54" fmla="*/ 3234001 w 12191996"/>
              <a:gd name="connsiteY54" fmla="*/ 9525 h 1931671"/>
              <a:gd name="connsiteX55" fmla="*/ 3294326 w 12191996"/>
              <a:gd name="connsiteY55" fmla="*/ 3175 h 1931671"/>
              <a:gd name="connsiteX56" fmla="*/ 3361001 w 12191996"/>
              <a:gd name="connsiteY56" fmla="*/ 0 h 1931671"/>
              <a:gd name="connsiteX57" fmla="*/ 3430851 w 12191996"/>
              <a:gd name="connsiteY57" fmla="*/ 3175 h 1931671"/>
              <a:gd name="connsiteX58" fmla="*/ 3491176 w 12191996"/>
              <a:gd name="connsiteY58" fmla="*/ 9525 h 1931671"/>
              <a:gd name="connsiteX59" fmla="*/ 3543563 w 12191996"/>
              <a:gd name="connsiteY59" fmla="*/ 20637 h 1931671"/>
              <a:gd name="connsiteX60" fmla="*/ 3589601 w 12191996"/>
              <a:gd name="connsiteY60" fmla="*/ 36512 h 1931671"/>
              <a:gd name="connsiteX61" fmla="*/ 3630876 w 12191996"/>
              <a:gd name="connsiteY61" fmla="*/ 52387 h 1931671"/>
              <a:gd name="connsiteX62" fmla="*/ 3667388 w 12191996"/>
              <a:gd name="connsiteY62" fmla="*/ 68262 h 1931671"/>
              <a:gd name="connsiteX63" fmla="*/ 3705488 w 12191996"/>
              <a:gd name="connsiteY63" fmla="*/ 87312 h 1931671"/>
              <a:gd name="connsiteX64" fmla="*/ 3743588 w 12191996"/>
              <a:gd name="connsiteY64" fmla="*/ 106362 h 1931671"/>
              <a:gd name="connsiteX65" fmla="*/ 3780101 w 12191996"/>
              <a:gd name="connsiteY65" fmla="*/ 125412 h 1931671"/>
              <a:gd name="connsiteX66" fmla="*/ 3821376 w 12191996"/>
              <a:gd name="connsiteY66" fmla="*/ 141287 h 1931671"/>
              <a:gd name="connsiteX67" fmla="*/ 3867413 w 12191996"/>
              <a:gd name="connsiteY67" fmla="*/ 155575 h 1931671"/>
              <a:gd name="connsiteX68" fmla="*/ 3919801 w 12191996"/>
              <a:gd name="connsiteY68" fmla="*/ 166687 h 1931671"/>
              <a:gd name="connsiteX69" fmla="*/ 3980126 w 12191996"/>
              <a:gd name="connsiteY69" fmla="*/ 174625 h 1931671"/>
              <a:gd name="connsiteX70" fmla="*/ 4048388 w 12191996"/>
              <a:gd name="connsiteY70" fmla="*/ 176212 h 1931671"/>
              <a:gd name="connsiteX71" fmla="*/ 4116651 w 12191996"/>
              <a:gd name="connsiteY71" fmla="*/ 174625 h 1931671"/>
              <a:gd name="connsiteX72" fmla="*/ 4176976 w 12191996"/>
              <a:gd name="connsiteY72" fmla="*/ 166687 h 1931671"/>
              <a:gd name="connsiteX73" fmla="*/ 4229363 w 12191996"/>
              <a:gd name="connsiteY73" fmla="*/ 155575 h 1931671"/>
              <a:gd name="connsiteX74" fmla="*/ 4275401 w 12191996"/>
              <a:gd name="connsiteY74" fmla="*/ 141287 h 1931671"/>
              <a:gd name="connsiteX75" fmla="*/ 4316676 w 12191996"/>
              <a:gd name="connsiteY75" fmla="*/ 125412 h 1931671"/>
              <a:gd name="connsiteX76" fmla="*/ 4353188 w 12191996"/>
              <a:gd name="connsiteY76" fmla="*/ 106362 h 1931671"/>
              <a:gd name="connsiteX77" fmla="*/ 4429388 w 12191996"/>
              <a:gd name="connsiteY77" fmla="*/ 68262 h 1931671"/>
              <a:gd name="connsiteX78" fmla="*/ 4465901 w 12191996"/>
              <a:gd name="connsiteY78" fmla="*/ 52387 h 1931671"/>
              <a:gd name="connsiteX79" fmla="*/ 4507176 w 12191996"/>
              <a:gd name="connsiteY79" fmla="*/ 36512 h 1931671"/>
              <a:gd name="connsiteX80" fmla="*/ 4553214 w 12191996"/>
              <a:gd name="connsiteY80" fmla="*/ 20637 h 1931671"/>
              <a:gd name="connsiteX81" fmla="*/ 4605601 w 12191996"/>
              <a:gd name="connsiteY81" fmla="*/ 9525 h 1931671"/>
              <a:gd name="connsiteX82" fmla="*/ 4665927 w 12191996"/>
              <a:gd name="connsiteY82" fmla="*/ 3175 h 1931671"/>
              <a:gd name="connsiteX83" fmla="*/ 4734188 w 12191996"/>
              <a:gd name="connsiteY83" fmla="*/ 0 h 1931671"/>
              <a:gd name="connsiteX84" fmla="*/ 4802452 w 12191996"/>
              <a:gd name="connsiteY84" fmla="*/ 3175 h 1931671"/>
              <a:gd name="connsiteX85" fmla="*/ 4862776 w 12191996"/>
              <a:gd name="connsiteY85" fmla="*/ 9525 h 1931671"/>
              <a:gd name="connsiteX86" fmla="*/ 4915164 w 12191996"/>
              <a:gd name="connsiteY86" fmla="*/ 20637 h 1931671"/>
              <a:gd name="connsiteX87" fmla="*/ 4961200 w 12191996"/>
              <a:gd name="connsiteY87" fmla="*/ 36512 h 1931671"/>
              <a:gd name="connsiteX88" fmla="*/ 5002476 w 12191996"/>
              <a:gd name="connsiteY88" fmla="*/ 52387 h 1931671"/>
              <a:gd name="connsiteX89" fmla="*/ 5038988 w 12191996"/>
              <a:gd name="connsiteY89" fmla="*/ 68262 h 1931671"/>
              <a:gd name="connsiteX90" fmla="*/ 5077089 w 12191996"/>
              <a:gd name="connsiteY90" fmla="*/ 87312 h 1931671"/>
              <a:gd name="connsiteX91" fmla="*/ 5115188 w 12191996"/>
              <a:gd name="connsiteY91" fmla="*/ 106362 h 1931671"/>
              <a:gd name="connsiteX92" fmla="*/ 5151700 w 12191996"/>
              <a:gd name="connsiteY92" fmla="*/ 125412 h 1931671"/>
              <a:gd name="connsiteX93" fmla="*/ 5192976 w 12191996"/>
              <a:gd name="connsiteY93" fmla="*/ 141287 h 1931671"/>
              <a:gd name="connsiteX94" fmla="*/ 5239013 w 12191996"/>
              <a:gd name="connsiteY94" fmla="*/ 155575 h 1931671"/>
              <a:gd name="connsiteX95" fmla="*/ 5291400 w 12191996"/>
              <a:gd name="connsiteY95" fmla="*/ 166687 h 1931671"/>
              <a:gd name="connsiteX96" fmla="*/ 5351726 w 12191996"/>
              <a:gd name="connsiteY96" fmla="*/ 174625 h 1931671"/>
              <a:gd name="connsiteX97" fmla="*/ 5410198 w 12191996"/>
              <a:gd name="connsiteY97" fmla="*/ 175985 h 1931671"/>
              <a:gd name="connsiteX98" fmla="*/ 5468670 w 12191996"/>
              <a:gd name="connsiteY98" fmla="*/ 174625 h 1931671"/>
              <a:gd name="connsiteX99" fmla="*/ 5528995 w 12191996"/>
              <a:gd name="connsiteY99" fmla="*/ 166687 h 1931671"/>
              <a:gd name="connsiteX100" fmla="*/ 5581382 w 12191996"/>
              <a:gd name="connsiteY100" fmla="*/ 155575 h 1931671"/>
              <a:gd name="connsiteX101" fmla="*/ 5627420 w 12191996"/>
              <a:gd name="connsiteY101" fmla="*/ 141287 h 1931671"/>
              <a:gd name="connsiteX102" fmla="*/ 5668695 w 12191996"/>
              <a:gd name="connsiteY102" fmla="*/ 125412 h 1931671"/>
              <a:gd name="connsiteX103" fmla="*/ 5705208 w 12191996"/>
              <a:gd name="connsiteY103" fmla="*/ 106362 h 1931671"/>
              <a:gd name="connsiteX104" fmla="*/ 5743307 w 12191996"/>
              <a:gd name="connsiteY104" fmla="*/ 87312 h 1931671"/>
              <a:gd name="connsiteX105" fmla="*/ 5781407 w 12191996"/>
              <a:gd name="connsiteY105" fmla="*/ 68262 h 1931671"/>
              <a:gd name="connsiteX106" fmla="*/ 5817920 w 12191996"/>
              <a:gd name="connsiteY106" fmla="*/ 52387 h 1931671"/>
              <a:gd name="connsiteX107" fmla="*/ 5859195 w 12191996"/>
              <a:gd name="connsiteY107" fmla="*/ 36512 h 1931671"/>
              <a:gd name="connsiteX108" fmla="*/ 5905233 w 12191996"/>
              <a:gd name="connsiteY108" fmla="*/ 20637 h 1931671"/>
              <a:gd name="connsiteX109" fmla="*/ 5957620 w 12191996"/>
              <a:gd name="connsiteY109" fmla="*/ 9525 h 1931671"/>
              <a:gd name="connsiteX110" fmla="*/ 6017946 w 12191996"/>
              <a:gd name="connsiteY110" fmla="*/ 3175 h 1931671"/>
              <a:gd name="connsiteX111" fmla="*/ 6086208 w 12191996"/>
              <a:gd name="connsiteY111" fmla="*/ 0 h 1931671"/>
              <a:gd name="connsiteX112" fmla="*/ 6095998 w 12191996"/>
              <a:gd name="connsiteY112" fmla="*/ 455 h 1931671"/>
              <a:gd name="connsiteX113" fmla="*/ 6105788 w 12191996"/>
              <a:gd name="connsiteY113" fmla="*/ 0 h 1931671"/>
              <a:gd name="connsiteX114" fmla="*/ 6174051 w 12191996"/>
              <a:gd name="connsiteY114" fmla="*/ 3175 h 1931671"/>
              <a:gd name="connsiteX115" fmla="*/ 6234376 w 12191996"/>
              <a:gd name="connsiteY115" fmla="*/ 9525 h 1931671"/>
              <a:gd name="connsiteX116" fmla="*/ 6286763 w 12191996"/>
              <a:gd name="connsiteY116" fmla="*/ 20637 h 1931671"/>
              <a:gd name="connsiteX117" fmla="*/ 6332801 w 12191996"/>
              <a:gd name="connsiteY117" fmla="*/ 36512 h 1931671"/>
              <a:gd name="connsiteX118" fmla="*/ 6374076 w 12191996"/>
              <a:gd name="connsiteY118" fmla="*/ 52387 h 1931671"/>
              <a:gd name="connsiteX119" fmla="*/ 6410588 w 12191996"/>
              <a:gd name="connsiteY119" fmla="*/ 68262 h 1931671"/>
              <a:gd name="connsiteX120" fmla="*/ 6448688 w 12191996"/>
              <a:gd name="connsiteY120" fmla="*/ 87312 h 1931671"/>
              <a:gd name="connsiteX121" fmla="*/ 6486788 w 12191996"/>
              <a:gd name="connsiteY121" fmla="*/ 106362 h 1931671"/>
              <a:gd name="connsiteX122" fmla="*/ 6523301 w 12191996"/>
              <a:gd name="connsiteY122" fmla="*/ 125412 h 1931671"/>
              <a:gd name="connsiteX123" fmla="*/ 6564576 w 12191996"/>
              <a:gd name="connsiteY123" fmla="*/ 141287 h 1931671"/>
              <a:gd name="connsiteX124" fmla="*/ 6610613 w 12191996"/>
              <a:gd name="connsiteY124" fmla="*/ 155575 h 1931671"/>
              <a:gd name="connsiteX125" fmla="*/ 6663001 w 12191996"/>
              <a:gd name="connsiteY125" fmla="*/ 166687 h 1931671"/>
              <a:gd name="connsiteX126" fmla="*/ 6723326 w 12191996"/>
              <a:gd name="connsiteY126" fmla="*/ 174625 h 1931671"/>
              <a:gd name="connsiteX127" fmla="*/ 6781798 w 12191996"/>
              <a:gd name="connsiteY127" fmla="*/ 175985 h 1931671"/>
              <a:gd name="connsiteX128" fmla="*/ 6840270 w 12191996"/>
              <a:gd name="connsiteY128" fmla="*/ 174625 h 1931671"/>
              <a:gd name="connsiteX129" fmla="*/ 6900595 w 12191996"/>
              <a:gd name="connsiteY129" fmla="*/ 166687 h 1931671"/>
              <a:gd name="connsiteX130" fmla="*/ 6952982 w 12191996"/>
              <a:gd name="connsiteY130" fmla="*/ 155575 h 1931671"/>
              <a:gd name="connsiteX131" fmla="*/ 6999020 w 12191996"/>
              <a:gd name="connsiteY131" fmla="*/ 141287 h 1931671"/>
              <a:gd name="connsiteX132" fmla="*/ 7040295 w 12191996"/>
              <a:gd name="connsiteY132" fmla="*/ 125412 h 1931671"/>
              <a:gd name="connsiteX133" fmla="*/ 7076807 w 12191996"/>
              <a:gd name="connsiteY133" fmla="*/ 106362 h 1931671"/>
              <a:gd name="connsiteX134" fmla="*/ 7114907 w 12191996"/>
              <a:gd name="connsiteY134" fmla="*/ 87312 h 1931671"/>
              <a:gd name="connsiteX135" fmla="*/ 7153007 w 12191996"/>
              <a:gd name="connsiteY135" fmla="*/ 68262 h 1931671"/>
              <a:gd name="connsiteX136" fmla="*/ 7189520 w 12191996"/>
              <a:gd name="connsiteY136" fmla="*/ 52387 h 1931671"/>
              <a:gd name="connsiteX137" fmla="*/ 7230795 w 12191996"/>
              <a:gd name="connsiteY137" fmla="*/ 36512 h 1931671"/>
              <a:gd name="connsiteX138" fmla="*/ 7276832 w 12191996"/>
              <a:gd name="connsiteY138" fmla="*/ 20637 h 1931671"/>
              <a:gd name="connsiteX139" fmla="*/ 7329220 w 12191996"/>
              <a:gd name="connsiteY139" fmla="*/ 9525 h 1931671"/>
              <a:gd name="connsiteX140" fmla="*/ 7389545 w 12191996"/>
              <a:gd name="connsiteY140" fmla="*/ 3175 h 1931671"/>
              <a:gd name="connsiteX141" fmla="*/ 7457807 w 12191996"/>
              <a:gd name="connsiteY141" fmla="*/ 0 h 1931671"/>
              <a:gd name="connsiteX142" fmla="*/ 7526070 w 12191996"/>
              <a:gd name="connsiteY142" fmla="*/ 3175 h 1931671"/>
              <a:gd name="connsiteX143" fmla="*/ 7586395 w 12191996"/>
              <a:gd name="connsiteY143" fmla="*/ 9525 h 1931671"/>
              <a:gd name="connsiteX144" fmla="*/ 7638782 w 12191996"/>
              <a:gd name="connsiteY144" fmla="*/ 20637 h 1931671"/>
              <a:gd name="connsiteX145" fmla="*/ 7684820 w 12191996"/>
              <a:gd name="connsiteY145" fmla="*/ 36512 h 1931671"/>
              <a:gd name="connsiteX146" fmla="*/ 7726095 w 12191996"/>
              <a:gd name="connsiteY146" fmla="*/ 52387 h 1931671"/>
              <a:gd name="connsiteX147" fmla="*/ 7762607 w 12191996"/>
              <a:gd name="connsiteY147" fmla="*/ 68262 h 1931671"/>
              <a:gd name="connsiteX148" fmla="*/ 7800707 w 12191996"/>
              <a:gd name="connsiteY148" fmla="*/ 87312 h 1931671"/>
              <a:gd name="connsiteX149" fmla="*/ 7838807 w 12191996"/>
              <a:gd name="connsiteY149" fmla="*/ 106362 h 1931671"/>
              <a:gd name="connsiteX150" fmla="*/ 7875320 w 12191996"/>
              <a:gd name="connsiteY150" fmla="*/ 125412 h 1931671"/>
              <a:gd name="connsiteX151" fmla="*/ 7916595 w 12191996"/>
              <a:gd name="connsiteY151" fmla="*/ 141287 h 1931671"/>
              <a:gd name="connsiteX152" fmla="*/ 7962632 w 12191996"/>
              <a:gd name="connsiteY152" fmla="*/ 155575 h 1931671"/>
              <a:gd name="connsiteX153" fmla="*/ 8015020 w 12191996"/>
              <a:gd name="connsiteY153" fmla="*/ 166687 h 1931671"/>
              <a:gd name="connsiteX154" fmla="*/ 8075345 w 12191996"/>
              <a:gd name="connsiteY154" fmla="*/ 174625 h 1931671"/>
              <a:gd name="connsiteX155" fmla="*/ 8143607 w 12191996"/>
              <a:gd name="connsiteY155" fmla="*/ 176212 h 1931671"/>
              <a:gd name="connsiteX156" fmla="*/ 8211870 w 12191996"/>
              <a:gd name="connsiteY156" fmla="*/ 174625 h 1931671"/>
              <a:gd name="connsiteX157" fmla="*/ 8272195 w 12191996"/>
              <a:gd name="connsiteY157" fmla="*/ 166687 h 1931671"/>
              <a:gd name="connsiteX158" fmla="*/ 8324582 w 12191996"/>
              <a:gd name="connsiteY158" fmla="*/ 155575 h 1931671"/>
              <a:gd name="connsiteX159" fmla="*/ 8370620 w 12191996"/>
              <a:gd name="connsiteY159" fmla="*/ 141287 h 1931671"/>
              <a:gd name="connsiteX160" fmla="*/ 8411895 w 12191996"/>
              <a:gd name="connsiteY160" fmla="*/ 125412 h 1931671"/>
              <a:gd name="connsiteX161" fmla="*/ 8448407 w 12191996"/>
              <a:gd name="connsiteY161" fmla="*/ 106362 h 1931671"/>
              <a:gd name="connsiteX162" fmla="*/ 8486507 w 12191996"/>
              <a:gd name="connsiteY162" fmla="*/ 87312 h 1931671"/>
              <a:gd name="connsiteX163" fmla="*/ 8524607 w 12191996"/>
              <a:gd name="connsiteY163" fmla="*/ 68262 h 1931671"/>
              <a:gd name="connsiteX164" fmla="*/ 8561119 w 12191996"/>
              <a:gd name="connsiteY164" fmla="*/ 52387 h 1931671"/>
              <a:gd name="connsiteX165" fmla="*/ 8602395 w 12191996"/>
              <a:gd name="connsiteY165" fmla="*/ 36512 h 1931671"/>
              <a:gd name="connsiteX166" fmla="*/ 8648431 w 12191996"/>
              <a:gd name="connsiteY166" fmla="*/ 20637 h 1931671"/>
              <a:gd name="connsiteX167" fmla="*/ 8700819 w 12191996"/>
              <a:gd name="connsiteY167" fmla="*/ 9525 h 1931671"/>
              <a:gd name="connsiteX168" fmla="*/ 8761145 w 12191996"/>
              <a:gd name="connsiteY168" fmla="*/ 3175 h 1931671"/>
              <a:gd name="connsiteX169" fmla="*/ 8827819 w 12191996"/>
              <a:gd name="connsiteY169" fmla="*/ 0 h 1931671"/>
              <a:gd name="connsiteX170" fmla="*/ 8897669 w 12191996"/>
              <a:gd name="connsiteY170" fmla="*/ 3175 h 1931671"/>
              <a:gd name="connsiteX171" fmla="*/ 8957995 w 12191996"/>
              <a:gd name="connsiteY171" fmla="*/ 9525 h 1931671"/>
              <a:gd name="connsiteX172" fmla="*/ 9010381 w 12191996"/>
              <a:gd name="connsiteY172" fmla="*/ 20637 h 1931671"/>
              <a:gd name="connsiteX173" fmla="*/ 9056419 w 12191996"/>
              <a:gd name="connsiteY173" fmla="*/ 36512 h 1931671"/>
              <a:gd name="connsiteX174" fmla="*/ 9097695 w 12191996"/>
              <a:gd name="connsiteY174" fmla="*/ 52387 h 1931671"/>
              <a:gd name="connsiteX175" fmla="*/ 9134207 w 12191996"/>
              <a:gd name="connsiteY175" fmla="*/ 68262 h 1931671"/>
              <a:gd name="connsiteX176" fmla="*/ 9172307 w 12191996"/>
              <a:gd name="connsiteY176" fmla="*/ 87312 h 1931671"/>
              <a:gd name="connsiteX177" fmla="*/ 9210407 w 12191996"/>
              <a:gd name="connsiteY177" fmla="*/ 106362 h 1931671"/>
              <a:gd name="connsiteX178" fmla="*/ 9246919 w 12191996"/>
              <a:gd name="connsiteY178" fmla="*/ 125412 h 1931671"/>
              <a:gd name="connsiteX179" fmla="*/ 9288195 w 12191996"/>
              <a:gd name="connsiteY179" fmla="*/ 141287 h 1931671"/>
              <a:gd name="connsiteX180" fmla="*/ 9334231 w 12191996"/>
              <a:gd name="connsiteY180" fmla="*/ 155575 h 1931671"/>
              <a:gd name="connsiteX181" fmla="*/ 9386619 w 12191996"/>
              <a:gd name="connsiteY181" fmla="*/ 166687 h 1931671"/>
              <a:gd name="connsiteX182" fmla="*/ 9446945 w 12191996"/>
              <a:gd name="connsiteY182" fmla="*/ 174625 h 1931671"/>
              <a:gd name="connsiteX183" fmla="*/ 9515207 w 12191996"/>
              <a:gd name="connsiteY183" fmla="*/ 176212 h 1931671"/>
              <a:gd name="connsiteX184" fmla="*/ 9583469 w 12191996"/>
              <a:gd name="connsiteY184" fmla="*/ 174625 h 1931671"/>
              <a:gd name="connsiteX185" fmla="*/ 9643795 w 12191996"/>
              <a:gd name="connsiteY185" fmla="*/ 166687 h 1931671"/>
              <a:gd name="connsiteX186" fmla="*/ 9696181 w 12191996"/>
              <a:gd name="connsiteY186" fmla="*/ 155575 h 1931671"/>
              <a:gd name="connsiteX187" fmla="*/ 9742219 w 12191996"/>
              <a:gd name="connsiteY187" fmla="*/ 141287 h 1931671"/>
              <a:gd name="connsiteX188" fmla="*/ 9783495 w 12191996"/>
              <a:gd name="connsiteY188" fmla="*/ 125412 h 1931671"/>
              <a:gd name="connsiteX189" fmla="*/ 9820007 w 12191996"/>
              <a:gd name="connsiteY189" fmla="*/ 106362 h 1931671"/>
              <a:gd name="connsiteX190" fmla="*/ 9896207 w 12191996"/>
              <a:gd name="connsiteY190" fmla="*/ 68262 h 1931671"/>
              <a:gd name="connsiteX191" fmla="*/ 9932719 w 12191996"/>
              <a:gd name="connsiteY191" fmla="*/ 52387 h 1931671"/>
              <a:gd name="connsiteX192" fmla="*/ 9973995 w 12191996"/>
              <a:gd name="connsiteY192" fmla="*/ 36512 h 1931671"/>
              <a:gd name="connsiteX193" fmla="*/ 10020031 w 12191996"/>
              <a:gd name="connsiteY193" fmla="*/ 20637 h 1931671"/>
              <a:gd name="connsiteX194" fmla="*/ 10072419 w 12191996"/>
              <a:gd name="connsiteY194" fmla="*/ 9525 h 1931671"/>
              <a:gd name="connsiteX195" fmla="*/ 10132745 w 12191996"/>
              <a:gd name="connsiteY195" fmla="*/ 3175 h 1931671"/>
              <a:gd name="connsiteX196" fmla="*/ 10201007 w 12191996"/>
              <a:gd name="connsiteY196" fmla="*/ 0 h 1931671"/>
              <a:gd name="connsiteX197" fmla="*/ 10269269 w 12191996"/>
              <a:gd name="connsiteY197" fmla="*/ 3175 h 1931671"/>
              <a:gd name="connsiteX198" fmla="*/ 10329595 w 12191996"/>
              <a:gd name="connsiteY198" fmla="*/ 9525 h 1931671"/>
              <a:gd name="connsiteX199" fmla="*/ 10381981 w 12191996"/>
              <a:gd name="connsiteY199" fmla="*/ 20637 h 1931671"/>
              <a:gd name="connsiteX200" fmla="*/ 10428019 w 12191996"/>
              <a:gd name="connsiteY200" fmla="*/ 36512 h 1931671"/>
              <a:gd name="connsiteX201" fmla="*/ 10469295 w 12191996"/>
              <a:gd name="connsiteY201" fmla="*/ 52387 h 1931671"/>
              <a:gd name="connsiteX202" fmla="*/ 10505807 w 12191996"/>
              <a:gd name="connsiteY202" fmla="*/ 68262 h 1931671"/>
              <a:gd name="connsiteX203" fmla="*/ 10543907 w 12191996"/>
              <a:gd name="connsiteY203" fmla="*/ 87312 h 1931671"/>
              <a:gd name="connsiteX204" fmla="*/ 10582007 w 12191996"/>
              <a:gd name="connsiteY204" fmla="*/ 106362 h 1931671"/>
              <a:gd name="connsiteX205" fmla="*/ 10618519 w 12191996"/>
              <a:gd name="connsiteY205" fmla="*/ 125412 h 1931671"/>
              <a:gd name="connsiteX206" fmla="*/ 10659795 w 12191996"/>
              <a:gd name="connsiteY206" fmla="*/ 141287 h 1931671"/>
              <a:gd name="connsiteX207" fmla="*/ 10705831 w 12191996"/>
              <a:gd name="connsiteY207" fmla="*/ 155575 h 1931671"/>
              <a:gd name="connsiteX208" fmla="*/ 10758219 w 12191996"/>
              <a:gd name="connsiteY208" fmla="*/ 166687 h 1931671"/>
              <a:gd name="connsiteX209" fmla="*/ 10818545 w 12191996"/>
              <a:gd name="connsiteY209" fmla="*/ 174625 h 1931671"/>
              <a:gd name="connsiteX210" fmla="*/ 10886807 w 12191996"/>
              <a:gd name="connsiteY210" fmla="*/ 176212 h 1931671"/>
              <a:gd name="connsiteX211" fmla="*/ 10955069 w 12191996"/>
              <a:gd name="connsiteY211" fmla="*/ 174625 h 1931671"/>
              <a:gd name="connsiteX212" fmla="*/ 11015395 w 12191996"/>
              <a:gd name="connsiteY212" fmla="*/ 166687 h 1931671"/>
              <a:gd name="connsiteX213" fmla="*/ 11067781 w 12191996"/>
              <a:gd name="connsiteY213" fmla="*/ 155575 h 1931671"/>
              <a:gd name="connsiteX214" fmla="*/ 11113819 w 12191996"/>
              <a:gd name="connsiteY214" fmla="*/ 141287 h 1931671"/>
              <a:gd name="connsiteX215" fmla="*/ 11155095 w 12191996"/>
              <a:gd name="connsiteY215" fmla="*/ 125412 h 1931671"/>
              <a:gd name="connsiteX216" fmla="*/ 11191607 w 12191996"/>
              <a:gd name="connsiteY216" fmla="*/ 106362 h 1931671"/>
              <a:gd name="connsiteX217" fmla="*/ 11229707 w 12191996"/>
              <a:gd name="connsiteY217" fmla="*/ 87312 h 1931671"/>
              <a:gd name="connsiteX218" fmla="*/ 11267807 w 12191996"/>
              <a:gd name="connsiteY218" fmla="*/ 68262 h 1931671"/>
              <a:gd name="connsiteX219" fmla="*/ 11304319 w 12191996"/>
              <a:gd name="connsiteY219" fmla="*/ 52387 h 1931671"/>
              <a:gd name="connsiteX220" fmla="*/ 11345595 w 12191996"/>
              <a:gd name="connsiteY220" fmla="*/ 36512 h 1931671"/>
              <a:gd name="connsiteX221" fmla="*/ 11391631 w 12191996"/>
              <a:gd name="connsiteY221" fmla="*/ 20637 h 1931671"/>
              <a:gd name="connsiteX222" fmla="*/ 11444019 w 12191996"/>
              <a:gd name="connsiteY222" fmla="*/ 9525 h 1931671"/>
              <a:gd name="connsiteX223" fmla="*/ 11504345 w 12191996"/>
              <a:gd name="connsiteY223" fmla="*/ 3175 h 1931671"/>
              <a:gd name="connsiteX224" fmla="*/ 11572607 w 12191996"/>
              <a:gd name="connsiteY224" fmla="*/ 0 h 1931671"/>
              <a:gd name="connsiteX225" fmla="*/ 11640869 w 12191996"/>
              <a:gd name="connsiteY225" fmla="*/ 3175 h 1931671"/>
              <a:gd name="connsiteX226" fmla="*/ 11701195 w 12191996"/>
              <a:gd name="connsiteY226" fmla="*/ 9525 h 1931671"/>
              <a:gd name="connsiteX227" fmla="*/ 11753581 w 12191996"/>
              <a:gd name="connsiteY227" fmla="*/ 20637 h 1931671"/>
              <a:gd name="connsiteX228" fmla="*/ 11799619 w 12191996"/>
              <a:gd name="connsiteY228" fmla="*/ 36512 h 1931671"/>
              <a:gd name="connsiteX229" fmla="*/ 11840895 w 12191996"/>
              <a:gd name="connsiteY229" fmla="*/ 52387 h 1931671"/>
              <a:gd name="connsiteX230" fmla="*/ 11877407 w 12191996"/>
              <a:gd name="connsiteY230" fmla="*/ 68262 h 1931671"/>
              <a:gd name="connsiteX231" fmla="*/ 11915507 w 12191996"/>
              <a:gd name="connsiteY231" fmla="*/ 87312 h 1931671"/>
              <a:gd name="connsiteX232" fmla="*/ 11953607 w 12191996"/>
              <a:gd name="connsiteY232" fmla="*/ 106362 h 1931671"/>
              <a:gd name="connsiteX233" fmla="*/ 11990119 w 12191996"/>
              <a:gd name="connsiteY233" fmla="*/ 125412 h 1931671"/>
              <a:gd name="connsiteX234" fmla="*/ 12031395 w 12191996"/>
              <a:gd name="connsiteY234" fmla="*/ 141287 h 1931671"/>
              <a:gd name="connsiteX235" fmla="*/ 12077431 w 12191996"/>
              <a:gd name="connsiteY235" fmla="*/ 155575 h 1931671"/>
              <a:gd name="connsiteX236" fmla="*/ 12129819 w 12191996"/>
              <a:gd name="connsiteY236" fmla="*/ 166688 h 1931671"/>
              <a:gd name="connsiteX237" fmla="*/ 12190145 w 12191996"/>
              <a:gd name="connsiteY237" fmla="*/ 174625 h 1931671"/>
              <a:gd name="connsiteX238" fmla="*/ 12191996 w 12191996"/>
              <a:gd name="connsiteY238" fmla="*/ 174668 h 1931671"/>
              <a:gd name="connsiteX239" fmla="*/ 12191996 w 12191996"/>
              <a:gd name="connsiteY239" fmla="*/ 1931671 h 1931671"/>
              <a:gd name="connsiteX240" fmla="*/ 0 w 12191996"/>
              <a:gd name="connsiteY240" fmla="*/ 1931671 h 1931671"/>
              <a:gd name="connsiteX241" fmla="*/ 0 w 12191996"/>
              <a:gd name="connsiteY241" fmla="*/ 174668 h 1931671"/>
              <a:gd name="connsiteX242" fmla="*/ 1851 w 12191996"/>
              <a:gd name="connsiteY242" fmla="*/ 174625 h 1931671"/>
              <a:gd name="connsiteX243" fmla="*/ 62176 w 12191996"/>
              <a:gd name="connsiteY243" fmla="*/ 166687 h 1931671"/>
              <a:gd name="connsiteX244" fmla="*/ 114563 w 12191996"/>
              <a:gd name="connsiteY244" fmla="*/ 155575 h 1931671"/>
              <a:gd name="connsiteX245" fmla="*/ 160601 w 12191996"/>
              <a:gd name="connsiteY245" fmla="*/ 141287 h 1931671"/>
              <a:gd name="connsiteX246" fmla="*/ 201876 w 12191996"/>
              <a:gd name="connsiteY246" fmla="*/ 125412 h 1931671"/>
              <a:gd name="connsiteX247" fmla="*/ 238388 w 12191996"/>
              <a:gd name="connsiteY247" fmla="*/ 106362 h 1931671"/>
              <a:gd name="connsiteX248" fmla="*/ 276488 w 12191996"/>
              <a:gd name="connsiteY248" fmla="*/ 87312 h 1931671"/>
              <a:gd name="connsiteX249" fmla="*/ 314588 w 12191996"/>
              <a:gd name="connsiteY249" fmla="*/ 68262 h 1931671"/>
              <a:gd name="connsiteX250" fmla="*/ 351101 w 12191996"/>
              <a:gd name="connsiteY250" fmla="*/ 52387 h 1931671"/>
              <a:gd name="connsiteX251" fmla="*/ 392376 w 12191996"/>
              <a:gd name="connsiteY251" fmla="*/ 36512 h 1931671"/>
              <a:gd name="connsiteX252" fmla="*/ 438413 w 12191996"/>
              <a:gd name="connsiteY252" fmla="*/ 20637 h 1931671"/>
              <a:gd name="connsiteX253" fmla="*/ 490801 w 12191996"/>
              <a:gd name="connsiteY253" fmla="*/ 9525 h 1931671"/>
              <a:gd name="connsiteX254" fmla="*/ 551126 w 12191996"/>
              <a:gd name="connsiteY254" fmla="*/ 3175 h 1931671"/>
              <a:gd name="connsiteX255" fmla="*/ 619388 w 12191996"/>
              <a:gd name="connsiteY255" fmla="*/ 0 h 19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1931671">
                <a:moveTo>
                  <a:pt x="619388" y="0"/>
                </a:moveTo>
                <a:lnTo>
                  <a:pt x="687651" y="3175"/>
                </a:lnTo>
                <a:lnTo>
                  <a:pt x="747976" y="9525"/>
                </a:lnTo>
                <a:lnTo>
                  <a:pt x="800363" y="20637"/>
                </a:lnTo>
                <a:lnTo>
                  <a:pt x="846401" y="36512"/>
                </a:lnTo>
                <a:lnTo>
                  <a:pt x="887676" y="52387"/>
                </a:lnTo>
                <a:lnTo>
                  <a:pt x="924188" y="68262"/>
                </a:lnTo>
                <a:lnTo>
                  <a:pt x="962288" y="87312"/>
                </a:lnTo>
                <a:lnTo>
                  <a:pt x="1000388" y="106362"/>
                </a:lnTo>
                <a:lnTo>
                  <a:pt x="1036901" y="125412"/>
                </a:lnTo>
                <a:lnTo>
                  <a:pt x="1078176" y="141287"/>
                </a:lnTo>
                <a:lnTo>
                  <a:pt x="1124213" y="155575"/>
                </a:lnTo>
                <a:lnTo>
                  <a:pt x="1176601" y="166687"/>
                </a:lnTo>
                <a:lnTo>
                  <a:pt x="1236926" y="174625"/>
                </a:lnTo>
                <a:lnTo>
                  <a:pt x="1305188" y="176212"/>
                </a:lnTo>
                <a:lnTo>
                  <a:pt x="1373451" y="174625"/>
                </a:lnTo>
                <a:lnTo>
                  <a:pt x="1433776" y="166687"/>
                </a:lnTo>
                <a:lnTo>
                  <a:pt x="1486163" y="155575"/>
                </a:lnTo>
                <a:lnTo>
                  <a:pt x="1532201" y="141287"/>
                </a:lnTo>
                <a:lnTo>
                  <a:pt x="1573476" y="125412"/>
                </a:lnTo>
                <a:lnTo>
                  <a:pt x="1609988" y="106362"/>
                </a:lnTo>
                <a:lnTo>
                  <a:pt x="1648088" y="87312"/>
                </a:lnTo>
                <a:lnTo>
                  <a:pt x="1686188" y="68262"/>
                </a:lnTo>
                <a:lnTo>
                  <a:pt x="1722701" y="52387"/>
                </a:lnTo>
                <a:lnTo>
                  <a:pt x="1763976" y="36512"/>
                </a:lnTo>
                <a:lnTo>
                  <a:pt x="1810013" y="20637"/>
                </a:lnTo>
                <a:lnTo>
                  <a:pt x="1862401" y="9525"/>
                </a:lnTo>
                <a:lnTo>
                  <a:pt x="1922726" y="3175"/>
                </a:lnTo>
                <a:lnTo>
                  <a:pt x="1990988" y="0"/>
                </a:lnTo>
                <a:lnTo>
                  <a:pt x="2059251" y="3175"/>
                </a:lnTo>
                <a:lnTo>
                  <a:pt x="2119576" y="9525"/>
                </a:lnTo>
                <a:lnTo>
                  <a:pt x="2171963" y="20637"/>
                </a:lnTo>
                <a:lnTo>
                  <a:pt x="2218001" y="36512"/>
                </a:lnTo>
                <a:lnTo>
                  <a:pt x="2259276" y="52387"/>
                </a:lnTo>
                <a:lnTo>
                  <a:pt x="2295788" y="68262"/>
                </a:lnTo>
                <a:lnTo>
                  <a:pt x="2333888" y="87312"/>
                </a:lnTo>
                <a:lnTo>
                  <a:pt x="2371988" y="106362"/>
                </a:lnTo>
                <a:lnTo>
                  <a:pt x="2408501" y="125412"/>
                </a:lnTo>
                <a:lnTo>
                  <a:pt x="2449776" y="141287"/>
                </a:lnTo>
                <a:lnTo>
                  <a:pt x="2495813" y="155575"/>
                </a:lnTo>
                <a:lnTo>
                  <a:pt x="2548201" y="166687"/>
                </a:lnTo>
                <a:lnTo>
                  <a:pt x="2608526" y="174625"/>
                </a:lnTo>
                <a:lnTo>
                  <a:pt x="2676788" y="176212"/>
                </a:lnTo>
                <a:lnTo>
                  <a:pt x="2745051" y="174625"/>
                </a:lnTo>
                <a:lnTo>
                  <a:pt x="2805376" y="166687"/>
                </a:lnTo>
                <a:lnTo>
                  <a:pt x="2857763" y="155575"/>
                </a:lnTo>
                <a:lnTo>
                  <a:pt x="2903801" y="141287"/>
                </a:lnTo>
                <a:lnTo>
                  <a:pt x="2945076" y="125412"/>
                </a:lnTo>
                <a:lnTo>
                  <a:pt x="2981588" y="106362"/>
                </a:lnTo>
                <a:lnTo>
                  <a:pt x="3019688" y="87312"/>
                </a:lnTo>
                <a:lnTo>
                  <a:pt x="3057788" y="68262"/>
                </a:lnTo>
                <a:lnTo>
                  <a:pt x="3094301" y="52387"/>
                </a:lnTo>
                <a:lnTo>
                  <a:pt x="3135576" y="36512"/>
                </a:lnTo>
                <a:lnTo>
                  <a:pt x="3181613" y="20637"/>
                </a:lnTo>
                <a:lnTo>
                  <a:pt x="3234001" y="9525"/>
                </a:lnTo>
                <a:lnTo>
                  <a:pt x="3294326" y="3175"/>
                </a:lnTo>
                <a:lnTo>
                  <a:pt x="3361001" y="0"/>
                </a:lnTo>
                <a:lnTo>
                  <a:pt x="3430851" y="3175"/>
                </a:lnTo>
                <a:lnTo>
                  <a:pt x="3491176" y="9525"/>
                </a:lnTo>
                <a:lnTo>
                  <a:pt x="3543563" y="20637"/>
                </a:lnTo>
                <a:lnTo>
                  <a:pt x="3589601" y="36512"/>
                </a:lnTo>
                <a:lnTo>
                  <a:pt x="3630876" y="52387"/>
                </a:lnTo>
                <a:lnTo>
                  <a:pt x="3667388" y="68262"/>
                </a:lnTo>
                <a:lnTo>
                  <a:pt x="3705488" y="87312"/>
                </a:lnTo>
                <a:lnTo>
                  <a:pt x="3743588" y="106362"/>
                </a:lnTo>
                <a:lnTo>
                  <a:pt x="3780101" y="125412"/>
                </a:lnTo>
                <a:lnTo>
                  <a:pt x="3821376" y="141287"/>
                </a:lnTo>
                <a:lnTo>
                  <a:pt x="3867413" y="155575"/>
                </a:lnTo>
                <a:lnTo>
                  <a:pt x="3919801" y="166687"/>
                </a:lnTo>
                <a:lnTo>
                  <a:pt x="3980126" y="174625"/>
                </a:lnTo>
                <a:lnTo>
                  <a:pt x="4048388" y="176212"/>
                </a:lnTo>
                <a:lnTo>
                  <a:pt x="4116651" y="174625"/>
                </a:lnTo>
                <a:lnTo>
                  <a:pt x="4176976" y="166687"/>
                </a:lnTo>
                <a:lnTo>
                  <a:pt x="4229363" y="155575"/>
                </a:lnTo>
                <a:lnTo>
                  <a:pt x="4275401" y="141287"/>
                </a:lnTo>
                <a:lnTo>
                  <a:pt x="4316676" y="125412"/>
                </a:lnTo>
                <a:lnTo>
                  <a:pt x="4353188" y="106362"/>
                </a:lnTo>
                <a:lnTo>
                  <a:pt x="4429388" y="68262"/>
                </a:lnTo>
                <a:lnTo>
                  <a:pt x="4465901" y="52387"/>
                </a:lnTo>
                <a:lnTo>
                  <a:pt x="4507176" y="36512"/>
                </a:lnTo>
                <a:lnTo>
                  <a:pt x="4553214" y="20637"/>
                </a:lnTo>
                <a:lnTo>
                  <a:pt x="4605601" y="9525"/>
                </a:lnTo>
                <a:lnTo>
                  <a:pt x="4665927" y="3175"/>
                </a:lnTo>
                <a:lnTo>
                  <a:pt x="4734188" y="0"/>
                </a:lnTo>
                <a:lnTo>
                  <a:pt x="4802452" y="3175"/>
                </a:lnTo>
                <a:lnTo>
                  <a:pt x="4862776" y="9525"/>
                </a:lnTo>
                <a:lnTo>
                  <a:pt x="4915164" y="20637"/>
                </a:lnTo>
                <a:lnTo>
                  <a:pt x="4961200" y="36512"/>
                </a:lnTo>
                <a:lnTo>
                  <a:pt x="5002476" y="52387"/>
                </a:lnTo>
                <a:lnTo>
                  <a:pt x="5038988" y="68262"/>
                </a:lnTo>
                <a:lnTo>
                  <a:pt x="5077089" y="87312"/>
                </a:lnTo>
                <a:lnTo>
                  <a:pt x="5115188" y="106362"/>
                </a:lnTo>
                <a:lnTo>
                  <a:pt x="5151700" y="125412"/>
                </a:lnTo>
                <a:lnTo>
                  <a:pt x="5192976" y="141287"/>
                </a:lnTo>
                <a:lnTo>
                  <a:pt x="5239013" y="155575"/>
                </a:lnTo>
                <a:lnTo>
                  <a:pt x="5291400" y="166687"/>
                </a:lnTo>
                <a:lnTo>
                  <a:pt x="5351726" y="174625"/>
                </a:lnTo>
                <a:lnTo>
                  <a:pt x="5410198" y="175985"/>
                </a:lnTo>
                <a:lnTo>
                  <a:pt x="5468670" y="174625"/>
                </a:lnTo>
                <a:lnTo>
                  <a:pt x="5528995" y="166687"/>
                </a:lnTo>
                <a:lnTo>
                  <a:pt x="5581382" y="155575"/>
                </a:lnTo>
                <a:lnTo>
                  <a:pt x="5627420" y="141287"/>
                </a:lnTo>
                <a:lnTo>
                  <a:pt x="5668695" y="125412"/>
                </a:lnTo>
                <a:lnTo>
                  <a:pt x="5705208" y="106362"/>
                </a:lnTo>
                <a:lnTo>
                  <a:pt x="5743307" y="87312"/>
                </a:lnTo>
                <a:lnTo>
                  <a:pt x="5781407" y="68262"/>
                </a:lnTo>
                <a:lnTo>
                  <a:pt x="5817920" y="52387"/>
                </a:lnTo>
                <a:lnTo>
                  <a:pt x="5859195" y="36512"/>
                </a:lnTo>
                <a:lnTo>
                  <a:pt x="5905233" y="20637"/>
                </a:lnTo>
                <a:lnTo>
                  <a:pt x="5957620" y="9525"/>
                </a:lnTo>
                <a:lnTo>
                  <a:pt x="6017946" y="3175"/>
                </a:lnTo>
                <a:lnTo>
                  <a:pt x="6086208" y="0"/>
                </a:lnTo>
                <a:lnTo>
                  <a:pt x="6095998" y="455"/>
                </a:lnTo>
                <a:lnTo>
                  <a:pt x="6105788" y="0"/>
                </a:lnTo>
                <a:lnTo>
                  <a:pt x="6174051" y="3175"/>
                </a:lnTo>
                <a:lnTo>
                  <a:pt x="6234376" y="9525"/>
                </a:lnTo>
                <a:lnTo>
                  <a:pt x="6286763" y="20637"/>
                </a:lnTo>
                <a:lnTo>
                  <a:pt x="6332801" y="36512"/>
                </a:lnTo>
                <a:lnTo>
                  <a:pt x="6374076" y="52387"/>
                </a:lnTo>
                <a:lnTo>
                  <a:pt x="6410588" y="68262"/>
                </a:lnTo>
                <a:lnTo>
                  <a:pt x="6448688" y="87312"/>
                </a:lnTo>
                <a:lnTo>
                  <a:pt x="6486788" y="106362"/>
                </a:lnTo>
                <a:lnTo>
                  <a:pt x="6523301" y="125412"/>
                </a:lnTo>
                <a:lnTo>
                  <a:pt x="6564576" y="141287"/>
                </a:lnTo>
                <a:lnTo>
                  <a:pt x="6610613" y="155575"/>
                </a:lnTo>
                <a:lnTo>
                  <a:pt x="6663001" y="166687"/>
                </a:lnTo>
                <a:lnTo>
                  <a:pt x="6723326" y="174625"/>
                </a:lnTo>
                <a:lnTo>
                  <a:pt x="6781798" y="175985"/>
                </a:lnTo>
                <a:lnTo>
                  <a:pt x="6840270" y="174625"/>
                </a:lnTo>
                <a:lnTo>
                  <a:pt x="6900595" y="166687"/>
                </a:lnTo>
                <a:lnTo>
                  <a:pt x="6952982" y="155575"/>
                </a:lnTo>
                <a:lnTo>
                  <a:pt x="6999020" y="141287"/>
                </a:lnTo>
                <a:lnTo>
                  <a:pt x="7040295" y="125412"/>
                </a:lnTo>
                <a:lnTo>
                  <a:pt x="7076807" y="106362"/>
                </a:lnTo>
                <a:lnTo>
                  <a:pt x="7114907" y="87312"/>
                </a:lnTo>
                <a:lnTo>
                  <a:pt x="7153007" y="68262"/>
                </a:lnTo>
                <a:lnTo>
                  <a:pt x="7189520" y="52387"/>
                </a:lnTo>
                <a:lnTo>
                  <a:pt x="7230795" y="36512"/>
                </a:lnTo>
                <a:lnTo>
                  <a:pt x="7276832" y="20637"/>
                </a:lnTo>
                <a:lnTo>
                  <a:pt x="7329220" y="9525"/>
                </a:lnTo>
                <a:lnTo>
                  <a:pt x="7389545" y="3175"/>
                </a:lnTo>
                <a:lnTo>
                  <a:pt x="7457807" y="0"/>
                </a:lnTo>
                <a:lnTo>
                  <a:pt x="7526070" y="3175"/>
                </a:lnTo>
                <a:lnTo>
                  <a:pt x="7586395" y="9525"/>
                </a:lnTo>
                <a:lnTo>
                  <a:pt x="7638782" y="20637"/>
                </a:lnTo>
                <a:lnTo>
                  <a:pt x="7684820" y="36512"/>
                </a:lnTo>
                <a:lnTo>
                  <a:pt x="7726095" y="52387"/>
                </a:lnTo>
                <a:lnTo>
                  <a:pt x="7762607" y="68262"/>
                </a:lnTo>
                <a:lnTo>
                  <a:pt x="7800707" y="87312"/>
                </a:lnTo>
                <a:lnTo>
                  <a:pt x="7838807" y="106362"/>
                </a:lnTo>
                <a:lnTo>
                  <a:pt x="7875320" y="125412"/>
                </a:lnTo>
                <a:lnTo>
                  <a:pt x="7916595" y="141287"/>
                </a:lnTo>
                <a:lnTo>
                  <a:pt x="7962632" y="155575"/>
                </a:lnTo>
                <a:lnTo>
                  <a:pt x="8015020" y="166687"/>
                </a:lnTo>
                <a:lnTo>
                  <a:pt x="8075345" y="174625"/>
                </a:lnTo>
                <a:lnTo>
                  <a:pt x="8143607" y="176212"/>
                </a:lnTo>
                <a:lnTo>
                  <a:pt x="8211870" y="174625"/>
                </a:lnTo>
                <a:lnTo>
                  <a:pt x="8272195" y="166687"/>
                </a:lnTo>
                <a:lnTo>
                  <a:pt x="8324582" y="155575"/>
                </a:lnTo>
                <a:lnTo>
                  <a:pt x="8370620" y="141287"/>
                </a:lnTo>
                <a:lnTo>
                  <a:pt x="8411895" y="125412"/>
                </a:lnTo>
                <a:lnTo>
                  <a:pt x="8448407" y="106362"/>
                </a:lnTo>
                <a:lnTo>
                  <a:pt x="8486507" y="87312"/>
                </a:lnTo>
                <a:lnTo>
                  <a:pt x="8524607" y="68262"/>
                </a:lnTo>
                <a:lnTo>
                  <a:pt x="8561119" y="52387"/>
                </a:lnTo>
                <a:lnTo>
                  <a:pt x="8602395" y="36512"/>
                </a:lnTo>
                <a:lnTo>
                  <a:pt x="8648431" y="20637"/>
                </a:lnTo>
                <a:lnTo>
                  <a:pt x="8700819" y="9525"/>
                </a:lnTo>
                <a:lnTo>
                  <a:pt x="8761145" y="3175"/>
                </a:lnTo>
                <a:lnTo>
                  <a:pt x="8827819" y="0"/>
                </a:lnTo>
                <a:lnTo>
                  <a:pt x="8897669" y="3175"/>
                </a:lnTo>
                <a:lnTo>
                  <a:pt x="8957995" y="9525"/>
                </a:lnTo>
                <a:lnTo>
                  <a:pt x="9010381" y="20637"/>
                </a:lnTo>
                <a:lnTo>
                  <a:pt x="9056419" y="36512"/>
                </a:lnTo>
                <a:lnTo>
                  <a:pt x="9097695" y="52387"/>
                </a:lnTo>
                <a:lnTo>
                  <a:pt x="9134207" y="68262"/>
                </a:lnTo>
                <a:lnTo>
                  <a:pt x="9172307" y="87312"/>
                </a:lnTo>
                <a:lnTo>
                  <a:pt x="9210407" y="106362"/>
                </a:lnTo>
                <a:lnTo>
                  <a:pt x="9246919" y="125412"/>
                </a:lnTo>
                <a:lnTo>
                  <a:pt x="9288195" y="141287"/>
                </a:lnTo>
                <a:lnTo>
                  <a:pt x="9334231" y="155575"/>
                </a:lnTo>
                <a:lnTo>
                  <a:pt x="9386619" y="166687"/>
                </a:lnTo>
                <a:lnTo>
                  <a:pt x="9446945" y="174625"/>
                </a:lnTo>
                <a:lnTo>
                  <a:pt x="9515207" y="176212"/>
                </a:lnTo>
                <a:lnTo>
                  <a:pt x="9583469" y="174625"/>
                </a:lnTo>
                <a:lnTo>
                  <a:pt x="9643795" y="166687"/>
                </a:lnTo>
                <a:lnTo>
                  <a:pt x="9696181" y="155575"/>
                </a:lnTo>
                <a:lnTo>
                  <a:pt x="9742219" y="141287"/>
                </a:lnTo>
                <a:lnTo>
                  <a:pt x="9783495" y="125412"/>
                </a:lnTo>
                <a:lnTo>
                  <a:pt x="9820007" y="106362"/>
                </a:lnTo>
                <a:lnTo>
                  <a:pt x="9896207" y="68262"/>
                </a:lnTo>
                <a:lnTo>
                  <a:pt x="9932719" y="52387"/>
                </a:lnTo>
                <a:lnTo>
                  <a:pt x="9973995" y="36512"/>
                </a:lnTo>
                <a:lnTo>
                  <a:pt x="10020031" y="20637"/>
                </a:lnTo>
                <a:lnTo>
                  <a:pt x="10072419" y="9525"/>
                </a:lnTo>
                <a:lnTo>
                  <a:pt x="10132745" y="3175"/>
                </a:lnTo>
                <a:lnTo>
                  <a:pt x="10201007" y="0"/>
                </a:lnTo>
                <a:lnTo>
                  <a:pt x="10269269" y="3175"/>
                </a:lnTo>
                <a:lnTo>
                  <a:pt x="10329595" y="9525"/>
                </a:lnTo>
                <a:lnTo>
                  <a:pt x="10381981" y="20637"/>
                </a:lnTo>
                <a:lnTo>
                  <a:pt x="10428019" y="36512"/>
                </a:lnTo>
                <a:lnTo>
                  <a:pt x="10469295" y="52387"/>
                </a:lnTo>
                <a:lnTo>
                  <a:pt x="10505807" y="68262"/>
                </a:lnTo>
                <a:lnTo>
                  <a:pt x="10543907" y="87312"/>
                </a:lnTo>
                <a:lnTo>
                  <a:pt x="10582007" y="106362"/>
                </a:lnTo>
                <a:lnTo>
                  <a:pt x="10618519" y="125412"/>
                </a:lnTo>
                <a:lnTo>
                  <a:pt x="10659795" y="141287"/>
                </a:lnTo>
                <a:lnTo>
                  <a:pt x="10705831" y="155575"/>
                </a:lnTo>
                <a:lnTo>
                  <a:pt x="10758219" y="166687"/>
                </a:lnTo>
                <a:lnTo>
                  <a:pt x="10818545" y="174625"/>
                </a:lnTo>
                <a:lnTo>
                  <a:pt x="10886807" y="176212"/>
                </a:lnTo>
                <a:lnTo>
                  <a:pt x="10955069" y="174625"/>
                </a:lnTo>
                <a:lnTo>
                  <a:pt x="11015395" y="166687"/>
                </a:lnTo>
                <a:lnTo>
                  <a:pt x="11067781" y="155575"/>
                </a:lnTo>
                <a:lnTo>
                  <a:pt x="11113819" y="141287"/>
                </a:lnTo>
                <a:lnTo>
                  <a:pt x="11155095" y="125412"/>
                </a:lnTo>
                <a:lnTo>
                  <a:pt x="11191607" y="106362"/>
                </a:lnTo>
                <a:lnTo>
                  <a:pt x="11229707" y="87312"/>
                </a:lnTo>
                <a:lnTo>
                  <a:pt x="11267807" y="68262"/>
                </a:lnTo>
                <a:lnTo>
                  <a:pt x="11304319" y="52387"/>
                </a:lnTo>
                <a:lnTo>
                  <a:pt x="11345595" y="36512"/>
                </a:lnTo>
                <a:lnTo>
                  <a:pt x="11391631" y="20637"/>
                </a:lnTo>
                <a:lnTo>
                  <a:pt x="11444019" y="9525"/>
                </a:lnTo>
                <a:lnTo>
                  <a:pt x="11504345" y="3175"/>
                </a:lnTo>
                <a:lnTo>
                  <a:pt x="11572607" y="0"/>
                </a:lnTo>
                <a:lnTo>
                  <a:pt x="11640869" y="3175"/>
                </a:lnTo>
                <a:lnTo>
                  <a:pt x="11701195" y="9525"/>
                </a:lnTo>
                <a:lnTo>
                  <a:pt x="11753581" y="20637"/>
                </a:lnTo>
                <a:lnTo>
                  <a:pt x="11799619" y="36512"/>
                </a:lnTo>
                <a:lnTo>
                  <a:pt x="11840895" y="52387"/>
                </a:lnTo>
                <a:lnTo>
                  <a:pt x="11877407" y="68262"/>
                </a:lnTo>
                <a:lnTo>
                  <a:pt x="11915507" y="87312"/>
                </a:lnTo>
                <a:lnTo>
                  <a:pt x="11953607" y="106362"/>
                </a:lnTo>
                <a:lnTo>
                  <a:pt x="11990119" y="125412"/>
                </a:lnTo>
                <a:lnTo>
                  <a:pt x="12031395" y="141287"/>
                </a:lnTo>
                <a:lnTo>
                  <a:pt x="12077431" y="155575"/>
                </a:lnTo>
                <a:lnTo>
                  <a:pt x="12129819" y="166688"/>
                </a:lnTo>
                <a:lnTo>
                  <a:pt x="12190145" y="174625"/>
                </a:lnTo>
                <a:lnTo>
                  <a:pt x="12191996" y="174668"/>
                </a:lnTo>
                <a:lnTo>
                  <a:pt x="12191996" y="1931671"/>
                </a:lnTo>
                <a:lnTo>
                  <a:pt x="0" y="1931671"/>
                </a:lnTo>
                <a:lnTo>
                  <a:pt x="0" y="174668"/>
                </a:lnTo>
                <a:lnTo>
                  <a:pt x="1851" y="174625"/>
                </a:lnTo>
                <a:lnTo>
                  <a:pt x="62176" y="166687"/>
                </a:lnTo>
                <a:lnTo>
                  <a:pt x="114563" y="155575"/>
                </a:lnTo>
                <a:lnTo>
                  <a:pt x="160601" y="141287"/>
                </a:lnTo>
                <a:lnTo>
                  <a:pt x="201876" y="125412"/>
                </a:lnTo>
                <a:lnTo>
                  <a:pt x="238388" y="106362"/>
                </a:lnTo>
                <a:lnTo>
                  <a:pt x="276488" y="87312"/>
                </a:lnTo>
                <a:lnTo>
                  <a:pt x="314588" y="68262"/>
                </a:lnTo>
                <a:lnTo>
                  <a:pt x="351101" y="52387"/>
                </a:lnTo>
                <a:lnTo>
                  <a:pt x="392376" y="36512"/>
                </a:lnTo>
                <a:lnTo>
                  <a:pt x="438413" y="20637"/>
                </a:lnTo>
                <a:lnTo>
                  <a:pt x="490801" y="9525"/>
                </a:lnTo>
                <a:lnTo>
                  <a:pt x="551126" y="3175"/>
                </a:lnTo>
                <a:lnTo>
                  <a:pt x="619388" y="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9957036-C837-4C4C-BBF0-4A0EC52A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5102540"/>
          </a:xfrm>
          <a:custGeom>
            <a:avLst/>
            <a:gdLst>
              <a:gd name="connsiteX0" fmla="*/ 0 w 12191996"/>
              <a:gd name="connsiteY0" fmla="*/ 0 h 5102540"/>
              <a:gd name="connsiteX1" fmla="*/ 12191996 w 12191996"/>
              <a:gd name="connsiteY1" fmla="*/ 0 h 5102540"/>
              <a:gd name="connsiteX2" fmla="*/ 12191996 w 12191996"/>
              <a:gd name="connsiteY2" fmla="*/ 5100996 h 5102540"/>
              <a:gd name="connsiteX3" fmla="*/ 12190145 w 12191996"/>
              <a:gd name="connsiteY3" fmla="*/ 5100953 h 5102540"/>
              <a:gd name="connsiteX4" fmla="*/ 12129819 w 12191996"/>
              <a:gd name="connsiteY4" fmla="*/ 5093016 h 5102540"/>
              <a:gd name="connsiteX5" fmla="*/ 12077431 w 12191996"/>
              <a:gd name="connsiteY5" fmla="*/ 5081903 h 5102540"/>
              <a:gd name="connsiteX6" fmla="*/ 12031395 w 12191996"/>
              <a:gd name="connsiteY6" fmla="*/ 5067615 h 5102540"/>
              <a:gd name="connsiteX7" fmla="*/ 11990119 w 12191996"/>
              <a:gd name="connsiteY7" fmla="*/ 5051740 h 5102540"/>
              <a:gd name="connsiteX8" fmla="*/ 11953607 w 12191996"/>
              <a:gd name="connsiteY8" fmla="*/ 5032690 h 5102540"/>
              <a:gd name="connsiteX9" fmla="*/ 11915507 w 12191996"/>
              <a:gd name="connsiteY9" fmla="*/ 5013640 h 5102540"/>
              <a:gd name="connsiteX10" fmla="*/ 11877407 w 12191996"/>
              <a:gd name="connsiteY10" fmla="*/ 4994590 h 5102540"/>
              <a:gd name="connsiteX11" fmla="*/ 11840895 w 12191996"/>
              <a:gd name="connsiteY11" fmla="*/ 4978715 h 5102540"/>
              <a:gd name="connsiteX12" fmla="*/ 11799619 w 12191996"/>
              <a:gd name="connsiteY12" fmla="*/ 4962840 h 5102540"/>
              <a:gd name="connsiteX13" fmla="*/ 11753581 w 12191996"/>
              <a:gd name="connsiteY13" fmla="*/ 4946965 h 5102540"/>
              <a:gd name="connsiteX14" fmla="*/ 11701195 w 12191996"/>
              <a:gd name="connsiteY14" fmla="*/ 4935853 h 5102540"/>
              <a:gd name="connsiteX15" fmla="*/ 11640869 w 12191996"/>
              <a:gd name="connsiteY15" fmla="*/ 4929503 h 5102540"/>
              <a:gd name="connsiteX16" fmla="*/ 11572607 w 12191996"/>
              <a:gd name="connsiteY16" fmla="*/ 4926328 h 5102540"/>
              <a:gd name="connsiteX17" fmla="*/ 11504345 w 12191996"/>
              <a:gd name="connsiteY17" fmla="*/ 4929503 h 5102540"/>
              <a:gd name="connsiteX18" fmla="*/ 11444019 w 12191996"/>
              <a:gd name="connsiteY18" fmla="*/ 4935853 h 5102540"/>
              <a:gd name="connsiteX19" fmla="*/ 11391631 w 12191996"/>
              <a:gd name="connsiteY19" fmla="*/ 4946965 h 5102540"/>
              <a:gd name="connsiteX20" fmla="*/ 11345595 w 12191996"/>
              <a:gd name="connsiteY20" fmla="*/ 4962840 h 5102540"/>
              <a:gd name="connsiteX21" fmla="*/ 11304319 w 12191996"/>
              <a:gd name="connsiteY21" fmla="*/ 4978715 h 5102540"/>
              <a:gd name="connsiteX22" fmla="*/ 11267807 w 12191996"/>
              <a:gd name="connsiteY22" fmla="*/ 4994590 h 5102540"/>
              <a:gd name="connsiteX23" fmla="*/ 11229707 w 12191996"/>
              <a:gd name="connsiteY23" fmla="*/ 5013640 h 5102540"/>
              <a:gd name="connsiteX24" fmla="*/ 11191607 w 12191996"/>
              <a:gd name="connsiteY24" fmla="*/ 5032690 h 5102540"/>
              <a:gd name="connsiteX25" fmla="*/ 11155095 w 12191996"/>
              <a:gd name="connsiteY25" fmla="*/ 5051740 h 5102540"/>
              <a:gd name="connsiteX26" fmla="*/ 11113819 w 12191996"/>
              <a:gd name="connsiteY26" fmla="*/ 5067615 h 5102540"/>
              <a:gd name="connsiteX27" fmla="*/ 11067781 w 12191996"/>
              <a:gd name="connsiteY27" fmla="*/ 5081903 h 5102540"/>
              <a:gd name="connsiteX28" fmla="*/ 11015395 w 12191996"/>
              <a:gd name="connsiteY28" fmla="*/ 5093015 h 5102540"/>
              <a:gd name="connsiteX29" fmla="*/ 10955069 w 12191996"/>
              <a:gd name="connsiteY29" fmla="*/ 5100953 h 5102540"/>
              <a:gd name="connsiteX30" fmla="*/ 10886807 w 12191996"/>
              <a:gd name="connsiteY30" fmla="*/ 5102540 h 5102540"/>
              <a:gd name="connsiteX31" fmla="*/ 10818545 w 12191996"/>
              <a:gd name="connsiteY31" fmla="*/ 5100953 h 5102540"/>
              <a:gd name="connsiteX32" fmla="*/ 10758219 w 12191996"/>
              <a:gd name="connsiteY32" fmla="*/ 5093015 h 5102540"/>
              <a:gd name="connsiteX33" fmla="*/ 10705831 w 12191996"/>
              <a:gd name="connsiteY33" fmla="*/ 5081903 h 5102540"/>
              <a:gd name="connsiteX34" fmla="*/ 10659795 w 12191996"/>
              <a:gd name="connsiteY34" fmla="*/ 5067615 h 5102540"/>
              <a:gd name="connsiteX35" fmla="*/ 10618519 w 12191996"/>
              <a:gd name="connsiteY35" fmla="*/ 5051740 h 5102540"/>
              <a:gd name="connsiteX36" fmla="*/ 10582007 w 12191996"/>
              <a:gd name="connsiteY36" fmla="*/ 5032690 h 5102540"/>
              <a:gd name="connsiteX37" fmla="*/ 10543907 w 12191996"/>
              <a:gd name="connsiteY37" fmla="*/ 5013640 h 5102540"/>
              <a:gd name="connsiteX38" fmla="*/ 10505807 w 12191996"/>
              <a:gd name="connsiteY38" fmla="*/ 4994590 h 5102540"/>
              <a:gd name="connsiteX39" fmla="*/ 10469295 w 12191996"/>
              <a:gd name="connsiteY39" fmla="*/ 4978715 h 5102540"/>
              <a:gd name="connsiteX40" fmla="*/ 10428019 w 12191996"/>
              <a:gd name="connsiteY40" fmla="*/ 4962840 h 5102540"/>
              <a:gd name="connsiteX41" fmla="*/ 10381981 w 12191996"/>
              <a:gd name="connsiteY41" fmla="*/ 4946965 h 5102540"/>
              <a:gd name="connsiteX42" fmla="*/ 10329595 w 12191996"/>
              <a:gd name="connsiteY42" fmla="*/ 4935853 h 5102540"/>
              <a:gd name="connsiteX43" fmla="*/ 10269269 w 12191996"/>
              <a:gd name="connsiteY43" fmla="*/ 4929503 h 5102540"/>
              <a:gd name="connsiteX44" fmla="*/ 10201007 w 12191996"/>
              <a:gd name="connsiteY44" fmla="*/ 4926328 h 5102540"/>
              <a:gd name="connsiteX45" fmla="*/ 10132745 w 12191996"/>
              <a:gd name="connsiteY45" fmla="*/ 4929503 h 5102540"/>
              <a:gd name="connsiteX46" fmla="*/ 10072419 w 12191996"/>
              <a:gd name="connsiteY46" fmla="*/ 4935853 h 5102540"/>
              <a:gd name="connsiteX47" fmla="*/ 10020031 w 12191996"/>
              <a:gd name="connsiteY47" fmla="*/ 4946965 h 5102540"/>
              <a:gd name="connsiteX48" fmla="*/ 9973995 w 12191996"/>
              <a:gd name="connsiteY48" fmla="*/ 4962840 h 5102540"/>
              <a:gd name="connsiteX49" fmla="*/ 9932719 w 12191996"/>
              <a:gd name="connsiteY49" fmla="*/ 4978715 h 5102540"/>
              <a:gd name="connsiteX50" fmla="*/ 9896207 w 12191996"/>
              <a:gd name="connsiteY50" fmla="*/ 4994590 h 5102540"/>
              <a:gd name="connsiteX51" fmla="*/ 9820007 w 12191996"/>
              <a:gd name="connsiteY51" fmla="*/ 5032690 h 5102540"/>
              <a:gd name="connsiteX52" fmla="*/ 9783495 w 12191996"/>
              <a:gd name="connsiteY52" fmla="*/ 5051740 h 5102540"/>
              <a:gd name="connsiteX53" fmla="*/ 9742219 w 12191996"/>
              <a:gd name="connsiteY53" fmla="*/ 5067615 h 5102540"/>
              <a:gd name="connsiteX54" fmla="*/ 9696181 w 12191996"/>
              <a:gd name="connsiteY54" fmla="*/ 5081903 h 5102540"/>
              <a:gd name="connsiteX55" fmla="*/ 9643795 w 12191996"/>
              <a:gd name="connsiteY55" fmla="*/ 5093015 h 5102540"/>
              <a:gd name="connsiteX56" fmla="*/ 9583469 w 12191996"/>
              <a:gd name="connsiteY56" fmla="*/ 5100953 h 5102540"/>
              <a:gd name="connsiteX57" fmla="*/ 9515207 w 12191996"/>
              <a:gd name="connsiteY57" fmla="*/ 5102540 h 5102540"/>
              <a:gd name="connsiteX58" fmla="*/ 9446945 w 12191996"/>
              <a:gd name="connsiteY58" fmla="*/ 5100953 h 5102540"/>
              <a:gd name="connsiteX59" fmla="*/ 9386619 w 12191996"/>
              <a:gd name="connsiteY59" fmla="*/ 5093015 h 5102540"/>
              <a:gd name="connsiteX60" fmla="*/ 9334231 w 12191996"/>
              <a:gd name="connsiteY60" fmla="*/ 5081903 h 5102540"/>
              <a:gd name="connsiteX61" fmla="*/ 9288195 w 12191996"/>
              <a:gd name="connsiteY61" fmla="*/ 5067615 h 5102540"/>
              <a:gd name="connsiteX62" fmla="*/ 9246919 w 12191996"/>
              <a:gd name="connsiteY62" fmla="*/ 5051740 h 5102540"/>
              <a:gd name="connsiteX63" fmla="*/ 9210407 w 12191996"/>
              <a:gd name="connsiteY63" fmla="*/ 5032690 h 5102540"/>
              <a:gd name="connsiteX64" fmla="*/ 9172307 w 12191996"/>
              <a:gd name="connsiteY64" fmla="*/ 5013640 h 5102540"/>
              <a:gd name="connsiteX65" fmla="*/ 9134207 w 12191996"/>
              <a:gd name="connsiteY65" fmla="*/ 4994590 h 5102540"/>
              <a:gd name="connsiteX66" fmla="*/ 9097695 w 12191996"/>
              <a:gd name="connsiteY66" fmla="*/ 4978715 h 5102540"/>
              <a:gd name="connsiteX67" fmla="*/ 9056419 w 12191996"/>
              <a:gd name="connsiteY67" fmla="*/ 4962840 h 5102540"/>
              <a:gd name="connsiteX68" fmla="*/ 9010381 w 12191996"/>
              <a:gd name="connsiteY68" fmla="*/ 4946965 h 5102540"/>
              <a:gd name="connsiteX69" fmla="*/ 8957995 w 12191996"/>
              <a:gd name="connsiteY69" fmla="*/ 4935853 h 5102540"/>
              <a:gd name="connsiteX70" fmla="*/ 8897669 w 12191996"/>
              <a:gd name="connsiteY70" fmla="*/ 4929503 h 5102540"/>
              <a:gd name="connsiteX71" fmla="*/ 8827819 w 12191996"/>
              <a:gd name="connsiteY71" fmla="*/ 4926328 h 5102540"/>
              <a:gd name="connsiteX72" fmla="*/ 8761145 w 12191996"/>
              <a:gd name="connsiteY72" fmla="*/ 4929503 h 5102540"/>
              <a:gd name="connsiteX73" fmla="*/ 8700819 w 12191996"/>
              <a:gd name="connsiteY73" fmla="*/ 4935853 h 5102540"/>
              <a:gd name="connsiteX74" fmla="*/ 8648431 w 12191996"/>
              <a:gd name="connsiteY74" fmla="*/ 4946965 h 5102540"/>
              <a:gd name="connsiteX75" fmla="*/ 8602395 w 12191996"/>
              <a:gd name="connsiteY75" fmla="*/ 4962840 h 5102540"/>
              <a:gd name="connsiteX76" fmla="*/ 8561119 w 12191996"/>
              <a:gd name="connsiteY76" fmla="*/ 4978715 h 5102540"/>
              <a:gd name="connsiteX77" fmla="*/ 8524607 w 12191996"/>
              <a:gd name="connsiteY77" fmla="*/ 4994590 h 5102540"/>
              <a:gd name="connsiteX78" fmla="*/ 8486507 w 12191996"/>
              <a:gd name="connsiteY78" fmla="*/ 5013640 h 5102540"/>
              <a:gd name="connsiteX79" fmla="*/ 8448407 w 12191996"/>
              <a:gd name="connsiteY79" fmla="*/ 5032690 h 5102540"/>
              <a:gd name="connsiteX80" fmla="*/ 8411895 w 12191996"/>
              <a:gd name="connsiteY80" fmla="*/ 5051740 h 5102540"/>
              <a:gd name="connsiteX81" fmla="*/ 8370620 w 12191996"/>
              <a:gd name="connsiteY81" fmla="*/ 5067615 h 5102540"/>
              <a:gd name="connsiteX82" fmla="*/ 8324582 w 12191996"/>
              <a:gd name="connsiteY82" fmla="*/ 5081903 h 5102540"/>
              <a:gd name="connsiteX83" fmla="*/ 8272195 w 12191996"/>
              <a:gd name="connsiteY83" fmla="*/ 5093015 h 5102540"/>
              <a:gd name="connsiteX84" fmla="*/ 8211870 w 12191996"/>
              <a:gd name="connsiteY84" fmla="*/ 5100953 h 5102540"/>
              <a:gd name="connsiteX85" fmla="*/ 8143607 w 12191996"/>
              <a:gd name="connsiteY85" fmla="*/ 5102540 h 5102540"/>
              <a:gd name="connsiteX86" fmla="*/ 8075345 w 12191996"/>
              <a:gd name="connsiteY86" fmla="*/ 5100953 h 5102540"/>
              <a:gd name="connsiteX87" fmla="*/ 8015020 w 12191996"/>
              <a:gd name="connsiteY87" fmla="*/ 5093015 h 5102540"/>
              <a:gd name="connsiteX88" fmla="*/ 7962632 w 12191996"/>
              <a:gd name="connsiteY88" fmla="*/ 5081903 h 5102540"/>
              <a:gd name="connsiteX89" fmla="*/ 7916595 w 12191996"/>
              <a:gd name="connsiteY89" fmla="*/ 5067615 h 5102540"/>
              <a:gd name="connsiteX90" fmla="*/ 7875320 w 12191996"/>
              <a:gd name="connsiteY90" fmla="*/ 5051740 h 5102540"/>
              <a:gd name="connsiteX91" fmla="*/ 7838807 w 12191996"/>
              <a:gd name="connsiteY91" fmla="*/ 5032690 h 5102540"/>
              <a:gd name="connsiteX92" fmla="*/ 7800707 w 12191996"/>
              <a:gd name="connsiteY92" fmla="*/ 5013640 h 5102540"/>
              <a:gd name="connsiteX93" fmla="*/ 7762607 w 12191996"/>
              <a:gd name="connsiteY93" fmla="*/ 4994590 h 5102540"/>
              <a:gd name="connsiteX94" fmla="*/ 7726095 w 12191996"/>
              <a:gd name="connsiteY94" fmla="*/ 4978715 h 5102540"/>
              <a:gd name="connsiteX95" fmla="*/ 7684820 w 12191996"/>
              <a:gd name="connsiteY95" fmla="*/ 4962840 h 5102540"/>
              <a:gd name="connsiteX96" fmla="*/ 7638782 w 12191996"/>
              <a:gd name="connsiteY96" fmla="*/ 4946965 h 5102540"/>
              <a:gd name="connsiteX97" fmla="*/ 7586395 w 12191996"/>
              <a:gd name="connsiteY97" fmla="*/ 4935853 h 5102540"/>
              <a:gd name="connsiteX98" fmla="*/ 7526070 w 12191996"/>
              <a:gd name="connsiteY98" fmla="*/ 4929503 h 5102540"/>
              <a:gd name="connsiteX99" fmla="*/ 7457807 w 12191996"/>
              <a:gd name="connsiteY99" fmla="*/ 4926328 h 5102540"/>
              <a:gd name="connsiteX100" fmla="*/ 7389545 w 12191996"/>
              <a:gd name="connsiteY100" fmla="*/ 4929503 h 5102540"/>
              <a:gd name="connsiteX101" fmla="*/ 7329220 w 12191996"/>
              <a:gd name="connsiteY101" fmla="*/ 4935853 h 5102540"/>
              <a:gd name="connsiteX102" fmla="*/ 7276832 w 12191996"/>
              <a:gd name="connsiteY102" fmla="*/ 4946965 h 5102540"/>
              <a:gd name="connsiteX103" fmla="*/ 7230795 w 12191996"/>
              <a:gd name="connsiteY103" fmla="*/ 4962840 h 5102540"/>
              <a:gd name="connsiteX104" fmla="*/ 7189520 w 12191996"/>
              <a:gd name="connsiteY104" fmla="*/ 4978715 h 5102540"/>
              <a:gd name="connsiteX105" fmla="*/ 7153007 w 12191996"/>
              <a:gd name="connsiteY105" fmla="*/ 4994590 h 5102540"/>
              <a:gd name="connsiteX106" fmla="*/ 7114907 w 12191996"/>
              <a:gd name="connsiteY106" fmla="*/ 5013640 h 5102540"/>
              <a:gd name="connsiteX107" fmla="*/ 7076807 w 12191996"/>
              <a:gd name="connsiteY107" fmla="*/ 5032690 h 5102540"/>
              <a:gd name="connsiteX108" fmla="*/ 7040295 w 12191996"/>
              <a:gd name="connsiteY108" fmla="*/ 5051740 h 5102540"/>
              <a:gd name="connsiteX109" fmla="*/ 6999020 w 12191996"/>
              <a:gd name="connsiteY109" fmla="*/ 5067615 h 5102540"/>
              <a:gd name="connsiteX110" fmla="*/ 6952982 w 12191996"/>
              <a:gd name="connsiteY110" fmla="*/ 5081903 h 5102540"/>
              <a:gd name="connsiteX111" fmla="*/ 6900595 w 12191996"/>
              <a:gd name="connsiteY111" fmla="*/ 5093015 h 5102540"/>
              <a:gd name="connsiteX112" fmla="*/ 6840270 w 12191996"/>
              <a:gd name="connsiteY112" fmla="*/ 5100953 h 5102540"/>
              <a:gd name="connsiteX113" fmla="*/ 6781798 w 12191996"/>
              <a:gd name="connsiteY113" fmla="*/ 5102313 h 5102540"/>
              <a:gd name="connsiteX114" fmla="*/ 6723326 w 12191996"/>
              <a:gd name="connsiteY114" fmla="*/ 5100953 h 5102540"/>
              <a:gd name="connsiteX115" fmla="*/ 6663001 w 12191996"/>
              <a:gd name="connsiteY115" fmla="*/ 5093015 h 5102540"/>
              <a:gd name="connsiteX116" fmla="*/ 6610613 w 12191996"/>
              <a:gd name="connsiteY116" fmla="*/ 5081903 h 5102540"/>
              <a:gd name="connsiteX117" fmla="*/ 6564576 w 12191996"/>
              <a:gd name="connsiteY117" fmla="*/ 5067615 h 5102540"/>
              <a:gd name="connsiteX118" fmla="*/ 6523301 w 12191996"/>
              <a:gd name="connsiteY118" fmla="*/ 5051740 h 5102540"/>
              <a:gd name="connsiteX119" fmla="*/ 6486788 w 12191996"/>
              <a:gd name="connsiteY119" fmla="*/ 5032690 h 5102540"/>
              <a:gd name="connsiteX120" fmla="*/ 6448688 w 12191996"/>
              <a:gd name="connsiteY120" fmla="*/ 5013640 h 5102540"/>
              <a:gd name="connsiteX121" fmla="*/ 6410588 w 12191996"/>
              <a:gd name="connsiteY121" fmla="*/ 4994590 h 5102540"/>
              <a:gd name="connsiteX122" fmla="*/ 6374076 w 12191996"/>
              <a:gd name="connsiteY122" fmla="*/ 4978715 h 5102540"/>
              <a:gd name="connsiteX123" fmla="*/ 6332801 w 12191996"/>
              <a:gd name="connsiteY123" fmla="*/ 4962840 h 5102540"/>
              <a:gd name="connsiteX124" fmla="*/ 6286763 w 12191996"/>
              <a:gd name="connsiteY124" fmla="*/ 4946965 h 5102540"/>
              <a:gd name="connsiteX125" fmla="*/ 6234376 w 12191996"/>
              <a:gd name="connsiteY125" fmla="*/ 4935853 h 5102540"/>
              <a:gd name="connsiteX126" fmla="*/ 6174051 w 12191996"/>
              <a:gd name="connsiteY126" fmla="*/ 4929503 h 5102540"/>
              <a:gd name="connsiteX127" fmla="*/ 6105788 w 12191996"/>
              <a:gd name="connsiteY127" fmla="*/ 4926328 h 5102540"/>
              <a:gd name="connsiteX128" fmla="*/ 6095998 w 12191996"/>
              <a:gd name="connsiteY128" fmla="*/ 4926783 h 5102540"/>
              <a:gd name="connsiteX129" fmla="*/ 6086208 w 12191996"/>
              <a:gd name="connsiteY129" fmla="*/ 4926328 h 5102540"/>
              <a:gd name="connsiteX130" fmla="*/ 6017946 w 12191996"/>
              <a:gd name="connsiteY130" fmla="*/ 4929503 h 5102540"/>
              <a:gd name="connsiteX131" fmla="*/ 5957620 w 12191996"/>
              <a:gd name="connsiteY131" fmla="*/ 4935853 h 5102540"/>
              <a:gd name="connsiteX132" fmla="*/ 5905233 w 12191996"/>
              <a:gd name="connsiteY132" fmla="*/ 4946965 h 5102540"/>
              <a:gd name="connsiteX133" fmla="*/ 5859195 w 12191996"/>
              <a:gd name="connsiteY133" fmla="*/ 4962840 h 5102540"/>
              <a:gd name="connsiteX134" fmla="*/ 5817920 w 12191996"/>
              <a:gd name="connsiteY134" fmla="*/ 4978715 h 5102540"/>
              <a:gd name="connsiteX135" fmla="*/ 5781407 w 12191996"/>
              <a:gd name="connsiteY135" fmla="*/ 4994590 h 5102540"/>
              <a:gd name="connsiteX136" fmla="*/ 5743307 w 12191996"/>
              <a:gd name="connsiteY136" fmla="*/ 5013640 h 5102540"/>
              <a:gd name="connsiteX137" fmla="*/ 5705208 w 12191996"/>
              <a:gd name="connsiteY137" fmla="*/ 5032690 h 5102540"/>
              <a:gd name="connsiteX138" fmla="*/ 5668695 w 12191996"/>
              <a:gd name="connsiteY138" fmla="*/ 5051740 h 5102540"/>
              <a:gd name="connsiteX139" fmla="*/ 5627420 w 12191996"/>
              <a:gd name="connsiteY139" fmla="*/ 5067615 h 5102540"/>
              <a:gd name="connsiteX140" fmla="*/ 5581382 w 12191996"/>
              <a:gd name="connsiteY140" fmla="*/ 5081903 h 5102540"/>
              <a:gd name="connsiteX141" fmla="*/ 5528995 w 12191996"/>
              <a:gd name="connsiteY141" fmla="*/ 5093015 h 5102540"/>
              <a:gd name="connsiteX142" fmla="*/ 5468670 w 12191996"/>
              <a:gd name="connsiteY142" fmla="*/ 5100953 h 5102540"/>
              <a:gd name="connsiteX143" fmla="*/ 5410198 w 12191996"/>
              <a:gd name="connsiteY143" fmla="*/ 5102313 h 5102540"/>
              <a:gd name="connsiteX144" fmla="*/ 5351726 w 12191996"/>
              <a:gd name="connsiteY144" fmla="*/ 5100953 h 5102540"/>
              <a:gd name="connsiteX145" fmla="*/ 5291400 w 12191996"/>
              <a:gd name="connsiteY145" fmla="*/ 5093015 h 5102540"/>
              <a:gd name="connsiteX146" fmla="*/ 5239013 w 12191996"/>
              <a:gd name="connsiteY146" fmla="*/ 5081903 h 5102540"/>
              <a:gd name="connsiteX147" fmla="*/ 5192976 w 12191996"/>
              <a:gd name="connsiteY147" fmla="*/ 5067615 h 5102540"/>
              <a:gd name="connsiteX148" fmla="*/ 5151700 w 12191996"/>
              <a:gd name="connsiteY148" fmla="*/ 5051740 h 5102540"/>
              <a:gd name="connsiteX149" fmla="*/ 5115188 w 12191996"/>
              <a:gd name="connsiteY149" fmla="*/ 5032690 h 5102540"/>
              <a:gd name="connsiteX150" fmla="*/ 5077089 w 12191996"/>
              <a:gd name="connsiteY150" fmla="*/ 5013640 h 5102540"/>
              <a:gd name="connsiteX151" fmla="*/ 5038988 w 12191996"/>
              <a:gd name="connsiteY151" fmla="*/ 4994590 h 5102540"/>
              <a:gd name="connsiteX152" fmla="*/ 5002476 w 12191996"/>
              <a:gd name="connsiteY152" fmla="*/ 4978715 h 5102540"/>
              <a:gd name="connsiteX153" fmla="*/ 4961200 w 12191996"/>
              <a:gd name="connsiteY153" fmla="*/ 4962840 h 5102540"/>
              <a:gd name="connsiteX154" fmla="*/ 4915164 w 12191996"/>
              <a:gd name="connsiteY154" fmla="*/ 4946965 h 5102540"/>
              <a:gd name="connsiteX155" fmla="*/ 4862776 w 12191996"/>
              <a:gd name="connsiteY155" fmla="*/ 4935853 h 5102540"/>
              <a:gd name="connsiteX156" fmla="*/ 4802452 w 12191996"/>
              <a:gd name="connsiteY156" fmla="*/ 4929503 h 5102540"/>
              <a:gd name="connsiteX157" fmla="*/ 4734188 w 12191996"/>
              <a:gd name="connsiteY157" fmla="*/ 4926328 h 5102540"/>
              <a:gd name="connsiteX158" fmla="*/ 4665927 w 12191996"/>
              <a:gd name="connsiteY158" fmla="*/ 4929503 h 5102540"/>
              <a:gd name="connsiteX159" fmla="*/ 4605601 w 12191996"/>
              <a:gd name="connsiteY159" fmla="*/ 4935853 h 5102540"/>
              <a:gd name="connsiteX160" fmla="*/ 4553214 w 12191996"/>
              <a:gd name="connsiteY160" fmla="*/ 4946965 h 5102540"/>
              <a:gd name="connsiteX161" fmla="*/ 4507176 w 12191996"/>
              <a:gd name="connsiteY161" fmla="*/ 4962840 h 5102540"/>
              <a:gd name="connsiteX162" fmla="*/ 4465901 w 12191996"/>
              <a:gd name="connsiteY162" fmla="*/ 4978715 h 5102540"/>
              <a:gd name="connsiteX163" fmla="*/ 4429388 w 12191996"/>
              <a:gd name="connsiteY163" fmla="*/ 4994590 h 5102540"/>
              <a:gd name="connsiteX164" fmla="*/ 4353188 w 12191996"/>
              <a:gd name="connsiteY164" fmla="*/ 5032690 h 5102540"/>
              <a:gd name="connsiteX165" fmla="*/ 4316676 w 12191996"/>
              <a:gd name="connsiteY165" fmla="*/ 5051740 h 5102540"/>
              <a:gd name="connsiteX166" fmla="*/ 4275401 w 12191996"/>
              <a:gd name="connsiteY166" fmla="*/ 5067615 h 5102540"/>
              <a:gd name="connsiteX167" fmla="*/ 4229363 w 12191996"/>
              <a:gd name="connsiteY167" fmla="*/ 5081903 h 5102540"/>
              <a:gd name="connsiteX168" fmla="*/ 4176976 w 12191996"/>
              <a:gd name="connsiteY168" fmla="*/ 5093015 h 5102540"/>
              <a:gd name="connsiteX169" fmla="*/ 4116651 w 12191996"/>
              <a:gd name="connsiteY169" fmla="*/ 5100953 h 5102540"/>
              <a:gd name="connsiteX170" fmla="*/ 4048388 w 12191996"/>
              <a:gd name="connsiteY170" fmla="*/ 5102540 h 5102540"/>
              <a:gd name="connsiteX171" fmla="*/ 3980126 w 12191996"/>
              <a:gd name="connsiteY171" fmla="*/ 5100953 h 5102540"/>
              <a:gd name="connsiteX172" fmla="*/ 3919801 w 12191996"/>
              <a:gd name="connsiteY172" fmla="*/ 5093015 h 5102540"/>
              <a:gd name="connsiteX173" fmla="*/ 3867413 w 12191996"/>
              <a:gd name="connsiteY173" fmla="*/ 5081903 h 5102540"/>
              <a:gd name="connsiteX174" fmla="*/ 3821376 w 12191996"/>
              <a:gd name="connsiteY174" fmla="*/ 5067615 h 5102540"/>
              <a:gd name="connsiteX175" fmla="*/ 3780101 w 12191996"/>
              <a:gd name="connsiteY175" fmla="*/ 5051740 h 5102540"/>
              <a:gd name="connsiteX176" fmla="*/ 3743588 w 12191996"/>
              <a:gd name="connsiteY176" fmla="*/ 5032690 h 5102540"/>
              <a:gd name="connsiteX177" fmla="*/ 3705488 w 12191996"/>
              <a:gd name="connsiteY177" fmla="*/ 5013640 h 5102540"/>
              <a:gd name="connsiteX178" fmla="*/ 3667388 w 12191996"/>
              <a:gd name="connsiteY178" fmla="*/ 4994590 h 5102540"/>
              <a:gd name="connsiteX179" fmla="*/ 3630876 w 12191996"/>
              <a:gd name="connsiteY179" fmla="*/ 4978715 h 5102540"/>
              <a:gd name="connsiteX180" fmla="*/ 3589601 w 12191996"/>
              <a:gd name="connsiteY180" fmla="*/ 4962840 h 5102540"/>
              <a:gd name="connsiteX181" fmla="*/ 3543563 w 12191996"/>
              <a:gd name="connsiteY181" fmla="*/ 4946965 h 5102540"/>
              <a:gd name="connsiteX182" fmla="*/ 3491176 w 12191996"/>
              <a:gd name="connsiteY182" fmla="*/ 4935853 h 5102540"/>
              <a:gd name="connsiteX183" fmla="*/ 3430851 w 12191996"/>
              <a:gd name="connsiteY183" fmla="*/ 4929503 h 5102540"/>
              <a:gd name="connsiteX184" fmla="*/ 3361001 w 12191996"/>
              <a:gd name="connsiteY184" fmla="*/ 4926328 h 5102540"/>
              <a:gd name="connsiteX185" fmla="*/ 3294326 w 12191996"/>
              <a:gd name="connsiteY185" fmla="*/ 4929503 h 5102540"/>
              <a:gd name="connsiteX186" fmla="*/ 3234001 w 12191996"/>
              <a:gd name="connsiteY186" fmla="*/ 4935853 h 5102540"/>
              <a:gd name="connsiteX187" fmla="*/ 3181613 w 12191996"/>
              <a:gd name="connsiteY187" fmla="*/ 4946965 h 5102540"/>
              <a:gd name="connsiteX188" fmla="*/ 3135576 w 12191996"/>
              <a:gd name="connsiteY188" fmla="*/ 4962840 h 5102540"/>
              <a:gd name="connsiteX189" fmla="*/ 3094301 w 12191996"/>
              <a:gd name="connsiteY189" fmla="*/ 4978715 h 5102540"/>
              <a:gd name="connsiteX190" fmla="*/ 3057788 w 12191996"/>
              <a:gd name="connsiteY190" fmla="*/ 4994590 h 5102540"/>
              <a:gd name="connsiteX191" fmla="*/ 3019688 w 12191996"/>
              <a:gd name="connsiteY191" fmla="*/ 5013640 h 5102540"/>
              <a:gd name="connsiteX192" fmla="*/ 2981588 w 12191996"/>
              <a:gd name="connsiteY192" fmla="*/ 5032690 h 5102540"/>
              <a:gd name="connsiteX193" fmla="*/ 2945076 w 12191996"/>
              <a:gd name="connsiteY193" fmla="*/ 5051740 h 5102540"/>
              <a:gd name="connsiteX194" fmla="*/ 2903801 w 12191996"/>
              <a:gd name="connsiteY194" fmla="*/ 5067615 h 5102540"/>
              <a:gd name="connsiteX195" fmla="*/ 2857763 w 12191996"/>
              <a:gd name="connsiteY195" fmla="*/ 5081903 h 5102540"/>
              <a:gd name="connsiteX196" fmla="*/ 2805376 w 12191996"/>
              <a:gd name="connsiteY196" fmla="*/ 5093015 h 5102540"/>
              <a:gd name="connsiteX197" fmla="*/ 2745051 w 12191996"/>
              <a:gd name="connsiteY197" fmla="*/ 5100953 h 5102540"/>
              <a:gd name="connsiteX198" fmla="*/ 2676788 w 12191996"/>
              <a:gd name="connsiteY198" fmla="*/ 5102540 h 5102540"/>
              <a:gd name="connsiteX199" fmla="*/ 2608526 w 12191996"/>
              <a:gd name="connsiteY199" fmla="*/ 5100953 h 5102540"/>
              <a:gd name="connsiteX200" fmla="*/ 2548201 w 12191996"/>
              <a:gd name="connsiteY200" fmla="*/ 5093015 h 5102540"/>
              <a:gd name="connsiteX201" fmla="*/ 2495813 w 12191996"/>
              <a:gd name="connsiteY201" fmla="*/ 5081903 h 5102540"/>
              <a:gd name="connsiteX202" fmla="*/ 2449776 w 12191996"/>
              <a:gd name="connsiteY202" fmla="*/ 5067615 h 5102540"/>
              <a:gd name="connsiteX203" fmla="*/ 2408501 w 12191996"/>
              <a:gd name="connsiteY203" fmla="*/ 5051740 h 5102540"/>
              <a:gd name="connsiteX204" fmla="*/ 2371988 w 12191996"/>
              <a:gd name="connsiteY204" fmla="*/ 5032690 h 5102540"/>
              <a:gd name="connsiteX205" fmla="*/ 2333888 w 12191996"/>
              <a:gd name="connsiteY205" fmla="*/ 5013640 h 5102540"/>
              <a:gd name="connsiteX206" fmla="*/ 2295788 w 12191996"/>
              <a:gd name="connsiteY206" fmla="*/ 4994590 h 5102540"/>
              <a:gd name="connsiteX207" fmla="*/ 2259276 w 12191996"/>
              <a:gd name="connsiteY207" fmla="*/ 4978715 h 5102540"/>
              <a:gd name="connsiteX208" fmla="*/ 2218001 w 12191996"/>
              <a:gd name="connsiteY208" fmla="*/ 4962840 h 5102540"/>
              <a:gd name="connsiteX209" fmla="*/ 2171963 w 12191996"/>
              <a:gd name="connsiteY209" fmla="*/ 4946965 h 5102540"/>
              <a:gd name="connsiteX210" fmla="*/ 2119576 w 12191996"/>
              <a:gd name="connsiteY210" fmla="*/ 4935853 h 5102540"/>
              <a:gd name="connsiteX211" fmla="*/ 2059251 w 12191996"/>
              <a:gd name="connsiteY211" fmla="*/ 4929503 h 5102540"/>
              <a:gd name="connsiteX212" fmla="*/ 1990988 w 12191996"/>
              <a:gd name="connsiteY212" fmla="*/ 4926328 h 5102540"/>
              <a:gd name="connsiteX213" fmla="*/ 1922726 w 12191996"/>
              <a:gd name="connsiteY213" fmla="*/ 4929503 h 5102540"/>
              <a:gd name="connsiteX214" fmla="*/ 1862401 w 12191996"/>
              <a:gd name="connsiteY214" fmla="*/ 4935853 h 5102540"/>
              <a:gd name="connsiteX215" fmla="*/ 1810013 w 12191996"/>
              <a:gd name="connsiteY215" fmla="*/ 4946965 h 5102540"/>
              <a:gd name="connsiteX216" fmla="*/ 1763976 w 12191996"/>
              <a:gd name="connsiteY216" fmla="*/ 4962840 h 5102540"/>
              <a:gd name="connsiteX217" fmla="*/ 1722701 w 12191996"/>
              <a:gd name="connsiteY217" fmla="*/ 4978715 h 5102540"/>
              <a:gd name="connsiteX218" fmla="*/ 1686188 w 12191996"/>
              <a:gd name="connsiteY218" fmla="*/ 4994590 h 5102540"/>
              <a:gd name="connsiteX219" fmla="*/ 1648088 w 12191996"/>
              <a:gd name="connsiteY219" fmla="*/ 5013640 h 5102540"/>
              <a:gd name="connsiteX220" fmla="*/ 1609988 w 12191996"/>
              <a:gd name="connsiteY220" fmla="*/ 5032690 h 5102540"/>
              <a:gd name="connsiteX221" fmla="*/ 1573476 w 12191996"/>
              <a:gd name="connsiteY221" fmla="*/ 5051740 h 5102540"/>
              <a:gd name="connsiteX222" fmla="*/ 1532201 w 12191996"/>
              <a:gd name="connsiteY222" fmla="*/ 5067615 h 5102540"/>
              <a:gd name="connsiteX223" fmla="*/ 1486163 w 12191996"/>
              <a:gd name="connsiteY223" fmla="*/ 5081903 h 5102540"/>
              <a:gd name="connsiteX224" fmla="*/ 1433776 w 12191996"/>
              <a:gd name="connsiteY224" fmla="*/ 5093015 h 5102540"/>
              <a:gd name="connsiteX225" fmla="*/ 1373451 w 12191996"/>
              <a:gd name="connsiteY225" fmla="*/ 5100953 h 5102540"/>
              <a:gd name="connsiteX226" fmla="*/ 1305188 w 12191996"/>
              <a:gd name="connsiteY226" fmla="*/ 5102540 h 5102540"/>
              <a:gd name="connsiteX227" fmla="*/ 1236926 w 12191996"/>
              <a:gd name="connsiteY227" fmla="*/ 5100953 h 5102540"/>
              <a:gd name="connsiteX228" fmla="*/ 1176601 w 12191996"/>
              <a:gd name="connsiteY228" fmla="*/ 5093015 h 5102540"/>
              <a:gd name="connsiteX229" fmla="*/ 1124213 w 12191996"/>
              <a:gd name="connsiteY229" fmla="*/ 5081903 h 5102540"/>
              <a:gd name="connsiteX230" fmla="*/ 1078176 w 12191996"/>
              <a:gd name="connsiteY230" fmla="*/ 5067615 h 5102540"/>
              <a:gd name="connsiteX231" fmla="*/ 1036901 w 12191996"/>
              <a:gd name="connsiteY231" fmla="*/ 5051740 h 5102540"/>
              <a:gd name="connsiteX232" fmla="*/ 1000388 w 12191996"/>
              <a:gd name="connsiteY232" fmla="*/ 5032690 h 5102540"/>
              <a:gd name="connsiteX233" fmla="*/ 962288 w 12191996"/>
              <a:gd name="connsiteY233" fmla="*/ 5013640 h 5102540"/>
              <a:gd name="connsiteX234" fmla="*/ 924188 w 12191996"/>
              <a:gd name="connsiteY234" fmla="*/ 4994590 h 5102540"/>
              <a:gd name="connsiteX235" fmla="*/ 887676 w 12191996"/>
              <a:gd name="connsiteY235" fmla="*/ 4978715 h 5102540"/>
              <a:gd name="connsiteX236" fmla="*/ 846401 w 12191996"/>
              <a:gd name="connsiteY236" fmla="*/ 4962840 h 5102540"/>
              <a:gd name="connsiteX237" fmla="*/ 800363 w 12191996"/>
              <a:gd name="connsiteY237" fmla="*/ 4946965 h 5102540"/>
              <a:gd name="connsiteX238" fmla="*/ 747976 w 12191996"/>
              <a:gd name="connsiteY238" fmla="*/ 4935853 h 5102540"/>
              <a:gd name="connsiteX239" fmla="*/ 687651 w 12191996"/>
              <a:gd name="connsiteY239" fmla="*/ 4929503 h 5102540"/>
              <a:gd name="connsiteX240" fmla="*/ 619388 w 12191996"/>
              <a:gd name="connsiteY240" fmla="*/ 4926328 h 5102540"/>
              <a:gd name="connsiteX241" fmla="*/ 551126 w 12191996"/>
              <a:gd name="connsiteY241" fmla="*/ 4929503 h 5102540"/>
              <a:gd name="connsiteX242" fmla="*/ 490801 w 12191996"/>
              <a:gd name="connsiteY242" fmla="*/ 4935853 h 5102540"/>
              <a:gd name="connsiteX243" fmla="*/ 438413 w 12191996"/>
              <a:gd name="connsiteY243" fmla="*/ 4946965 h 5102540"/>
              <a:gd name="connsiteX244" fmla="*/ 392376 w 12191996"/>
              <a:gd name="connsiteY244" fmla="*/ 4962840 h 5102540"/>
              <a:gd name="connsiteX245" fmla="*/ 351101 w 12191996"/>
              <a:gd name="connsiteY245" fmla="*/ 4978715 h 5102540"/>
              <a:gd name="connsiteX246" fmla="*/ 314588 w 12191996"/>
              <a:gd name="connsiteY246" fmla="*/ 4994590 h 5102540"/>
              <a:gd name="connsiteX247" fmla="*/ 276488 w 12191996"/>
              <a:gd name="connsiteY247" fmla="*/ 5013640 h 5102540"/>
              <a:gd name="connsiteX248" fmla="*/ 238388 w 12191996"/>
              <a:gd name="connsiteY248" fmla="*/ 5032690 h 5102540"/>
              <a:gd name="connsiteX249" fmla="*/ 201876 w 12191996"/>
              <a:gd name="connsiteY249" fmla="*/ 5051740 h 5102540"/>
              <a:gd name="connsiteX250" fmla="*/ 160601 w 12191996"/>
              <a:gd name="connsiteY250" fmla="*/ 5067615 h 5102540"/>
              <a:gd name="connsiteX251" fmla="*/ 114563 w 12191996"/>
              <a:gd name="connsiteY251" fmla="*/ 5081903 h 5102540"/>
              <a:gd name="connsiteX252" fmla="*/ 62176 w 12191996"/>
              <a:gd name="connsiteY252" fmla="*/ 5093015 h 5102540"/>
              <a:gd name="connsiteX253" fmla="*/ 1851 w 12191996"/>
              <a:gd name="connsiteY253" fmla="*/ 5100953 h 5102540"/>
              <a:gd name="connsiteX254" fmla="*/ 0 w 12191996"/>
              <a:gd name="connsiteY254" fmla="*/ 5100996 h 5102540"/>
              <a:gd name="connsiteX255" fmla="*/ 0 w 12191996"/>
              <a:gd name="connsiteY255" fmla="*/ 0 h 510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5102540">
                <a:moveTo>
                  <a:pt x="0" y="0"/>
                </a:moveTo>
                <a:lnTo>
                  <a:pt x="12191996" y="0"/>
                </a:lnTo>
                <a:lnTo>
                  <a:pt x="12191996" y="5100996"/>
                </a:lnTo>
                <a:lnTo>
                  <a:pt x="12190145" y="5100953"/>
                </a:lnTo>
                <a:lnTo>
                  <a:pt x="12129819" y="5093016"/>
                </a:lnTo>
                <a:lnTo>
                  <a:pt x="12077431" y="5081903"/>
                </a:lnTo>
                <a:lnTo>
                  <a:pt x="12031395" y="5067615"/>
                </a:lnTo>
                <a:lnTo>
                  <a:pt x="11990119" y="5051740"/>
                </a:lnTo>
                <a:lnTo>
                  <a:pt x="11953607" y="5032690"/>
                </a:lnTo>
                <a:lnTo>
                  <a:pt x="11915507" y="5013640"/>
                </a:lnTo>
                <a:lnTo>
                  <a:pt x="11877407" y="4994590"/>
                </a:lnTo>
                <a:lnTo>
                  <a:pt x="11840895" y="4978715"/>
                </a:lnTo>
                <a:lnTo>
                  <a:pt x="11799619" y="4962840"/>
                </a:lnTo>
                <a:lnTo>
                  <a:pt x="11753581" y="4946965"/>
                </a:lnTo>
                <a:lnTo>
                  <a:pt x="11701195" y="4935853"/>
                </a:lnTo>
                <a:lnTo>
                  <a:pt x="11640869" y="4929503"/>
                </a:lnTo>
                <a:lnTo>
                  <a:pt x="11572607" y="4926328"/>
                </a:lnTo>
                <a:lnTo>
                  <a:pt x="11504345" y="4929503"/>
                </a:lnTo>
                <a:lnTo>
                  <a:pt x="11444019" y="4935853"/>
                </a:lnTo>
                <a:lnTo>
                  <a:pt x="11391631" y="4946965"/>
                </a:lnTo>
                <a:lnTo>
                  <a:pt x="11345595" y="4962840"/>
                </a:lnTo>
                <a:lnTo>
                  <a:pt x="11304319" y="4978715"/>
                </a:lnTo>
                <a:lnTo>
                  <a:pt x="11267807" y="4994590"/>
                </a:lnTo>
                <a:lnTo>
                  <a:pt x="11229707" y="5013640"/>
                </a:lnTo>
                <a:lnTo>
                  <a:pt x="11191607" y="5032690"/>
                </a:lnTo>
                <a:lnTo>
                  <a:pt x="11155095" y="5051740"/>
                </a:lnTo>
                <a:lnTo>
                  <a:pt x="11113819" y="5067615"/>
                </a:lnTo>
                <a:lnTo>
                  <a:pt x="11067781" y="5081903"/>
                </a:lnTo>
                <a:lnTo>
                  <a:pt x="11015395" y="5093015"/>
                </a:lnTo>
                <a:lnTo>
                  <a:pt x="10955069" y="5100953"/>
                </a:lnTo>
                <a:lnTo>
                  <a:pt x="10886807" y="5102540"/>
                </a:lnTo>
                <a:lnTo>
                  <a:pt x="10818545" y="5100953"/>
                </a:lnTo>
                <a:lnTo>
                  <a:pt x="10758219" y="5093015"/>
                </a:lnTo>
                <a:lnTo>
                  <a:pt x="10705831" y="5081903"/>
                </a:lnTo>
                <a:lnTo>
                  <a:pt x="10659795" y="5067615"/>
                </a:lnTo>
                <a:lnTo>
                  <a:pt x="10618519" y="5051740"/>
                </a:lnTo>
                <a:lnTo>
                  <a:pt x="10582007" y="5032690"/>
                </a:lnTo>
                <a:lnTo>
                  <a:pt x="10543907" y="5013640"/>
                </a:lnTo>
                <a:lnTo>
                  <a:pt x="10505807" y="4994590"/>
                </a:lnTo>
                <a:lnTo>
                  <a:pt x="10469295" y="4978715"/>
                </a:lnTo>
                <a:lnTo>
                  <a:pt x="10428019" y="4962840"/>
                </a:lnTo>
                <a:lnTo>
                  <a:pt x="10381981" y="4946965"/>
                </a:lnTo>
                <a:lnTo>
                  <a:pt x="10329595" y="4935853"/>
                </a:lnTo>
                <a:lnTo>
                  <a:pt x="10269269" y="4929503"/>
                </a:lnTo>
                <a:lnTo>
                  <a:pt x="10201007" y="4926328"/>
                </a:lnTo>
                <a:lnTo>
                  <a:pt x="10132745" y="4929503"/>
                </a:lnTo>
                <a:lnTo>
                  <a:pt x="10072419" y="4935853"/>
                </a:lnTo>
                <a:lnTo>
                  <a:pt x="10020031" y="4946965"/>
                </a:lnTo>
                <a:lnTo>
                  <a:pt x="9973995" y="4962840"/>
                </a:lnTo>
                <a:lnTo>
                  <a:pt x="9932719" y="4978715"/>
                </a:lnTo>
                <a:lnTo>
                  <a:pt x="9896207" y="4994590"/>
                </a:lnTo>
                <a:lnTo>
                  <a:pt x="9820007" y="5032690"/>
                </a:lnTo>
                <a:lnTo>
                  <a:pt x="9783495" y="5051740"/>
                </a:lnTo>
                <a:lnTo>
                  <a:pt x="9742219" y="5067615"/>
                </a:lnTo>
                <a:lnTo>
                  <a:pt x="9696181" y="5081903"/>
                </a:lnTo>
                <a:lnTo>
                  <a:pt x="9643795" y="5093015"/>
                </a:lnTo>
                <a:lnTo>
                  <a:pt x="9583469" y="5100953"/>
                </a:lnTo>
                <a:lnTo>
                  <a:pt x="9515207" y="5102540"/>
                </a:lnTo>
                <a:lnTo>
                  <a:pt x="9446945" y="5100953"/>
                </a:lnTo>
                <a:lnTo>
                  <a:pt x="9386619" y="5093015"/>
                </a:lnTo>
                <a:lnTo>
                  <a:pt x="9334231" y="5081903"/>
                </a:lnTo>
                <a:lnTo>
                  <a:pt x="9288195" y="5067615"/>
                </a:lnTo>
                <a:lnTo>
                  <a:pt x="9246919" y="5051740"/>
                </a:lnTo>
                <a:lnTo>
                  <a:pt x="9210407" y="5032690"/>
                </a:lnTo>
                <a:lnTo>
                  <a:pt x="9172307" y="5013640"/>
                </a:lnTo>
                <a:lnTo>
                  <a:pt x="9134207" y="4994590"/>
                </a:lnTo>
                <a:lnTo>
                  <a:pt x="9097695" y="4978715"/>
                </a:lnTo>
                <a:lnTo>
                  <a:pt x="9056419" y="4962840"/>
                </a:lnTo>
                <a:lnTo>
                  <a:pt x="9010381" y="4946965"/>
                </a:lnTo>
                <a:lnTo>
                  <a:pt x="8957995" y="4935853"/>
                </a:lnTo>
                <a:lnTo>
                  <a:pt x="8897669" y="4929503"/>
                </a:lnTo>
                <a:lnTo>
                  <a:pt x="8827819" y="4926328"/>
                </a:lnTo>
                <a:lnTo>
                  <a:pt x="8761145" y="4929503"/>
                </a:lnTo>
                <a:lnTo>
                  <a:pt x="8700819" y="4935853"/>
                </a:lnTo>
                <a:lnTo>
                  <a:pt x="8648431" y="4946965"/>
                </a:lnTo>
                <a:lnTo>
                  <a:pt x="8602395" y="4962840"/>
                </a:lnTo>
                <a:lnTo>
                  <a:pt x="8561119" y="4978715"/>
                </a:lnTo>
                <a:lnTo>
                  <a:pt x="8524607" y="4994590"/>
                </a:lnTo>
                <a:lnTo>
                  <a:pt x="8486507" y="5013640"/>
                </a:lnTo>
                <a:lnTo>
                  <a:pt x="8448407" y="5032690"/>
                </a:lnTo>
                <a:lnTo>
                  <a:pt x="8411895" y="5051740"/>
                </a:lnTo>
                <a:lnTo>
                  <a:pt x="8370620" y="5067615"/>
                </a:lnTo>
                <a:lnTo>
                  <a:pt x="8324582" y="5081903"/>
                </a:lnTo>
                <a:lnTo>
                  <a:pt x="8272195" y="5093015"/>
                </a:lnTo>
                <a:lnTo>
                  <a:pt x="8211870" y="5100953"/>
                </a:lnTo>
                <a:lnTo>
                  <a:pt x="8143607" y="5102540"/>
                </a:lnTo>
                <a:lnTo>
                  <a:pt x="8075345" y="5100953"/>
                </a:lnTo>
                <a:lnTo>
                  <a:pt x="8015020" y="5093015"/>
                </a:lnTo>
                <a:lnTo>
                  <a:pt x="7962632" y="5081903"/>
                </a:lnTo>
                <a:lnTo>
                  <a:pt x="7916595" y="5067615"/>
                </a:lnTo>
                <a:lnTo>
                  <a:pt x="7875320" y="5051740"/>
                </a:lnTo>
                <a:lnTo>
                  <a:pt x="7838807" y="5032690"/>
                </a:lnTo>
                <a:lnTo>
                  <a:pt x="7800707" y="5013640"/>
                </a:lnTo>
                <a:lnTo>
                  <a:pt x="7762607" y="4994590"/>
                </a:lnTo>
                <a:lnTo>
                  <a:pt x="7726095" y="4978715"/>
                </a:lnTo>
                <a:lnTo>
                  <a:pt x="7684820" y="4962840"/>
                </a:lnTo>
                <a:lnTo>
                  <a:pt x="7638782" y="4946965"/>
                </a:lnTo>
                <a:lnTo>
                  <a:pt x="7586395" y="4935853"/>
                </a:lnTo>
                <a:lnTo>
                  <a:pt x="7526070" y="4929503"/>
                </a:lnTo>
                <a:lnTo>
                  <a:pt x="7457807" y="4926328"/>
                </a:lnTo>
                <a:lnTo>
                  <a:pt x="7389545" y="4929503"/>
                </a:lnTo>
                <a:lnTo>
                  <a:pt x="7329220" y="4935853"/>
                </a:lnTo>
                <a:lnTo>
                  <a:pt x="7276832" y="4946965"/>
                </a:lnTo>
                <a:lnTo>
                  <a:pt x="7230795" y="4962840"/>
                </a:lnTo>
                <a:lnTo>
                  <a:pt x="7189520" y="4978715"/>
                </a:lnTo>
                <a:lnTo>
                  <a:pt x="7153007" y="4994590"/>
                </a:lnTo>
                <a:lnTo>
                  <a:pt x="7114907" y="5013640"/>
                </a:lnTo>
                <a:lnTo>
                  <a:pt x="7076807" y="5032690"/>
                </a:lnTo>
                <a:lnTo>
                  <a:pt x="7040295" y="5051740"/>
                </a:lnTo>
                <a:lnTo>
                  <a:pt x="6999020" y="5067615"/>
                </a:lnTo>
                <a:lnTo>
                  <a:pt x="6952982" y="5081903"/>
                </a:lnTo>
                <a:lnTo>
                  <a:pt x="6900595" y="5093015"/>
                </a:lnTo>
                <a:lnTo>
                  <a:pt x="6840270" y="5100953"/>
                </a:lnTo>
                <a:lnTo>
                  <a:pt x="6781798" y="5102313"/>
                </a:lnTo>
                <a:lnTo>
                  <a:pt x="6723326" y="5100953"/>
                </a:lnTo>
                <a:lnTo>
                  <a:pt x="6663001" y="5093015"/>
                </a:lnTo>
                <a:lnTo>
                  <a:pt x="6610613" y="5081903"/>
                </a:lnTo>
                <a:lnTo>
                  <a:pt x="6564576" y="5067615"/>
                </a:lnTo>
                <a:lnTo>
                  <a:pt x="6523301" y="5051740"/>
                </a:lnTo>
                <a:lnTo>
                  <a:pt x="6486788" y="5032690"/>
                </a:lnTo>
                <a:lnTo>
                  <a:pt x="6448688" y="5013640"/>
                </a:lnTo>
                <a:lnTo>
                  <a:pt x="6410588" y="4994590"/>
                </a:lnTo>
                <a:lnTo>
                  <a:pt x="6374076" y="4978715"/>
                </a:lnTo>
                <a:lnTo>
                  <a:pt x="6332801" y="4962840"/>
                </a:lnTo>
                <a:lnTo>
                  <a:pt x="6286763" y="4946965"/>
                </a:lnTo>
                <a:lnTo>
                  <a:pt x="6234376" y="4935853"/>
                </a:lnTo>
                <a:lnTo>
                  <a:pt x="6174051" y="4929503"/>
                </a:lnTo>
                <a:lnTo>
                  <a:pt x="6105788" y="4926328"/>
                </a:lnTo>
                <a:lnTo>
                  <a:pt x="6095998" y="4926783"/>
                </a:lnTo>
                <a:lnTo>
                  <a:pt x="6086208" y="4926328"/>
                </a:lnTo>
                <a:lnTo>
                  <a:pt x="6017946" y="4929503"/>
                </a:lnTo>
                <a:lnTo>
                  <a:pt x="5957620" y="4935853"/>
                </a:lnTo>
                <a:lnTo>
                  <a:pt x="5905233" y="4946965"/>
                </a:lnTo>
                <a:lnTo>
                  <a:pt x="5859195" y="4962840"/>
                </a:lnTo>
                <a:lnTo>
                  <a:pt x="5817920" y="4978715"/>
                </a:lnTo>
                <a:lnTo>
                  <a:pt x="5781407" y="4994590"/>
                </a:lnTo>
                <a:lnTo>
                  <a:pt x="5743307" y="5013640"/>
                </a:lnTo>
                <a:lnTo>
                  <a:pt x="5705208" y="5032690"/>
                </a:lnTo>
                <a:lnTo>
                  <a:pt x="5668695" y="5051740"/>
                </a:lnTo>
                <a:lnTo>
                  <a:pt x="5627420" y="5067615"/>
                </a:lnTo>
                <a:lnTo>
                  <a:pt x="5581382" y="5081903"/>
                </a:lnTo>
                <a:lnTo>
                  <a:pt x="5528995" y="5093015"/>
                </a:lnTo>
                <a:lnTo>
                  <a:pt x="5468670" y="5100953"/>
                </a:lnTo>
                <a:lnTo>
                  <a:pt x="5410198" y="5102313"/>
                </a:lnTo>
                <a:lnTo>
                  <a:pt x="5351726" y="5100953"/>
                </a:lnTo>
                <a:lnTo>
                  <a:pt x="5291400" y="5093015"/>
                </a:lnTo>
                <a:lnTo>
                  <a:pt x="5239013" y="5081903"/>
                </a:lnTo>
                <a:lnTo>
                  <a:pt x="5192976" y="5067615"/>
                </a:lnTo>
                <a:lnTo>
                  <a:pt x="5151700" y="5051740"/>
                </a:lnTo>
                <a:lnTo>
                  <a:pt x="5115188" y="5032690"/>
                </a:lnTo>
                <a:lnTo>
                  <a:pt x="5077089" y="5013640"/>
                </a:lnTo>
                <a:lnTo>
                  <a:pt x="5038988" y="4994590"/>
                </a:lnTo>
                <a:lnTo>
                  <a:pt x="5002476" y="4978715"/>
                </a:lnTo>
                <a:lnTo>
                  <a:pt x="4961200" y="4962840"/>
                </a:lnTo>
                <a:lnTo>
                  <a:pt x="4915164" y="4946965"/>
                </a:lnTo>
                <a:lnTo>
                  <a:pt x="4862776" y="4935853"/>
                </a:lnTo>
                <a:lnTo>
                  <a:pt x="4802452" y="4929503"/>
                </a:lnTo>
                <a:lnTo>
                  <a:pt x="4734188" y="4926328"/>
                </a:lnTo>
                <a:lnTo>
                  <a:pt x="4665927" y="4929503"/>
                </a:lnTo>
                <a:lnTo>
                  <a:pt x="4605601" y="4935853"/>
                </a:lnTo>
                <a:lnTo>
                  <a:pt x="4553214" y="4946965"/>
                </a:lnTo>
                <a:lnTo>
                  <a:pt x="4507176" y="4962840"/>
                </a:lnTo>
                <a:lnTo>
                  <a:pt x="4465901" y="4978715"/>
                </a:lnTo>
                <a:lnTo>
                  <a:pt x="4429388" y="4994590"/>
                </a:lnTo>
                <a:lnTo>
                  <a:pt x="4353188" y="5032690"/>
                </a:lnTo>
                <a:lnTo>
                  <a:pt x="4316676" y="5051740"/>
                </a:lnTo>
                <a:lnTo>
                  <a:pt x="4275401" y="5067615"/>
                </a:lnTo>
                <a:lnTo>
                  <a:pt x="4229363" y="5081903"/>
                </a:lnTo>
                <a:lnTo>
                  <a:pt x="4176976" y="5093015"/>
                </a:lnTo>
                <a:lnTo>
                  <a:pt x="4116651" y="5100953"/>
                </a:lnTo>
                <a:lnTo>
                  <a:pt x="4048388" y="5102540"/>
                </a:lnTo>
                <a:lnTo>
                  <a:pt x="3980126" y="5100953"/>
                </a:lnTo>
                <a:lnTo>
                  <a:pt x="3919801" y="5093015"/>
                </a:lnTo>
                <a:lnTo>
                  <a:pt x="3867413" y="5081903"/>
                </a:lnTo>
                <a:lnTo>
                  <a:pt x="3821376" y="5067615"/>
                </a:lnTo>
                <a:lnTo>
                  <a:pt x="3780101" y="5051740"/>
                </a:lnTo>
                <a:lnTo>
                  <a:pt x="3743588" y="5032690"/>
                </a:lnTo>
                <a:lnTo>
                  <a:pt x="3705488" y="5013640"/>
                </a:lnTo>
                <a:lnTo>
                  <a:pt x="3667388" y="4994590"/>
                </a:lnTo>
                <a:lnTo>
                  <a:pt x="3630876" y="4978715"/>
                </a:lnTo>
                <a:lnTo>
                  <a:pt x="3589601" y="4962840"/>
                </a:lnTo>
                <a:lnTo>
                  <a:pt x="3543563" y="4946965"/>
                </a:lnTo>
                <a:lnTo>
                  <a:pt x="3491176" y="4935853"/>
                </a:lnTo>
                <a:lnTo>
                  <a:pt x="3430851" y="4929503"/>
                </a:lnTo>
                <a:lnTo>
                  <a:pt x="3361001" y="4926328"/>
                </a:lnTo>
                <a:lnTo>
                  <a:pt x="3294326" y="4929503"/>
                </a:lnTo>
                <a:lnTo>
                  <a:pt x="3234001" y="4935853"/>
                </a:lnTo>
                <a:lnTo>
                  <a:pt x="3181613" y="4946965"/>
                </a:lnTo>
                <a:lnTo>
                  <a:pt x="3135576" y="4962840"/>
                </a:lnTo>
                <a:lnTo>
                  <a:pt x="3094301" y="4978715"/>
                </a:lnTo>
                <a:lnTo>
                  <a:pt x="3057788" y="4994590"/>
                </a:lnTo>
                <a:lnTo>
                  <a:pt x="3019688" y="5013640"/>
                </a:lnTo>
                <a:lnTo>
                  <a:pt x="2981588" y="5032690"/>
                </a:lnTo>
                <a:lnTo>
                  <a:pt x="2945076" y="5051740"/>
                </a:lnTo>
                <a:lnTo>
                  <a:pt x="2903801" y="5067615"/>
                </a:lnTo>
                <a:lnTo>
                  <a:pt x="2857763" y="5081903"/>
                </a:lnTo>
                <a:lnTo>
                  <a:pt x="2805376" y="5093015"/>
                </a:lnTo>
                <a:lnTo>
                  <a:pt x="2745051" y="5100953"/>
                </a:lnTo>
                <a:lnTo>
                  <a:pt x="2676788" y="5102540"/>
                </a:lnTo>
                <a:lnTo>
                  <a:pt x="2608526" y="5100953"/>
                </a:lnTo>
                <a:lnTo>
                  <a:pt x="2548201" y="5093015"/>
                </a:lnTo>
                <a:lnTo>
                  <a:pt x="2495813" y="5081903"/>
                </a:lnTo>
                <a:lnTo>
                  <a:pt x="2449776" y="5067615"/>
                </a:lnTo>
                <a:lnTo>
                  <a:pt x="2408501" y="5051740"/>
                </a:lnTo>
                <a:lnTo>
                  <a:pt x="2371988" y="5032690"/>
                </a:lnTo>
                <a:lnTo>
                  <a:pt x="2333888" y="5013640"/>
                </a:lnTo>
                <a:lnTo>
                  <a:pt x="2295788" y="4994590"/>
                </a:lnTo>
                <a:lnTo>
                  <a:pt x="2259276" y="4978715"/>
                </a:lnTo>
                <a:lnTo>
                  <a:pt x="2218001" y="4962840"/>
                </a:lnTo>
                <a:lnTo>
                  <a:pt x="2171963" y="4946965"/>
                </a:lnTo>
                <a:lnTo>
                  <a:pt x="2119576" y="4935853"/>
                </a:lnTo>
                <a:lnTo>
                  <a:pt x="2059251" y="4929503"/>
                </a:lnTo>
                <a:lnTo>
                  <a:pt x="1990988" y="4926328"/>
                </a:lnTo>
                <a:lnTo>
                  <a:pt x="1922726" y="4929503"/>
                </a:lnTo>
                <a:lnTo>
                  <a:pt x="1862401" y="4935853"/>
                </a:lnTo>
                <a:lnTo>
                  <a:pt x="1810013" y="4946965"/>
                </a:lnTo>
                <a:lnTo>
                  <a:pt x="1763976" y="4962840"/>
                </a:lnTo>
                <a:lnTo>
                  <a:pt x="1722701" y="4978715"/>
                </a:lnTo>
                <a:lnTo>
                  <a:pt x="1686188" y="4994590"/>
                </a:lnTo>
                <a:lnTo>
                  <a:pt x="1648088" y="5013640"/>
                </a:lnTo>
                <a:lnTo>
                  <a:pt x="1609988" y="5032690"/>
                </a:lnTo>
                <a:lnTo>
                  <a:pt x="1573476" y="5051740"/>
                </a:lnTo>
                <a:lnTo>
                  <a:pt x="1532201" y="5067615"/>
                </a:lnTo>
                <a:lnTo>
                  <a:pt x="1486163" y="5081903"/>
                </a:lnTo>
                <a:lnTo>
                  <a:pt x="1433776" y="5093015"/>
                </a:lnTo>
                <a:lnTo>
                  <a:pt x="1373451" y="5100953"/>
                </a:lnTo>
                <a:lnTo>
                  <a:pt x="1305188" y="5102540"/>
                </a:lnTo>
                <a:lnTo>
                  <a:pt x="1236926" y="5100953"/>
                </a:lnTo>
                <a:lnTo>
                  <a:pt x="1176601" y="5093015"/>
                </a:lnTo>
                <a:lnTo>
                  <a:pt x="1124213" y="5081903"/>
                </a:lnTo>
                <a:lnTo>
                  <a:pt x="1078176" y="5067615"/>
                </a:lnTo>
                <a:lnTo>
                  <a:pt x="1036901" y="5051740"/>
                </a:lnTo>
                <a:lnTo>
                  <a:pt x="1000388" y="5032690"/>
                </a:lnTo>
                <a:lnTo>
                  <a:pt x="962288" y="5013640"/>
                </a:lnTo>
                <a:lnTo>
                  <a:pt x="924188" y="4994590"/>
                </a:lnTo>
                <a:lnTo>
                  <a:pt x="887676" y="4978715"/>
                </a:lnTo>
                <a:lnTo>
                  <a:pt x="846401" y="4962840"/>
                </a:lnTo>
                <a:lnTo>
                  <a:pt x="800363" y="4946965"/>
                </a:lnTo>
                <a:lnTo>
                  <a:pt x="747976" y="4935853"/>
                </a:lnTo>
                <a:lnTo>
                  <a:pt x="687651" y="4929503"/>
                </a:lnTo>
                <a:lnTo>
                  <a:pt x="619388" y="4926328"/>
                </a:lnTo>
                <a:lnTo>
                  <a:pt x="551126" y="4929503"/>
                </a:lnTo>
                <a:lnTo>
                  <a:pt x="490801" y="4935853"/>
                </a:lnTo>
                <a:lnTo>
                  <a:pt x="438413" y="4946965"/>
                </a:lnTo>
                <a:lnTo>
                  <a:pt x="392376" y="4962840"/>
                </a:lnTo>
                <a:lnTo>
                  <a:pt x="351101" y="4978715"/>
                </a:lnTo>
                <a:lnTo>
                  <a:pt x="314588" y="4994590"/>
                </a:lnTo>
                <a:lnTo>
                  <a:pt x="276488" y="5013640"/>
                </a:lnTo>
                <a:lnTo>
                  <a:pt x="238388" y="5032690"/>
                </a:lnTo>
                <a:lnTo>
                  <a:pt x="201876" y="5051740"/>
                </a:lnTo>
                <a:lnTo>
                  <a:pt x="160601" y="5067615"/>
                </a:lnTo>
                <a:lnTo>
                  <a:pt x="114563" y="5081903"/>
                </a:lnTo>
                <a:lnTo>
                  <a:pt x="62176" y="5093015"/>
                </a:lnTo>
                <a:lnTo>
                  <a:pt x="1851" y="5100953"/>
                </a:lnTo>
                <a:lnTo>
                  <a:pt x="0" y="51009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DA233-447F-E16E-63B1-D353D906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Once the Models are completed, ready to scaffold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8C1887B-FB03-4296-8352-8CFA0080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4926330"/>
            <a:ext cx="12191996" cy="320591"/>
          </a:xfrm>
          <a:custGeom>
            <a:avLst/>
            <a:gdLst>
              <a:gd name="connsiteX0" fmla="*/ 619389 w 12191996"/>
              <a:gd name="connsiteY0" fmla="*/ 0 h 320591"/>
              <a:gd name="connsiteX1" fmla="*/ 687652 w 12191996"/>
              <a:gd name="connsiteY1" fmla="*/ 3175 h 320591"/>
              <a:gd name="connsiteX2" fmla="*/ 747977 w 12191996"/>
              <a:gd name="connsiteY2" fmla="*/ 9525 h 320591"/>
              <a:gd name="connsiteX3" fmla="*/ 800364 w 12191996"/>
              <a:gd name="connsiteY3" fmla="*/ 20637 h 320591"/>
              <a:gd name="connsiteX4" fmla="*/ 846402 w 12191996"/>
              <a:gd name="connsiteY4" fmla="*/ 36512 h 320591"/>
              <a:gd name="connsiteX5" fmla="*/ 887677 w 12191996"/>
              <a:gd name="connsiteY5" fmla="*/ 52387 h 320591"/>
              <a:gd name="connsiteX6" fmla="*/ 924189 w 12191996"/>
              <a:gd name="connsiteY6" fmla="*/ 68262 h 320591"/>
              <a:gd name="connsiteX7" fmla="*/ 962289 w 12191996"/>
              <a:gd name="connsiteY7" fmla="*/ 87312 h 320591"/>
              <a:gd name="connsiteX8" fmla="*/ 1000389 w 12191996"/>
              <a:gd name="connsiteY8" fmla="*/ 106362 h 320591"/>
              <a:gd name="connsiteX9" fmla="*/ 1036902 w 12191996"/>
              <a:gd name="connsiteY9" fmla="*/ 125412 h 320591"/>
              <a:gd name="connsiteX10" fmla="*/ 1078177 w 12191996"/>
              <a:gd name="connsiteY10" fmla="*/ 141287 h 320591"/>
              <a:gd name="connsiteX11" fmla="*/ 1124214 w 12191996"/>
              <a:gd name="connsiteY11" fmla="*/ 155575 h 320591"/>
              <a:gd name="connsiteX12" fmla="*/ 1176602 w 12191996"/>
              <a:gd name="connsiteY12" fmla="*/ 166687 h 320591"/>
              <a:gd name="connsiteX13" fmla="*/ 1236927 w 12191996"/>
              <a:gd name="connsiteY13" fmla="*/ 174625 h 320591"/>
              <a:gd name="connsiteX14" fmla="*/ 1305189 w 12191996"/>
              <a:gd name="connsiteY14" fmla="*/ 176212 h 320591"/>
              <a:gd name="connsiteX15" fmla="*/ 1373452 w 12191996"/>
              <a:gd name="connsiteY15" fmla="*/ 174625 h 320591"/>
              <a:gd name="connsiteX16" fmla="*/ 1433777 w 12191996"/>
              <a:gd name="connsiteY16" fmla="*/ 166687 h 320591"/>
              <a:gd name="connsiteX17" fmla="*/ 1486164 w 12191996"/>
              <a:gd name="connsiteY17" fmla="*/ 155575 h 320591"/>
              <a:gd name="connsiteX18" fmla="*/ 1532202 w 12191996"/>
              <a:gd name="connsiteY18" fmla="*/ 141287 h 320591"/>
              <a:gd name="connsiteX19" fmla="*/ 1573477 w 12191996"/>
              <a:gd name="connsiteY19" fmla="*/ 125412 h 320591"/>
              <a:gd name="connsiteX20" fmla="*/ 1609989 w 12191996"/>
              <a:gd name="connsiteY20" fmla="*/ 106362 h 320591"/>
              <a:gd name="connsiteX21" fmla="*/ 1648089 w 12191996"/>
              <a:gd name="connsiteY21" fmla="*/ 87312 h 320591"/>
              <a:gd name="connsiteX22" fmla="*/ 1686189 w 12191996"/>
              <a:gd name="connsiteY22" fmla="*/ 68262 h 320591"/>
              <a:gd name="connsiteX23" fmla="*/ 1722702 w 12191996"/>
              <a:gd name="connsiteY23" fmla="*/ 52387 h 320591"/>
              <a:gd name="connsiteX24" fmla="*/ 1763977 w 12191996"/>
              <a:gd name="connsiteY24" fmla="*/ 36512 h 320591"/>
              <a:gd name="connsiteX25" fmla="*/ 1810014 w 12191996"/>
              <a:gd name="connsiteY25" fmla="*/ 20637 h 320591"/>
              <a:gd name="connsiteX26" fmla="*/ 1862402 w 12191996"/>
              <a:gd name="connsiteY26" fmla="*/ 9525 h 320591"/>
              <a:gd name="connsiteX27" fmla="*/ 1922727 w 12191996"/>
              <a:gd name="connsiteY27" fmla="*/ 3175 h 320591"/>
              <a:gd name="connsiteX28" fmla="*/ 1990989 w 12191996"/>
              <a:gd name="connsiteY28" fmla="*/ 0 h 320591"/>
              <a:gd name="connsiteX29" fmla="*/ 2059252 w 12191996"/>
              <a:gd name="connsiteY29" fmla="*/ 3175 h 320591"/>
              <a:gd name="connsiteX30" fmla="*/ 2119577 w 12191996"/>
              <a:gd name="connsiteY30" fmla="*/ 9525 h 320591"/>
              <a:gd name="connsiteX31" fmla="*/ 2171964 w 12191996"/>
              <a:gd name="connsiteY31" fmla="*/ 20637 h 320591"/>
              <a:gd name="connsiteX32" fmla="*/ 2218002 w 12191996"/>
              <a:gd name="connsiteY32" fmla="*/ 36512 h 320591"/>
              <a:gd name="connsiteX33" fmla="*/ 2259277 w 12191996"/>
              <a:gd name="connsiteY33" fmla="*/ 52387 h 320591"/>
              <a:gd name="connsiteX34" fmla="*/ 2295789 w 12191996"/>
              <a:gd name="connsiteY34" fmla="*/ 68262 h 320591"/>
              <a:gd name="connsiteX35" fmla="*/ 2333889 w 12191996"/>
              <a:gd name="connsiteY35" fmla="*/ 87312 h 320591"/>
              <a:gd name="connsiteX36" fmla="*/ 2371989 w 12191996"/>
              <a:gd name="connsiteY36" fmla="*/ 106362 h 320591"/>
              <a:gd name="connsiteX37" fmla="*/ 2408502 w 12191996"/>
              <a:gd name="connsiteY37" fmla="*/ 125412 h 320591"/>
              <a:gd name="connsiteX38" fmla="*/ 2449777 w 12191996"/>
              <a:gd name="connsiteY38" fmla="*/ 141287 h 320591"/>
              <a:gd name="connsiteX39" fmla="*/ 2495814 w 12191996"/>
              <a:gd name="connsiteY39" fmla="*/ 155575 h 320591"/>
              <a:gd name="connsiteX40" fmla="*/ 2548202 w 12191996"/>
              <a:gd name="connsiteY40" fmla="*/ 166687 h 320591"/>
              <a:gd name="connsiteX41" fmla="*/ 2608527 w 12191996"/>
              <a:gd name="connsiteY41" fmla="*/ 174625 h 320591"/>
              <a:gd name="connsiteX42" fmla="*/ 2676789 w 12191996"/>
              <a:gd name="connsiteY42" fmla="*/ 176212 h 320591"/>
              <a:gd name="connsiteX43" fmla="*/ 2745052 w 12191996"/>
              <a:gd name="connsiteY43" fmla="*/ 174625 h 320591"/>
              <a:gd name="connsiteX44" fmla="*/ 2805377 w 12191996"/>
              <a:gd name="connsiteY44" fmla="*/ 166687 h 320591"/>
              <a:gd name="connsiteX45" fmla="*/ 2857764 w 12191996"/>
              <a:gd name="connsiteY45" fmla="*/ 155575 h 320591"/>
              <a:gd name="connsiteX46" fmla="*/ 2903802 w 12191996"/>
              <a:gd name="connsiteY46" fmla="*/ 141287 h 320591"/>
              <a:gd name="connsiteX47" fmla="*/ 2945077 w 12191996"/>
              <a:gd name="connsiteY47" fmla="*/ 125412 h 320591"/>
              <a:gd name="connsiteX48" fmla="*/ 2981589 w 12191996"/>
              <a:gd name="connsiteY48" fmla="*/ 106362 h 320591"/>
              <a:gd name="connsiteX49" fmla="*/ 3019689 w 12191996"/>
              <a:gd name="connsiteY49" fmla="*/ 87312 h 320591"/>
              <a:gd name="connsiteX50" fmla="*/ 3057789 w 12191996"/>
              <a:gd name="connsiteY50" fmla="*/ 68262 h 320591"/>
              <a:gd name="connsiteX51" fmla="*/ 3094302 w 12191996"/>
              <a:gd name="connsiteY51" fmla="*/ 52387 h 320591"/>
              <a:gd name="connsiteX52" fmla="*/ 3135577 w 12191996"/>
              <a:gd name="connsiteY52" fmla="*/ 36512 h 320591"/>
              <a:gd name="connsiteX53" fmla="*/ 3181614 w 12191996"/>
              <a:gd name="connsiteY53" fmla="*/ 20637 h 320591"/>
              <a:gd name="connsiteX54" fmla="*/ 3234002 w 12191996"/>
              <a:gd name="connsiteY54" fmla="*/ 9525 h 320591"/>
              <a:gd name="connsiteX55" fmla="*/ 3294327 w 12191996"/>
              <a:gd name="connsiteY55" fmla="*/ 3175 h 320591"/>
              <a:gd name="connsiteX56" fmla="*/ 3361002 w 12191996"/>
              <a:gd name="connsiteY56" fmla="*/ 0 h 320591"/>
              <a:gd name="connsiteX57" fmla="*/ 3430852 w 12191996"/>
              <a:gd name="connsiteY57" fmla="*/ 3175 h 320591"/>
              <a:gd name="connsiteX58" fmla="*/ 3491177 w 12191996"/>
              <a:gd name="connsiteY58" fmla="*/ 9525 h 320591"/>
              <a:gd name="connsiteX59" fmla="*/ 3543564 w 12191996"/>
              <a:gd name="connsiteY59" fmla="*/ 20637 h 320591"/>
              <a:gd name="connsiteX60" fmla="*/ 3589602 w 12191996"/>
              <a:gd name="connsiteY60" fmla="*/ 36512 h 320591"/>
              <a:gd name="connsiteX61" fmla="*/ 3630877 w 12191996"/>
              <a:gd name="connsiteY61" fmla="*/ 52387 h 320591"/>
              <a:gd name="connsiteX62" fmla="*/ 3667389 w 12191996"/>
              <a:gd name="connsiteY62" fmla="*/ 68262 h 320591"/>
              <a:gd name="connsiteX63" fmla="*/ 3705489 w 12191996"/>
              <a:gd name="connsiteY63" fmla="*/ 87312 h 320591"/>
              <a:gd name="connsiteX64" fmla="*/ 3743589 w 12191996"/>
              <a:gd name="connsiteY64" fmla="*/ 106362 h 320591"/>
              <a:gd name="connsiteX65" fmla="*/ 3780102 w 12191996"/>
              <a:gd name="connsiteY65" fmla="*/ 125412 h 320591"/>
              <a:gd name="connsiteX66" fmla="*/ 3821377 w 12191996"/>
              <a:gd name="connsiteY66" fmla="*/ 141287 h 320591"/>
              <a:gd name="connsiteX67" fmla="*/ 3867414 w 12191996"/>
              <a:gd name="connsiteY67" fmla="*/ 155575 h 320591"/>
              <a:gd name="connsiteX68" fmla="*/ 3919802 w 12191996"/>
              <a:gd name="connsiteY68" fmla="*/ 166687 h 320591"/>
              <a:gd name="connsiteX69" fmla="*/ 3980127 w 12191996"/>
              <a:gd name="connsiteY69" fmla="*/ 174625 h 320591"/>
              <a:gd name="connsiteX70" fmla="*/ 4048389 w 12191996"/>
              <a:gd name="connsiteY70" fmla="*/ 176212 h 320591"/>
              <a:gd name="connsiteX71" fmla="*/ 4116652 w 12191996"/>
              <a:gd name="connsiteY71" fmla="*/ 174625 h 320591"/>
              <a:gd name="connsiteX72" fmla="*/ 4176977 w 12191996"/>
              <a:gd name="connsiteY72" fmla="*/ 166687 h 320591"/>
              <a:gd name="connsiteX73" fmla="*/ 4229364 w 12191996"/>
              <a:gd name="connsiteY73" fmla="*/ 155575 h 320591"/>
              <a:gd name="connsiteX74" fmla="*/ 4275402 w 12191996"/>
              <a:gd name="connsiteY74" fmla="*/ 141287 h 320591"/>
              <a:gd name="connsiteX75" fmla="*/ 4316677 w 12191996"/>
              <a:gd name="connsiteY75" fmla="*/ 125412 h 320591"/>
              <a:gd name="connsiteX76" fmla="*/ 4353189 w 12191996"/>
              <a:gd name="connsiteY76" fmla="*/ 106362 h 320591"/>
              <a:gd name="connsiteX77" fmla="*/ 4429389 w 12191996"/>
              <a:gd name="connsiteY77" fmla="*/ 68262 h 320591"/>
              <a:gd name="connsiteX78" fmla="*/ 4465902 w 12191996"/>
              <a:gd name="connsiteY78" fmla="*/ 52387 h 320591"/>
              <a:gd name="connsiteX79" fmla="*/ 4507177 w 12191996"/>
              <a:gd name="connsiteY79" fmla="*/ 36512 h 320591"/>
              <a:gd name="connsiteX80" fmla="*/ 4553215 w 12191996"/>
              <a:gd name="connsiteY80" fmla="*/ 20637 h 320591"/>
              <a:gd name="connsiteX81" fmla="*/ 4605602 w 12191996"/>
              <a:gd name="connsiteY81" fmla="*/ 9525 h 320591"/>
              <a:gd name="connsiteX82" fmla="*/ 4665928 w 12191996"/>
              <a:gd name="connsiteY82" fmla="*/ 3175 h 320591"/>
              <a:gd name="connsiteX83" fmla="*/ 4734189 w 12191996"/>
              <a:gd name="connsiteY83" fmla="*/ 0 h 320591"/>
              <a:gd name="connsiteX84" fmla="*/ 4802453 w 12191996"/>
              <a:gd name="connsiteY84" fmla="*/ 3175 h 320591"/>
              <a:gd name="connsiteX85" fmla="*/ 4862777 w 12191996"/>
              <a:gd name="connsiteY85" fmla="*/ 9525 h 320591"/>
              <a:gd name="connsiteX86" fmla="*/ 4915165 w 12191996"/>
              <a:gd name="connsiteY86" fmla="*/ 20637 h 320591"/>
              <a:gd name="connsiteX87" fmla="*/ 4961201 w 12191996"/>
              <a:gd name="connsiteY87" fmla="*/ 36512 h 320591"/>
              <a:gd name="connsiteX88" fmla="*/ 5002477 w 12191996"/>
              <a:gd name="connsiteY88" fmla="*/ 52387 h 320591"/>
              <a:gd name="connsiteX89" fmla="*/ 5038989 w 12191996"/>
              <a:gd name="connsiteY89" fmla="*/ 68262 h 320591"/>
              <a:gd name="connsiteX90" fmla="*/ 5077090 w 12191996"/>
              <a:gd name="connsiteY90" fmla="*/ 87312 h 320591"/>
              <a:gd name="connsiteX91" fmla="*/ 5115189 w 12191996"/>
              <a:gd name="connsiteY91" fmla="*/ 106362 h 320591"/>
              <a:gd name="connsiteX92" fmla="*/ 5151701 w 12191996"/>
              <a:gd name="connsiteY92" fmla="*/ 125412 h 320591"/>
              <a:gd name="connsiteX93" fmla="*/ 5192977 w 12191996"/>
              <a:gd name="connsiteY93" fmla="*/ 141287 h 320591"/>
              <a:gd name="connsiteX94" fmla="*/ 5239014 w 12191996"/>
              <a:gd name="connsiteY94" fmla="*/ 155575 h 320591"/>
              <a:gd name="connsiteX95" fmla="*/ 5291401 w 12191996"/>
              <a:gd name="connsiteY95" fmla="*/ 166687 h 320591"/>
              <a:gd name="connsiteX96" fmla="*/ 5351727 w 12191996"/>
              <a:gd name="connsiteY96" fmla="*/ 174625 h 320591"/>
              <a:gd name="connsiteX97" fmla="*/ 5410199 w 12191996"/>
              <a:gd name="connsiteY97" fmla="*/ 175985 h 320591"/>
              <a:gd name="connsiteX98" fmla="*/ 5468671 w 12191996"/>
              <a:gd name="connsiteY98" fmla="*/ 174625 h 320591"/>
              <a:gd name="connsiteX99" fmla="*/ 5528996 w 12191996"/>
              <a:gd name="connsiteY99" fmla="*/ 166687 h 320591"/>
              <a:gd name="connsiteX100" fmla="*/ 5581383 w 12191996"/>
              <a:gd name="connsiteY100" fmla="*/ 155575 h 320591"/>
              <a:gd name="connsiteX101" fmla="*/ 5627421 w 12191996"/>
              <a:gd name="connsiteY101" fmla="*/ 141287 h 320591"/>
              <a:gd name="connsiteX102" fmla="*/ 5668696 w 12191996"/>
              <a:gd name="connsiteY102" fmla="*/ 125412 h 320591"/>
              <a:gd name="connsiteX103" fmla="*/ 5705209 w 12191996"/>
              <a:gd name="connsiteY103" fmla="*/ 106362 h 320591"/>
              <a:gd name="connsiteX104" fmla="*/ 5743308 w 12191996"/>
              <a:gd name="connsiteY104" fmla="*/ 87312 h 320591"/>
              <a:gd name="connsiteX105" fmla="*/ 5781408 w 12191996"/>
              <a:gd name="connsiteY105" fmla="*/ 68262 h 320591"/>
              <a:gd name="connsiteX106" fmla="*/ 5817921 w 12191996"/>
              <a:gd name="connsiteY106" fmla="*/ 52387 h 320591"/>
              <a:gd name="connsiteX107" fmla="*/ 5859196 w 12191996"/>
              <a:gd name="connsiteY107" fmla="*/ 36512 h 320591"/>
              <a:gd name="connsiteX108" fmla="*/ 5905234 w 12191996"/>
              <a:gd name="connsiteY108" fmla="*/ 20637 h 320591"/>
              <a:gd name="connsiteX109" fmla="*/ 5957621 w 12191996"/>
              <a:gd name="connsiteY109" fmla="*/ 9525 h 320591"/>
              <a:gd name="connsiteX110" fmla="*/ 6017947 w 12191996"/>
              <a:gd name="connsiteY110" fmla="*/ 3175 h 320591"/>
              <a:gd name="connsiteX111" fmla="*/ 6086209 w 12191996"/>
              <a:gd name="connsiteY111" fmla="*/ 0 h 320591"/>
              <a:gd name="connsiteX112" fmla="*/ 6095999 w 12191996"/>
              <a:gd name="connsiteY112" fmla="*/ 455 h 320591"/>
              <a:gd name="connsiteX113" fmla="*/ 6105789 w 12191996"/>
              <a:gd name="connsiteY113" fmla="*/ 0 h 320591"/>
              <a:gd name="connsiteX114" fmla="*/ 6174052 w 12191996"/>
              <a:gd name="connsiteY114" fmla="*/ 3175 h 320591"/>
              <a:gd name="connsiteX115" fmla="*/ 6234377 w 12191996"/>
              <a:gd name="connsiteY115" fmla="*/ 9525 h 320591"/>
              <a:gd name="connsiteX116" fmla="*/ 6286764 w 12191996"/>
              <a:gd name="connsiteY116" fmla="*/ 20637 h 320591"/>
              <a:gd name="connsiteX117" fmla="*/ 6332802 w 12191996"/>
              <a:gd name="connsiteY117" fmla="*/ 36512 h 320591"/>
              <a:gd name="connsiteX118" fmla="*/ 6374077 w 12191996"/>
              <a:gd name="connsiteY118" fmla="*/ 52387 h 320591"/>
              <a:gd name="connsiteX119" fmla="*/ 6410589 w 12191996"/>
              <a:gd name="connsiteY119" fmla="*/ 68262 h 320591"/>
              <a:gd name="connsiteX120" fmla="*/ 6448689 w 12191996"/>
              <a:gd name="connsiteY120" fmla="*/ 87312 h 320591"/>
              <a:gd name="connsiteX121" fmla="*/ 6486789 w 12191996"/>
              <a:gd name="connsiteY121" fmla="*/ 106362 h 320591"/>
              <a:gd name="connsiteX122" fmla="*/ 6523302 w 12191996"/>
              <a:gd name="connsiteY122" fmla="*/ 125412 h 320591"/>
              <a:gd name="connsiteX123" fmla="*/ 6564577 w 12191996"/>
              <a:gd name="connsiteY123" fmla="*/ 141287 h 320591"/>
              <a:gd name="connsiteX124" fmla="*/ 6610614 w 12191996"/>
              <a:gd name="connsiteY124" fmla="*/ 155575 h 320591"/>
              <a:gd name="connsiteX125" fmla="*/ 6663002 w 12191996"/>
              <a:gd name="connsiteY125" fmla="*/ 166687 h 320591"/>
              <a:gd name="connsiteX126" fmla="*/ 6723327 w 12191996"/>
              <a:gd name="connsiteY126" fmla="*/ 174625 h 320591"/>
              <a:gd name="connsiteX127" fmla="*/ 6781799 w 12191996"/>
              <a:gd name="connsiteY127" fmla="*/ 175985 h 320591"/>
              <a:gd name="connsiteX128" fmla="*/ 6840271 w 12191996"/>
              <a:gd name="connsiteY128" fmla="*/ 174625 h 320591"/>
              <a:gd name="connsiteX129" fmla="*/ 6900596 w 12191996"/>
              <a:gd name="connsiteY129" fmla="*/ 166687 h 320591"/>
              <a:gd name="connsiteX130" fmla="*/ 6952983 w 12191996"/>
              <a:gd name="connsiteY130" fmla="*/ 155575 h 320591"/>
              <a:gd name="connsiteX131" fmla="*/ 6999021 w 12191996"/>
              <a:gd name="connsiteY131" fmla="*/ 141287 h 320591"/>
              <a:gd name="connsiteX132" fmla="*/ 7040296 w 12191996"/>
              <a:gd name="connsiteY132" fmla="*/ 125412 h 320591"/>
              <a:gd name="connsiteX133" fmla="*/ 7076808 w 12191996"/>
              <a:gd name="connsiteY133" fmla="*/ 106362 h 320591"/>
              <a:gd name="connsiteX134" fmla="*/ 7114908 w 12191996"/>
              <a:gd name="connsiteY134" fmla="*/ 87312 h 320591"/>
              <a:gd name="connsiteX135" fmla="*/ 7153008 w 12191996"/>
              <a:gd name="connsiteY135" fmla="*/ 68262 h 320591"/>
              <a:gd name="connsiteX136" fmla="*/ 7189521 w 12191996"/>
              <a:gd name="connsiteY136" fmla="*/ 52387 h 320591"/>
              <a:gd name="connsiteX137" fmla="*/ 7230796 w 12191996"/>
              <a:gd name="connsiteY137" fmla="*/ 36512 h 320591"/>
              <a:gd name="connsiteX138" fmla="*/ 7276833 w 12191996"/>
              <a:gd name="connsiteY138" fmla="*/ 20637 h 320591"/>
              <a:gd name="connsiteX139" fmla="*/ 7329221 w 12191996"/>
              <a:gd name="connsiteY139" fmla="*/ 9525 h 320591"/>
              <a:gd name="connsiteX140" fmla="*/ 7389546 w 12191996"/>
              <a:gd name="connsiteY140" fmla="*/ 3175 h 320591"/>
              <a:gd name="connsiteX141" fmla="*/ 7457808 w 12191996"/>
              <a:gd name="connsiteY141" fmla="*/ 0 h 320591"/>
              <a:gd name="connsiteX142" fmla="*/ 7526071 w 12191996"/>
              <a:gd name="connsiteY142" fmla="*/ 3175 h 320591"/>
              <a:gd name="connsiteX143" fmla="*/ 7586396 w 12191996"/>
              <a:gd name="connsiteY143" fmla="*/ 9525 h 320591"/>
              <a:gd name="connsiteX144" fmla="*/ 7638783 w 12191996"/>
              <a:gd name="connsiteY144" fmla="*/ 20637 h 320591"/>
              <a:gd name="connsiteX145" fmla="*/ 7684821 w 12191996"/>
              <a:gd name="connsiteY145" fmla="*/ 36512 h 320591"/>
              <a:gd name="connsiteX146" fmla="*/ 7726096 w 12191996"/>
              <a:gd name="connsiteY146" fmla="*/ 52387 h 320591"/>
              <a:gd name="connsiteX147" fmla="*/ 7762608 w 12191996"/>
              <a:gd name="connsiteY147" fmla="*/ 68262 h 320591"/>
              <a:gd name="connsiteX148" fmla="*/ 7800708 w 12191996"/>
              <a:gd name="connsiteY148" fmla="*/ 87312 h 320591"/>
              <a:gd name="connsiteX149" fmla="*/ 7838808 w 12191996"/>
              <a:gd name="connsiteY149" fmla="*/ 106362 h 320591"/>
              <a:gd name="connsiteX150" fmla="*/ 7875321 w 12191996"/>
              <a:gd name="connsiteY150" fmla="*/ 125412 h 320591"/>
              <a:gd name="connsiteX151" fmla="*/ 7916596 w 12191996"/>
              <a:gd name="connsiteY151" fmla="*/ 141287 h 320591"/>
              <a:gd name="connsiteX152" fmla="*/ 7962633 w 12191996"/>
              <a:gd name="connsiteY152" fmla="*/ 155575 h 320591"/>
              <a:gd name="connsiteX153" fmla="*/ 8015021 w 12191996"/>
              <a:gd name="connsiteY153" fmla="*/ 166687 h 320591"/>
              <a:gd name="connsiteX154" fmla="*/ 8075346 w 12191996"/>
              <a:gd name="connsiteY154" fmla="*/ 174625 h 320591"/>
              <a:gd name="connsiteX155" fmla="*/ 8143608 w 12191996"/>
              <a:gd name="connsiteY155" fmla="*/ 176212 h 320591"/>
              <a:gd name="connsiteX156" fmla="*/ 8211871 w 12191996"/>
              <a:gd name="connsiteY156" fmla="*/ 174625 h 320591"/>
              <a:gd name="connsiteX157" fmla="*/ 8272196 w 12191996"/>
              <a:gd name="connsiteY157" fmla="*/ 166687 h 320591"/>
              <a:gd name="connsiteX158" fmla="*/ 8324583 w 12191996"/>
              <a:gd name="connsiteY158" fmla="*/ 155575 h 320591"/>
              <a:gd name="connsiteX159" fmla="*/ 8370621 w 12191996"/>
              <a:gd name="connsiteY159" fmla="*/ 141287 h 320591"/>
              <a:gd name="connsiteX160" fmla="*/ 8411896 w 12191996"/>
              <a:gd name="connsiteY160" fmla="*/ 125412 h 320591"/>
              <a:gd name="connsiteX161" fmla="*/ 8448408 w 12191996"/>
              <a:gd name="connsiteY161" fmla="*/ 106362 h 320591"/>
              <a:gd name="connsiteX162" fmla="*/ 8486508 w 12191996"/>
              <a:gd name="connsiteY162" fmla="*/ 87312 h 320591"/>
              <a:gd name="connsiteX163" fmla="*/ 8524608 w 12191996"/>
              <a:gd name="connsiteY163" fmla="*/ 68262 h 320591"/>
              <a:gd name="connsiteX164" fmla="*/ 8561120 w 12191996"/>
              <a:gd name="connsiteY164" fmla="*/ 52387 h 320591"/>
              <a:gd name="connsiteX165" fmla="*/ 8602396 w 12191996"/>
              <a:gd name="connsiteY165" fmla="*/ 36512 h 320591"/>
              <a:gd name="connsiteX166" fmla="*/ 8648432 w 12191996"/>
              <a:gd name="connsiteY166" fmla="*/ 20637 h 320591"/>
              <a:gd name="connsiteX167" fmla="*/ 8700820 w 12191996"/>
              <a:gd name="connsiteY167" fmla="*/ 9525 h 320591"/>
              <a:gd name="connsiteX168" fmla="*/ 8761146 w 12191996"/>
              <a:gd name="connsiteY168" fmla="*/ 3175 h 320591"/>
              <a:gd name="connsiteX169" fmla="*/ 8827820 w 12191996"/>
              <a:gd name="connsiteY169" fmla="*/ 0 h 320591"/>
              <a:gd name="connsiteX170" fmla="*/ 8897670 w 12191996"/>
              <a:gd name="connsiteY170" fmla="*/ 3175 h 320591"/>
              <a:gd name="connsiteX171" fmla="*/ 8957996 w 12191996"/>
              <a:gd name="connsiteY171" fmla="*/ 9525 h 320591"/>
              <a:gd name="connsiteX172" fmla="*/ 9010382 w 12191996"/>
              <a:gd name="connsiteY172" fmla="*/ 20637 h 320591"/>
              <a:gd name="connsiteX173" fmla="*/ 9056420 w 12191996"/>
              <a:gd name="connsiteY173" fmla="*/ 36512 h 320591"/>
              <a:gd name="connsiteX174" fmla="*/ 9097696 w 12191996"/>
              <a:gd name="connsiteY174" fmla="*/ 52387 h 320591"/>
              <a:gd name="connsiteX175" fmla="*/ 9134208 w 12191996"/>
              <a:gd name="connsiteY175" fmla="*/ 68262 h 320591"/>
              <a:gd name="connsiteX176" fmla="*/ 9172308 w 12191996"/>
              <a:gd name="connsiteY176" fmla="*/ 87312 h 320591"/>
              <a:gd name="connsiteX177" fmla="*/ 9210408 w 12191996"/>
              <a:gd name="connsiteY177" fmla="*/ 106362 h 320591"/>
              <a:gd name="connsiteX178" fmla="*/ 9246920 w 12191996"/>
              <a:gd name="connsiteY178" fmla="*/ 125412 h 320591"/>
              <a:gd name="connsiteX179" fmla="*/ 9288196 w 12191996"/>
              <a:gd name="connsiteY179" fmla="*/ 141287 h 320591"/>
              <a:gd name="connsiteX180" fmla="*/ 9334232 w 12191996"/>
              <a:gd name="connsiteY180" fmla="*/ 155575 h 320591"/>
              <a:gd name="connsiteX181" fmla="*/ 9386620 w 12191996"/>
              <a:gd name="connsiteY181" fmla="*/ 166687 h 320591"/>
              <a:gd name="connsiteX182" fmla="*/ 9446946 w 12191996"/>
              <a:gd name="connsiteY182" fmla="*/ 174625 h 320591"/>
              <a:gd name="connsiteX183" fmla="*/ 9515208 w 12191996"/>
              <a:gd name="connsiteY183" fmla="*/ 176212 h 320591"/>
              <a:gd name="connsiteX184" fmla="*/ 9583470 w 12191996"/>
              <a:gd name="connsiteY184" fmla="*/ 174625 h 320591"/>
              <a:gd name="connsiteX185" fmla="*/ 9643796 w 12191996"/>
              <a:gd name="connsiteY185" fmla="*/ 166687 h 320591"/>
              <a:gd name="connsiteX186" fmla="*/ 9696182 w 12191996"/>
              <a:gd name="connsiteY186" fmla="*/ 155575 h 320591"/>
              <a:gd name="connsiteX187" fmla="*/ 9742220 w 12191996"/>
              <a:gd name="connsiteY187" fmla="*/ 141287 h 320591"/>
              <a:gd name="connsiteX188" fmla="*/ 9783496 w 12191996"/>
              <a:gd name="connsiteY188" fmla="*/ 125412 h 320591"/>
              <a:gd name="connsiteX189" fmla="*/ 9820008 w 12191996"/>
              <a:gd name="connsiteY189" fmla="*/ 106362 h 320591"/>
              <a:gd name="connsiteX190" fmla="*/ 9896208 w 12191996"/>
              <a:gd name="connsiteY190" fmla="*/ 68262 h 320591"/>
              <a:gd name="connsiteX191" fmla="*/ 9932720 w 12191996"/>
              <a:gd name="connsiteY191" fmla="*/ 52387 h 320591"/>
              <a:gd name="connsiteX192" fmla="*/ 9973996 w 12191996"/>
              <a:gd name="connsiteY192" fmla="*/ 36512 h 320591"/>
              <a:gd name="connsiteX193" fmla="*/ 10020032 w 12191996"/>
              <a:gd name="connsiteY193" fmla="*/ 20637 h 320591"/>
              <a:gd name="connsiteX194" fmla="*/ 10072420 w 12191996"/>
              <a:gd name="connsiteY194" fmla="*/ 9525 h 320591"/>
              <a:gd name="connsiteX195" fmla="*/ 10132746 w 12191996"/>
              <a:gd name="connsiteY195" fmla="*/ 3175 h 320591"/>
              <a:gd name="connsiteX196" fmla="*/ 10201008 w 12191996"/>
              <a:gd name="connsiteY196" fmla="*/ 0 h 320591"/>
              <a:gd name="connsiteX197" fmla="*/ 10269270 w 12191996"/>
              <a:gd name="connsiteY197" fmla="*/ 3175 h 320591"/>
              <a:gd name="connsiteX198" fmla="*/ 10329596 w 12191996"/>
              <a:gd name="connsiteY198" fmla="*/ 9525 h 320591"/>
              <a:gd name="connsiteX199" fmla="*/ 10381982 w 12191996"/>
              <a:gd name="connsiteY199" fmla="*/ 20637 h 320591"/>
              <a:gd name="connsiteX200" fmla="*/ 10428020 w 12191996"/>
              <a:gd name="connsiteY200" fmla="*/ 36512 h 320591"/>
              <a:gd name="connsiteX201" fmla="*/ 10469296 w 12191996"/>
              <a:gd name="connsiteY201" fmla="*/ 52387 h 320591"/>
              <a:gd name="connsiteX202" fmla="*/ 10505808 w 12191996"/>
              <a:gd name="connsiteY202" fmla="*/ 68262 h 320591"/>
              <a:gd name="connsiteX203" fmla="*/ 10543908 w 12191996"/>
              <a:gd name="connsiteY203" fmla="*/ 87312 h 320591"/>
              <a:gd name="connsiteX204" fmla="*/ 10582008 w 12191996"/>
              <a:gd name="connsiteY204" fmla="*/ 106362 h 320591"/>
              <a:gd name="connsiteX205" fmla="*/ 10618520 w 12191996"/>
              <a:gd name="connsiteY205" fmla="*/ 125412 h 320591"/>
              <a:gd name="connsiteX206" fmla="*/ 10659796 w 12191996"/>
              <a:gd name="connsiteY206" fmla="*/ 141287 h 320591"/>
              <a:gd name="connsiteX207" fmla="*/ 10705832 w 12191996"/>
              <a:gd name="connsiteY207" fmla="*/ 155575 h 320591"/>
              <a:gd name="connsiteX208" fmla="*/ 10758220 w 12191996"/>
              <a:gd name="connsiteY208" fmla="*/ 166687 h 320591"/>
              <a:gd name="connsiteX209" fmla="*/ 10818546 w 12191996"/>
              <a:gd name="connsiteY209" fmla="*/ 174625 h 320591"/>
              <a:gd name="connsiteX210" fmla="*/ 10886808 w 12191996"/>
              <a:gd name="connsiteY210" fmla="*/ 176212 h 320591"/>
              <a:gd name="connsiteX211" fmla="*/ 10955070 w 12191996"/>
              <a:gd name="connsiteY211" fmla="*/ 174625 h 320591"/>
              <a:gd name="connsiteX212" fmla="*/ 11015396 w 12191996"/>
              <a:gd name="connsiteY212" fmla="*/ 166687 h 320591"/>
              <a:gd name="connsiteX213" fmla="*/ 11067782 w 12191996"/>
              <a:gd name="connsiteY213" fmla="*/ 155575 h 320591"/>
              <a:gd name="connsiteX214" fmla="*/ 11113820 w 12191996"/>
              <a:gd name="connsiteY214" fmla="*/ 141287 h 320591"/>
              <a:gd name="connsiteX215" fmla="*/ 11155096 w 12191996"/>
              <a:gd name="connsiteY215" fmla="*/ 125412 h 320591"/>
              <a:gd name="connsiteX216" fmla="*/ 11191608 w 12191996"/>
              <a:gd name="connsiteY216" fmla="*/ 106362 h 320591"/>
              <a:gd name="connsiteX217" fmla="*/ 11229708 w 12191996"/>
              <a:gd name="connsiteY217" fmla="*/ 87312 h 320591"/>
              <a:gd name="connsiteX218" fmla="*/ 11267808 w 12191996"/>
              <a:gd name="connsiteY218" fmla="*/ 68262 h 320591"/>
              <a:gd name="connsiteX219" fmla="*/ 11304320 w 12191996"/>
              <a:gd name="connsiteY219" fmla="*/ 52387 h 320591"/>
              <a:gd name="connsiteX220" fmla="*/ 11345596 w 12191996"/>
              <a:gd name="connsiteY220" fmla="*/ 36512 h 320591"/>
              <a:gd name="connsiteX221" fmla="*/ 11391632 w 12191996"/>
              <a:gd name="connsiteY221" fmla="*/ 20637 h 320591"/>
              <a:gd name="connsiteX222" fmla="*/ 11444020 w 12191996"/>
              <a:gd name="connsiteY222" fmla="*/ 9525 h 320591"/>
              <a:gd name="connsiteX223" fmla="*/ 11504346 w 12191996"/>
              <a:gd name="connsiteY223" fmla="*/ 3175 h 320591"/>
              <a:gd name="connsiteX224" fmla="*/ 11572608 w 12191996"/>
              <a:gd name="connsiteY224" fmla="*/ 0 h 320591"/>
              <a:gd name="connsiteX225" fmla="*/ 11640870 w 12191996"/>
              <a:gd name="connsiteY225" fmla="*/ 3175 h 320591"/>
              <a:gd name="connsiteX226" fmla="*/ 11701196 w 12191996"/>
              <a:gd name="connsiteY226" fmla="*/ 9525 h 320591"/>
              <a:gd name="connsiteX227" fmla="*/ 11753582 w 12191996"/>
              <a:gd name="connsiteY227" fmla="*/ 20637 h 320591"/>
              <a:gd name="connsiteX228" fmla="*/ 11799620 w 12191996"/>
              <a:gd name="connsiteY228" fmla="*/ 36512 h 320591"/>
              <a:gd name="connsiteX229" fmla="*/ 11840896 w 12191996"/>
              <a:gd name="connsiteY229" fmla="*/ 52387 h 320591"/>
              <a:gd name="connsiteX230" fmla="*/ 11877408 w 12191996"/>
              <a:gd name="connsiteY230" fmla="*/ 68262 h 320591"/>
              <a:gd name="connsiteX231" fmla="*/ 11915508 w 12191996"/>
              <a:gd name="connsiteY231" fmla="*/ 87312 h 320591"/>
              <a:gd name="connsiteX232" fmla="*/ 11953608 w 12191996"/>
              <a:gd name="connsiteY232" fmla="*/ 106362 h 320591"/>
              <a:gd name="connsiteX233" fmla="*/ 11990120 w 12191996"/>
              <a:gd name="connsiteY233" fmla="*/ 125412 h 320591"/>
              <a:gd name="connsiteX234" fmla="*/ 12031396 w 12191996"/>
              <a:gd name="connsiteY234" fmla="*/ 141287 h 320591"/>
              <a:gd name="connsiteX235" fmla="*/ 12077432 w 12191996"/>
              <a:gd name="connsiteY235" fmla="*/ 155575 h 320591"/>
              <a:gd name="connsiteX236" fmla="*/ 12129820 w 12191996"/>
              <a:gd name="connsiteY236" fmla="*/ 166688 h 320591"/>
              <a:gd name="connsiteX237" fmla="*/ 12190146 w 12191996"/>
              <a:gd name="connsiteY237" fmla="*/ 174625 h 320591"/>
              <a:gd name="connsiteX238" fmla="*/ 12191996 w 12191996"/>
              <a:gd name="connsiteY238" fmla="*/ 174668 h 320591"/>
              <a:gd name="connsiteX239" fmla="*/ 12191996 w 12191996"/>
              <a:gd name="connsiteY239" fmla="*/ 319047 h 320591"/>
              <a:gd name="connsiteX240" fmla="*/ 12190146 w 12191996"/>
              <a:gd name="connsiteY240" fmla="*/ 319004 h 320591"/>
              <a:gd name="connsiteX241" fmla="*/ 12129820 w 12191996"/>
              <a:gd name="connsiteY241" fmla="*/ 311067 h 320591"/>
              <a:gd name="connsiteX242" fmla="*/ 12077432 w 12191996"/>
              <a:gd name="connsiteY242" fmla="*/ 299954 h 320591"/>
              <a:gd name="connsiteX243" fmla="*/ 12031396 w 12191996"/>
              <a:gd name="connsiteY243" fmla="*/ 285666 h 320591"/>
              <a:gd name="connsiteX244" fmla="*/ 11990120 w 12191996"/>
              <a:gd name="connsiteY244" fmla="*/ 269791 h 320591"/>
              <a:gd name="connsiteX245" fmla="*/ 11953608 w 12191996"/>
              <a:gd name="connsiteY245" fmla="*/ 250741 h 320591"/>
              <a:gd name="connsiteX246" fmla="*/ 11915508 w 12191996"/>
              <a:gd name="connsiteY246" fmla="*/ 231691 h 320591"/>
              <a:gd name="connsiteX247" fmla="*/ 11877408 w 12191996"/>
              <a:gd name="connsiteY247" fmla="*/ 212641 h 320591"/>
              <a:gd name="connsiteX248" fmla="*/ 11840896 w 12191996"/>
              <a:gd name="connsiteY248" fmla="*/ 196766 h 320591"/>
              <a:gd name="connsiteX249" fmla="*/ 11799620 w 12191996"/>
              <a:gd name="connsiteY249" fmla="*/ 180891 h 320591"/>
              <a:gd name="connsiteX250" fmla="*/ 11753582 w 12191996"/>
              <a:gd name="connsiteY250" fmla="*/ 165016 h 320591"/>
              <a:gd name="connsiteX251" fmla="*/ 11701196 w 12191996"/>
              <a:gd name="connsiteY251" fmla="*/ 153904 h 320591"/>
              <a:gd name="connsiteX252" fmla="*/ 11640870 w 12191996"/>
              <a:gd name="connsiteY252" fmla="*/ 147554 h 320591"/>
              <a:gd name="connsiteX253" fmla="*/ 11572608 w 12191996"/>
              <a:gd name="connsiteY253" fmla="*/ 144379 h 320591"/>
              <a:gd name="connsiteX254" fmla="*/ 11504346 w 12191996"/>
              <a:gd name="connsiteY254" fmla="*/ 147554 h 320591"/>
              <a:gd name="connsiteX255" fmla="*/ 11444020 w 12191996"/>
              <a:gd name="connsiteY255" fmla="*/ 153904 h 320591"/>
              <a:gd name="connsiteX256" fmla="*/ 11391632 w 12191996"/>
              <a:gd name="connsiteY256" fmla="*/ 165016 h 320591"/>
              <a:gd name="connsiteX257" fmla="*/ 11345596 w 12191996"/>
              <a:gd name="connsiteY257" fmla="*/ 180891 h 320591"/>
              <a:gd name="connsiteX258" fmla="*/ 11304320 w 12191996"/>
              <a:gd name="connsiteY258" fmla="*/ 196766 h 320591"/>
              <a:gd name="connsiteX259" fmla="*/ 11267808 w 12191996"/>
              <a:gd name="connsiteY259" fmla="*/ 212641 h 320591"/>
              <a:gd name="connsiteX260" fmla="*/ 11229708 w 12191996"/>
              <a:gd name="connsiteY260" fmla="*/ 231691 h 320591"/>
              <a:gd name="connsiteX261" fmla="*/ 11191608 w 12191996"/>
              <a:gd name="connsiteY261" fmla="*/ 250741 h 320591"/>
              <a:gd name="connsiteX262" fmla="*/ 11155096 w 12191996"/>
              <a:gd name="connsiteY262" fmla="*/ 269791 h 320591"/>
              <a:gd name="connsiteX263" fmla="*/ 11113820 w 12191996"/>
              <a:gd name="connsiteY263" fmla="*/ 285666 h 320591"/>
              <a:gd name="connsiteX264" fmla="*/ 11067782 w 12191996"/>
              <a:gd name="connsiteY264" fmla="*/ 299954 h 320591"/>
              <a:gd name="connsiteX265" fmla="*/ 11015396 w 12191996"/>
              <a:gd name="connsiteY265" fmla="*/ 311066 h 320591"/>
              <a:gd name="connsiteX266" fmla="*/ 10955070 w 12191996"/>
              <a:gd name="connsiteY266" fmla="*/ 319004 h 320591"/>
              <a:gd name="connsiteX267" fmla="*/ 10886808 w 12191996"/>
              <a:gd name="connsiteY267" fmla="*/ 320591 h 320591"/>
              <a:gd name="connsiteX268" fmla="*/ 10818546 w 12191996"/>
              <a:gd name="connsiteY268" fmla="*/ 319004 h 320591"/>
              <a:gd name="connsiteX269" fmla="*/ 10758220 w 12191996"/>
              <a:gd name="connsiteY269" fmla="*/ 311066 h 320591"/>
              <a:gd name="connsiteX270" fmla="*/ 10705832 w 12191996"/>
              <a:gd name="connsiteY270" fmla="*/ 299954 h 320591"/>
              <a:gd name="connsiteX271" fmla="*/ 10659796 w 12191996"/>
              <a:gd name="connsiteY271" fmla="*/ 285666 h 320591"/>
              <a:gd name="connsiteX272" fmla="*/ 10618520 w 12191996"/>
              <a:gd name="connsiteY272" fmla="*/ 269791 h 320591"/>
              <a:gd name="connsiteX273" fmla="*/ 10582008 w 12191996"/>
              <a:gd name="connsiteY273" fmla="*/ 250741 h 320591"/>
              <a:gd name="connsiteX274" fmla="*/ 10543908 w 12191996"/>
              <a:gd name="connsiteY274" fmla="*/ 231691 h 320591"/>
              <a:gd name="connsiteX275" fmla="*/ 10505808 w 12191996"/>
              <a:gd name="connsiteY275" fmla="*/ 212641 h 320591"/>
              <a:gd name="connsiteX276" fmla="*/ 10469296 w 12191996"/>
              <a:gd name="connsiteY276" fmla="*/ 196766 h 320591"/>
              <a:gd name="connsiteX277" fmla="*/ 10428020 w 12191996"/>
              <a:gd name="connsiteY277" fmla="*/ 180891 h 320591"/>
              <a:gd name="connsiteX278" fmla="*/ 10381982 w 12191996"/>
              <a:gd name="connsiteY278" fmla="*/ 165016 h 320591"/>
              <a:gd name="connsiteX279" fmla="*/ 10329596 w 12191996"/>
              <a:gd name="connsiteY279" fmla="*/ 153904 h 320591"/>
              <a:gd name="connsiteX280" fmla="*/ 10269270 w 12191996"/>
              <a:gd name="connsiteY280" fmla="*/ 147554 h 320591"/>
              <a:gd name="connsiteX281" fmla="*/ 10201008 w 12191996"/>
              <a:gd name="connsiteY281" fmla="*/ 144379 h 320591"/>
              <a:gd name="connsiteX282" fmla="*/ 10132746 w 12191996"/>
              <a:gd name="connsiteY282" fmla="*/ 147554 h 320591"/>
              <a:gd name="connsiteX283" fmla="*/ 10072420 w 12191996"/>
              <a:gd name="connsiteY283" fmla="*/ 153904 h 320591"/>
              <a:gd name="connsiteX284" fmla="*/ 10020032 w 12191996"/>
              <a:gd name="connsiteY284" fmla="*/ 165016 h 320591"/>
              <a:gd name="connsiteX285" fmla="*/ 9973996 w 12191996"/>
              <a:gd name="connsiteY285" fmla="*/ 180891 h 320591"/>
              <a:gd name="connsiteX286" fmla="*/ 9932720 w 12191996"/>
              <a:gd name="connsiteY286" fmla="*/ 196766 h 320591"/>
              <a:gd name="connsiteX287" fmla="*/ 9896208 w 12191996"/>
              <a:gd name="connsiteY287" fmla="*/ 212641 h 320591"/>
              <a:gd name="connsiteX288" fmla="*/ 9820008 w 12191996"/>
              <a:gd name="connsiteY288" fmla="*/ 250741 h 320591"/>
              <a:gd name="connsiteX289" fmla="*/ 9783496 w 12191996"/>
              <a:gd name="connsiteY289" fmla="*/ 269791 h 320591"/>
              <a:gd name="connsiteX290" fmla="*/ 9742220 w 12191996"/>
              <a:gd name="connsiteY290" fmla="*/ 285666 h 320591"/>
              <a:gd name="connsiteX291" fmla="*/ 9696182 w 12191996"/>
              <a:gd name="connsiteY291" fmla="*/ 299954 h 320591"/>
              <a:gd name="connsiteX292" fmla="*/ 9643796 w 12191996"/>
              <a:gd name="connsiteY292" fmla="*/ 311066 h 320591"/>
              <a:gd name="connsiteX293" fmla="*/ 9583470 w 12191996"/>
              <a:gd name="connsiteY293" fmla="*/ 319004 h 320591"/>
              <a:gd name="connsiteX294" fmla="*/ 9515208 w 12191996"/>
              <a:gd name="connsiteY294" fmla="*/ 320591 h 320591"/>
              <a:gd name="connsiteX295" fmla="*/ 9446946 w 12191996"/>
              <a:gd name="connsiteY295" fmla="*/ 319004 h 320591"/>
              <a:gd name="connsiteX296" fmla="*/ 9386620 w 12191996"/>
              <a:gd name="connsiteY296" fmla="*/ 311066 h 320591"/>
              <a:gd name="connsiteX297" fmla="*/ 9334232 w 12191996"/>
              <a:gd name="connsiteY297" fmla="*/ 299954 h 320591"/>
              <a:gd name="connsiteX298" fmla="*/ 9288196 w 12191996"/>
              <a:gd name="connsiteY298" fmla="*/ 285666 h 320591"/>
              <a:gd name="connsiteX299" fmla="*/ 9246920 w 12191996"/>
              <a:gd name="connsiteY299" fmla="*/ 269791 h 320591"/>
              <a:gd name="connsiteX300" fmla="*/ 9210408 w 12191996"/>
              <a:gd name="connsiteY300" fmla="*/ 250741 h 320591"/>
              <a:gd name="connsiteX301" fmla="*/ 9172308 w 12191996"/>
              <a:gd name="connsiteY301" fmla="*/ 231691 h 320591"/>
              <a:gd name="connsiteX302" fmla="*/ 9134208 w 12191996"/>
              <a:gd name="connsiteY302" fmla="*/ 212641 h 320591"/>
              <a:gd name="connsiteX303" fmla="*/ 9097696 w 12191996"/>
              <a:gd name="connsiteY303" fmla="*/ 196766 h 320591"/>
              <a:gd name="connsiteX304" fmla="*/ 9056420 w 12191996"/>
              <a:gd name="connsiteY304" fmla="*/ 180891 h 320591"/>
              <a:gd name="connsiteX305" fmla="*/ 9010382 w 12191996"/>
              <a:gd name="connsiteY305" fmla="*/ 165016 h 320591"/>
              <a:gd name="connsiteX306" fmla="*/ 8957996 w 12191996"/>
              <a:gd name="connsiteY306" fmla="*/ 153904 h 320591"/>
              <a:gd name="connsiteX307" fmla="*/ 8897670 w 12191996"/>
              <a:gd name="connsiteY307" fmla="*/ 147554 h 320591"/>
              <a:gd name="connsiteX308" fmla="*/ 8827820 w 12191996"/>
              <a:gd name="connsiteY308" fmla="*/ 144379 h 320591"/>
              <a:gd name="connsiteX309" fmla="*/ 8761146 w 12191996"/>
              <a:gd name="connsiteY309" fmla="*/ 147554 h 320591"/>
              <a:gd name="connsiteX310" fmla="*/ 8700820 w 12191996"/>
              <a:gd name="connsiteY310" fmla="*/ 153904 h 320591"/>
              <a:gd name="connsiteX311" fmla="*/ 8648432 w 12191996"/>
              <a:gd name="connsiteY311" fmla="*/ 165016 h 320591"/>
              <a:gd name="connsiteX312" fmla="*/ 8602396 w 12191996"/>
              <a:gd name="connsiteY312" fmla="*/ 180891 h 320591"/>
              <a:gd name="connsiteX313" fmla="*/ 8561120 w 12191996"/>
              <a:gd name="connsiteY313" fmla="*/ 196766 h 320591"/>
              <a:gd name="connsiteX314" fmla="*/ 8524608 w 12191996"/>
              <a:gd name="connsiteY314" fmla="*/ 212641 h 320591"/>
              <a:gd name="connsiteX315" fmla="*/ 8486508 w 12191996"/>
              <a:gd name="connsiteY315" fmla="*/ 231691 h 320591"/>
              <a:gd name="connsiteX316" fmla="*/ 8448408 w 12191996"/>
              <a:gd name="connsiteY316" fmla="*/ 250741 h 320591"/>
              <a:gd name="connsiteX317" fmla="*/ 8411896 w 12191996"/>
              <a:gd name="connsiteY317" fmla="*/ 269791 h 320591"/>
              <a:gd name="connsiteX318" fmla="*/ 8370621 w 12191996"/>
              <a:gd name="connsiteY318" fmla="*/ 285666 h 320591"/>
              <a:gd name="connsiteX319" fmla="*/ 8324583 w 12191996"/>
              <a:gd name="connsiteY319" fmla="*/ 299954 h 320591"/>
              <a:gd name="connsiteX320" fmla="*/ 8272196 w 12191996"/>
              <a:gd name="connsiteY320" fmla="*/ 311066 h 320591"/>
              <a:gd name="connsiteX321" fmla="*/ 8211871 w 12191996"/>
              <a:gd name="connsiteY321" fmla="*/ 319004 h 320591"/>
              <a:gd name="connsiteX322" fmla="*/ 8143608 w 12191996"/>
              <a:gd name="connsiteY322" fmla="*/ 320591 h 320591"/>
              <a:gd name="connsiteX323" fmla="*/ 8075346 w 12191996"/>
              <a:gd name="connsiteY323" fmla="*/ 319004 h 320591"/>
              <a:gd name="connsiteX324" fmla="*/ 8015021 w 12191996"/>
              <a:gd name="connsiteY324" fmla="*/ 311066 h 320591"/>
              <a:gd name="connsiteX325" fmla="*/ 7962633 w 12191996"/>
              <a:gd name="connsiteY325" fmla="*/ 299954 h 320591"/>
              <a:gd name="connsiteX326" fmla="*/ 7916596 w 12191996"/>
              <a:gd name="connsiteY326" fmla="*/ 285666 h 320591"/>
              <a:gd name="connsiteX327" fmla="*/ 7875321 w 12191996"/>
              <a:gd name="connsiteY327" fmla="*/ 269791 h 320591"/>
              <a:gd name="connsiteX328" fmla="*/ 7838808 w 12191996"/>
              <a:gd name="connsiteY328" fmla="*/ 250741 h 320591"/>
              <a:gd name="connsiteX329" fmla="*/ 7800708 w 12191996"/>
              <a:gd name="connsiteY329" fmla="*/ 231691 h 320591"/>
              <a:gd name="connsiteX330" fmla="*/ 7762608 w 12191996"/>
              <a:gd name="connsiteY330" fmla="*/ 212641 h 320591"/>
              <a:gd name="connsiteX331" fmla="*/ 7726096 w 12191996"/>
              <a:gd name="connsiteY331" fmla="*/ 196766 h 320591"/>
              <a:gd name="connsiteX332" fmla="*/ 7684821 w 12191996"/>
              <a:gd name="connsiteY332" fmla="*/ 180891 h 320591"/>
              <a:gd name="connsiteX333" fmla="*/ 7638783 w 12191996"/>
              <a:gd name="connsiteY333" fmla="*/ 165016 h 320591"/>
              <a:gd name="connsiteX334" fmla="*/ 7586396 w 12191996"/>
              <a:gd name="connsiteY334" fmla="*/ 153904 h 320591"/>
              <a:gd name="connsiteX335" fmla="*/ 7526071 w 12191996"/>
              <a:gd name="connsiteY335" fmla="*/ 147554 h 320591"/>
              <a:gd name="connsiteX336" fmla="*/ 7457808 w 12191996"/>
              <a:gd name="connsiteY336" fmla="*/ 144379 h 320591"/>
              <a:gd name="connsiteX337" fmla="*/ 7389546 w 12191996"/>
              <a:gd name="connsiteY337" fmla="*/ 147554 h 320591"/>
              <a:gd name="connsiteX338" fmla="*/ 7329221 w 12191996"/>
              <a:gd name="connsiteY338" fmla="*/ 153904 h 320591"/>
              <a:gd name="connsiteX339" fmla="*/ 7276833 w 12191996"/>
              <a:gd name="connsiteY339" fmla="*/ 165016 h 320591"/>
              <a:gd name="connsiteX340" fmla="*/ 7230796 w 12191996"/>
              <a:gd name="connsiteY340" fmla="*/ 180891 h 320591"/>
              <a:gd name="connsiteX341" fmla="*/ 7189521 w 12191996"/>
              <a:gd name="connsiteY341" fmla="*/ 196766 h 320591"/>
              <a:gd name="connsiteX342" fmla="*/ 7153008 w 12191996"/>
              <a:gd name="connsiteY342" fmla="*/ 212641 h 320591"/>
              <a:gd name="connsiteX343" fmla="*/ 7114908 w 12191996"/>
              <a:gd name="connsiteY343" fmla="*/ 231691 h 320591"/>
              <a:gd name="connsiteX344" fmla="*/ 7076808 w 12191996"/>
              <a:gd name="connsiteY344" fmla="*/ 250741 h 320591"/>
              <a:gd name="connsiteX345" fmla="*/ 7040296 w 12191996"/>
              <a:gd name="connsiteY345" fmla="*/ 269791 h 320591"/>
              <a:gd name="connsiteX346" fmla="*/ 6999021 w 12191996"/>
              <a:gd name="connsiteY346" fmla="*/ 285666 h 320591"/>
              <a:gd name="connsiteX347" fmla="*/ 6952983 w 12191996"/>
              <a:gd name="connsiteY347" fmla="*/ 299954 h 320591"/>
              <a:gd name="connsiteX348" fmla="*/ 6900596 w 12191996"/>
              <a:gd name="connsiteY348" fmla="*/ 311066 h 320591"/>
              <a:gd name="connsiteX349" fmla="*/ 6840271 w 12191996"/>
              <a:gd name="connsiteY349" fmla="*/ 319004 h 320591"/>
              <a:gd name="connsiteX350" fmla="*/ 6781799 w 12191996"/>
              <a:gd name="connsiteY350" fmla="*/ 320364 h 320591"/>
              <a:gd name="connsiteX351" fmla="*/ 6723327 w 12191996"/>
              <a:gd name="connsiteY351" fmla="*/ 319004 h 320591"/>
              <a:gd name="connsiteX352" fmla="*/ 6663002 w 12191996"/>
              <a:gd name="connsiteY352" fmla="*/ 311066 h 320591"/>
              <a:gd name="connsiteX353" fmla="*/ 6610614 w 12191996"/>
              <a:gd name="connsiteY353" fmla="*/ 299954 h 320591"/>
              <a:gd name="connsiteX354" fmla="*/ 6564577 w 12191996"/>
              <a:gd name="connsiteY354" fmla="*/ 285666 h 320591"/>
              <a:gd name="connsiteX355" fmla="*/ 6523302 w 12191996"/>
              <a:gd name="connsiteY355" fmla="*/ 269791 h 320591"/>
              <a:gd name="connsiteX356" fmla="*/ 6486789 w 12191996"/>
              <a:gd name="connsiteY356" fmla="*/ 250741 h 320591"/>
              <a:gd name="connsiteX357" fmla="*/ 6448689 w 12191996"/>
              <a:gd name="connsiteY357" fmla="*/ 231691 h 320591"/>
              <a:gd name="connsiteX358" fmla="*/ 6410589 w 12191996"/>
              <a:gd name="connsiteY358" fmla="*/ 212641 h 320591"/>
              <a:gd name="connsiteX359" fmla="*/ 6374077 w 12191996"/>
              <a:gd name="connsiteY359" fmla="*/ 196766 h 320591"/>
              <a:gd name="connsiteX360" fmla="*/ 6332802 w 12191996"/>
              <a:gd name="connsiteY360" fmla="*/ 180891 h 320591"/>
              <a:gd name="connsiteX361" fmla="*/ 6286764 w 12191996"/>
              <a:gd name="connsiteY361" fmla="*/ 165016 h 320591"/>
              <a:gd name="connsiteX362" fmla="*/ 6234377 w 12191996"/>
              <a:gd name="connsiteY362" fmla="*/ 153904 h 320591"/>
              <a:gd name="connsiteX363" fmla="*/ 6174052 w 12191996"/>
              <a:gd name="connsiteY363" fmla="*/ 147554 h 320591"/>
              <a:gd name="connsiteX364" fmla="*/ 6105789 w 12191996"/>
              <a:gd name="connsiteY364" fmla="*/ 144379 h 320591"/>
              <a:gd name="connsiteX365" fmla="*/ 6095999 w 12191996"/>
              <a:gd name="connsiteY365" fmla="*/ 144834 h 320591"/>
              <a:gd name="connsiteX366" fmla="*/ 6086208 w 12191996"/>
              <a:gd name="connsiteY366" fmla="*/ 144379 h 320591"/>
              <a:gd name="connsiteX367" fmla="*/ 6017947 w 12191996"/>
              <a:gd name="connsiteY367" fmla="*/ 147554 h 320591"/>
              <a:gd name="connsiteX368" fmla="*/ 5957621 w 12191996"/>
              <a:gd name="connsiteY368" fmla="*/ 153904 h 320591"/>
              <a:gd name="connsiteX369" fmla="*/ 5905234 w 12191996"/>
              <a:gd name="connsiteY369" fmla="*/ 165016 h 320591"/>
              <a:gd name="connsiteX370" fmla="*/ 5859196 w 12191996"/>
              <a:gd name="connsiteY370" fmla="*/ 180891 h 320591"/>
              <a:gd name="connsiteX371" fmla="*/ 5817921 w 12191996"/>
              <a:gd name="connsiteY371" fmla="*/ 196766 h 320591"/>
              <a:gd name="connsiteX372" fmla="*/ 5781408 w 12191996"/>
              <a:gd name="connsiteY372" fmla="*/ 212641 h 320591"/>
              <a:gd name="connsiteX373" fmla="*/ 5743308 w 12191996"/>
              <a:gd name="connsiteY373" fmla="*/ 231691 h 320591"/>
              <a:gd name="connsiteX374" fmla="*/ 5705209 w 12191996"/>
              <a:gd name="connsiteY374" fmla="*/ 250741 h 320591"/>
              <a:gd name="connsiteX375" fmla="*/ 5668696 w 12191996"/>
              <a:gd name="connsiteY375" fmla="*/ 269791 h 320591"/>
              <a:gd name="connsiteX376" fmla="*/ 5627421 w 12191996"/>
              <a:gd name="connsiteY376" fmla="*/ 285666 h 320591"/>
              <a:gd name="connsiteX377" fmla="*/ 5581383 w 12191996"/>
              <a:gd name="connsiteY377" fmla="*/ 299954 h 320591"/>
              <a:gd name="connsiteX378" fmla="*/ 5528996 w 12191996"/>
              <a:gd name="connsiteY378" fmla="*/ 311066 h 320591"/>
              <a:gd name="connsiteX379" fmla="*/ 5468671 w 12191996"/>
              <a:gd name="connsiteY379" fmla="*/ 319004 h 320591"/>
              <a:gd name="connsiteX380" fmla="*/ 5410199 w 12191996"/>
              <a:gd name="connsiteY380" fmla="*/ 320364 h 320591"/>
              <a:gd name="connsiteX381" fmla="*/ 5351727 w 12191996"/>
              <a:gd name="connsiteY381" fmla="*/ 319004 h 320591"/>
              <a:gd name="connsiteX382" fmla="*/ 5291401 w 12191996"/>
              <a:gd name="connsiteY382" fmla="*/ 311066 h 320591"/>
              <a:gd name="connsiteX383" fmla="*/ 5239014 w 12191996"/>
              <a:gd name="connsiteY383" fmla="*/ 299954 h 320591"/>
              <a:gd name="connsiteX384" fmla="*/ 5192976 w 12191996"/>
              <a:gd name="connsiteY384" fmla="*/ 285666 h 320591"/>
              <a:gd name="connsiteX385" fmla="*/ 5151701 w 12191996"/>
              <a:gd name="connsiteY385" fmla="*/ 269791 h 320591"/>
              <a:gd name="connsiteX386" fmla="*/ 5115189 w 12191996"/>
              <a:gd name="connsiteY386" fmla="*/ 250741 h 320591"/>
              <a:gd name="connsiteX387" fmla="*/ 5077089 w 12191996"/>
              <a:gd name="connsiteY387" fmla="*/ 231691 h 320591"/>
              <a:gd name="connsiteX388" fmla="*/ 5038989 w 12191996"/>
              <a:gd name="connsiteY388" fmla="*/ 212641 h 320591"/>
              <a:gd name="connsiteX389" fmla="*/ 5002476 w 12191996"/>
              <a:gd name="connsiteY389" fmla="*/ 196766 h 320591"/>
              <a:gd name="connsiteX390" fmla="*/ 4961201 w 12191996"/>
              <a:gd name="connsiteY390" fmla="*/ 180891 h 320591"/>
              <a:gd name="connsiteX391" fmla="*/ 4915165 w 12191996"/>
              <a:gd name="connsiteY391" fmla="*/ 165016 h 320591"/>
              <a:gd name="connsiteX392" fmla="*/ 4862777 w 12191996"/>
              <a:gd name="connsiteY392" fmla="*/ 153904 h 320591"/>
              <a:gd name="connsiteX393" fmla="*/ 4802453 w 12191996"/>
              <a:gd name="connsiteY393" fmla="*/ 147554 h 320591"/>
              <a:gd name="connsiteX394" fmla="*/ 4734189 w 12191996"/>
              <a:gd name="connsiteY394" fmla="*/ 144379 h 320591"/>
              <a:gd name="connsiteX395" fmla="*/ 4665928 w 12191996"/>
              <a:gd name="connsiteY395" fmla="*/ 147554 h 320591"/>
              <a:gd name="connsiteX396" fmla="*/ 4605602 w 12191996"/>
              <a:gd name="connsiteY396" fmla="*/ 153904 h 320591"/>
              <a:gd name="connsiteX397" fmla="*/ 4553214 w 12191996"/>
              <a:gd name="connsiteY397" fmla="*/ 165016 h 320591"/>
              <a:gd name="connsiteX398" fmla="*/ 4507177 w 12191996"/>
              <a:gd name="connsiteY398" fmla="*/ 180891 h 320591"/>
              <a:gd name="connsiteX399" fmla="*/ 4465902 w 12191996"/>
              <a:gd name="connsiteY399" fmla="*/ 196766 h 320591"/>
              <a:gd name="connsiteX400" fmla="*/ 4429389 w 12191996"/>
              <a:gd name="connsiteY400" fmla="*/ 212641 h 320591"/>
              <a:gd name="connsiteX401" fmla="*/ 4353189 w 12191996"/>
              <a:gd name="connsiteY401" fmla="*/ 250741 h 320591"/>
              <a:gd name="connsiteX402" fmla="*/ 4316677 w 12191996"/>
              <a:gd name="connsiteY402" fmla="*/ 269791 h 320591"/>
              <a:gd name="connsiteX403" fmla="*/ 4275402 w 12191996"/>
              <a:gd name="connsiteY403" fmla="*/ 285666 h 320591"/>
              <a:gd name="connsiteX404" fmla="*/ 4229364 w 12191996"/>
              <a:gd name="connsiteY404" fmla="*/ 299954 h 320591"/>
              <a:gd name="connsiteX405" fmla="*/ 4176977 w 12191996"/>
              <a:gd name="connsiteY405" fmla="*/ 311066 h 320591"/>
              <a:gd name="connsiteX406" fmla="*/ 4116652 w 12191996"/>
              <a:gd name="connsiteY406" fmla="*/ 319004 h 320591"/>
              <a:gd name="connsiteX407" fmla="*/ 4048389 w 12191996"/>
              <a:gd name="connsiteY407" fmla="*/ 320591 h 320591"/>
              <a:gd name="connsiteX408" fmla="*/ 3980127 w 12191996"/>
              <a:gd name="connsiteY408" fmla="*/ 319004 h 320591"/>
              <a:gd name="connsiteX409" fmla="*/ 3919802 w 12191996"/>
              <a:gd name="connsiteY409" fmla="*/ 311066 h 320591"/>
              <a:gd name="connsiteX410" fmla="*/ 3867414 w 12191996"/>
              <a:gd name="connsiteY410" fmla="*/ 299954 h 320591"/>
              <a:gd name="connsiteX411" fmla="*/ 3821377 w 12191996"/>
              <a:gd name="connsiteY411" fmla="*/ 285666 h 320591"/>
              <a:gd name="connsiteX412" fmla="*/ 3780102 w 12191996"/>
              <a:gd name="connsiteY412" fmla="*/ 269791 h 320591"/>
              <a:gd name="connsiteX413" fmla="*/ 3743589 w 12191996"/>
              <a:gd name="connsiteY413" fmla="*/ 250741 h 320591"/>
              <a:gd name="connsiteX414" fmla="*/ 3705489 w 12191996"/>
              <a:gd name="connsiteY414" fmla="*/ 231691 h 320591"/>
              <a:gd name="connsiteX415" fmla="*/ 3667389 w 12191996"/>
              <a:gd name="connsiteY415" fmla="*/ 212641 h 320591"/>
              <a:gd name="connsiteX416" fmla="*/ 3630877 w 12191996"/>
              <a:gd name="connsiteY416" fmla="*/ 196766 h 320591"/>
              <a:gd name="connsiteX417" fmla="*/ 3589602 w 12191996"/>
              <a:gd name="connsiteY417" fmla="*/ 180891 h 320591"/>
              <a:gd name="connsiteX418" fmla="*/ 3543564 w 12191996"/>
              <a:gd name="connsiteY418" fmla="*/ 165016 h 320591"/>
              <a:gd name="connsiteX419" fmla="*/ 3491177 w 12191996"/>
              <a:gd name="connsiteY419" fmla="*/ 153904 h 320591"/>
              <a:gd name="connsiteX420" fmla="*/ 3430852 w 12191996"/>
              <a:gd name="connsiteY420" fmla="*/ 147554 h 320591"/>
              <a:gd name="connsiteX421" fmla="*/ 3361002 w 12191996"/>
              <a:gd name="connsiteY421" fmla="*/ 144379 h 320591"/>
              <a:gd name="connsiteX422" fmla="*/ 3294327 w 12191996"/>
              <a:gd name="connsiteY422" fmla="*/ 147554 h 320591"/>
              <a:gd name="connsiteX423" fmla="*/ 3234002 w 12191996"/>
              <a:gd name="connsiteY423" fmla="*/ 153904 h 320591"/>
              <a:gd name="connsiteX424" fmla="*/ 3181614 w 12191996"/>
              <a:gd name="connsiteY424" fmla="*/ 165016 h 320591"/>
              <a:gd name="connsiteX425" fmla="*/ 3135577 w 12191996"/>
              <a:gd name="connsiteY425" fmla="*/ 180891 h 320591"/>
              <a:gd name="connsiteX426" fmla="*/ 3094302 w 12191996"/>
              <a:gd name="connsiteY426" fmla="*/ 196766 h 320591"/>
              <a:gd name="connsiteX427" fmla="*/ 3057789 w 12191996"/>
              <a:gd name="connsiteY427" fmla="*/ 212641 h 320591"/>
              <a:gd name="connsiteX428" fmla="*/ 3019689 w 12191996"/>
              <a:gd name="connsiteY428" fmla="*/ 231691 h 320591"/>
              <a:gd name="connsiteX429" fmla="*/ 2981589 w 12191996"/>
              <a:gd name="connsiteY429" fmla="*/ 250741 h 320591"/>
              <a:gd name="connsiteX430" fmla="*/ 2945077 w 12191996"/>
              <a:gd name="connsiteY430" fmla="*/ 269791 h 320591"/>
              <a:gd name="connsiteX431" fmla="*/ 2903802 w 12191996"/>
              <a:gd name="connsiteY431" fmla="*/ 285666 h 320591"/>
              <a:gd name="connsiteX432" fmla="*/ 2857764 w 12191996"/>
              <a:gd name="connsiteY432" fmla="*/ 299954 h 320591"/>
              <a:gd name="connsiteX433" fmla="*/ 2805377 w 12191996"/>
              <a:gd name="connsiteY433" fmla="*/ 311066 h 320591"/>
              <a:gd name="connsiteX434" fmla="*/ 2745052 w 12191996"/>
              <a:gd name="connsiteY434" fmla="*/ 319004 h 320591"/>
              <a:gd name="connsiteX435" fmla="*/ 2676789 w 12191996"/>
              <a:gd name="connsiteY435" fmla="*/ 320591 h 320591"/>
              <a:gd name="connsiteX436" fmla="*/ 2608527 w 12191996"/>
              <a:gd name="connsiteY436" fmla="*/ 319004 h 320591"/>
              <a:gd name="connsiteX437" fmla="*/ 2548202 w 12191996"/>
              <a:gd name="connsiteY437" fmla="*/ 311066 h 320591"/>
              <a:gd name="connsiteX438" fmla="*/ 2495814 w 12191996"/>
              <a:gd name="connsiteY438" fmla="*/ 299954 h 320591"/>
              <a:gd name="connsiteX439" fmla="*/ 2449777 w 12191996"/>
              <a:gd name="connsiteY439" fmla="*/ 285666 h 320591"/>
              <a:gd name="connsiteX440" fmla="*/ 2408502 w 12191996"/>
              <a:gd name="connsiteY440" fmla="*/ 269791 h 320591"/>
              <a:gd name="connsiteX441" fmla="*/ 2371989 w 12191996"/>
              <a:gd name="connsiteY441" fmla="*/ 250741 h 320591"/>
              <a:gd name="connsiteX442" fmla="*/ 2333889 w 12191996"/>
              <a:gd name="connsiteY442" fmla="*/ 231691 h 320591"/>
              <a:gd name="connsiteX443" fmla="*/ 2295789 w 12191996"/>
              <a:gd name="connsiteY443" fmla="*/ 212641 h 320591"/>
              <a:gd name="connsiteX444" fmla="*/ 2259277 w 12191996"/>
              <a:gd name="connsiteY444" fmla="*/ 196766 h 320591"/>
              <a:gd name="connsiteX445" fmla="*/ 2218002 w 12191996"/>
              <a:gd name="connsiteY445" fmla="*/ 180891 h 320591"/>
              <a:gd name="connsiteX446" fmla="*/ 2171964 w 12191996"/>
              <a:gd name="connsiteY446" fmla="*/ 165016 h 320591"/>
              <a:gd name="connsiteX447" fmla="*/ 2119577 w 12191996"/>
              <a:gd name="connsiteY447" fmla="*/ 153904 h 320591"/>
              <a:gd name="connsiteX448" fmla="*/ 2059252 w 12191996"/>
              <a:gd name="connsiteY448" fmla="*/ 147554 h 320591"/>
              <a:gd name="connsiteX449" fmla="*/ 1990989 w 12191996"/>
              <a:gd name="connsiteY449" fmla="*/ 144379 h 320591"/>
              <a:gd name="connsiteX450" fmla="*/ 1922727 w 12191996"/>
              <a:gd name="connsiteY450" fmla="*/ 147554 h 320591"/>
              <a:gd name="connsiteX451" fmla="*/ 1862402 w 12191996"/>
              <a:gd name="connsiteY451" fmla="*/ 153904 h 320591"/>
              <a:gd name="connsiteX452" fmla="*/ 1810014 w 12191996"/>
              <a:gd name="connsiteY452" fmla="*/ 165016 h 320591"/>
              <a:gd name="connsiteX453" fmla="*/ 1763977 w 12191996"/>
              <a:gd name="connsiteY453" fmla="*/ 180891 h 320591"/>
              <a:gd name="connsiteX454" fmla="*/ 1722702 w 12191996"/>
              <a:gd name="connsiteY454" fmla="*/ 196766 h 320591"/>
              <a:gd name="connsiteX455" fmla="*/ 1686189 w 12191996"/>
              <a:gd name="connsiteY455" fmla="*/ 212641 h 320591"/>
              <a:gd name="connsiteX456" fmla="*/ 1648089 w 12191996"/>
              <a:gd name="connsiteY456" fmla="*/ 231691 h 320591"/>
              <a:gd name="connsiteX457" fmla="*/ 1609989 w 12191996"/>
              <a:gd name="connsiteY457" fmla="*/ 250741 h 320591"/>
              <a:gd name="connsiteX458" fmla="*/ 1573477 w 12191996"/>
              <a:gd name="connsiteY458" fmla="*/ 269791 h 320591"/>
              <a:gd name="connsiteX459" fmla="*/ 1532202 w 12191996"/>
              <a:gd name="connsiteY459" fmla="*/ 285666 h 320591"/>
              <a:gd name="connsiteX460" fmla="*/ 1486164 w 12191996"/>
              <a:gd name="connsiteY460" fmla="*/ 299954 h 320591"/>
              <a:gd name="connsiteX461" fmla="*/ 1433777 w 12191996"/>
              <a:gd name="connsiteY461" fmla="*/ 311066 h 320591"/>
              <a:gd name="connsiteX462" fmla="*/ 1373452 w 12191996"/>
              <a:gd name="connsiteY462" fmla="*/ 319004 h 320591"/>
              <a:gd name="connsiteX463" fmla="*/ 1305189 w 12191996"/>
              <a:gd name="connsiteY463" fmla="*/ 320591 h 320591"/>
              <a:gd name="connsiteX464" fmla="*/ 1236927 w 12191996"/>
              <a:gd name="connsiteY464" fmla="*/ 319004 h 320591"/>
              <a:gd name="connsiteX465" fmla="*/ 1176602 w 12191996"/>
              <a:gd name="connsiteY465" fmla="*/ 311066 h 320591"/>
              <a:gd name="connsiteX466" fmla="*/ 1124214 w 12191996"/>
              <a:gd name="connsiteY466" fmla="*/ 299954 h 320591"/>
              <a:gd name="connsiteX467" fmla="*/ 1078177 w 12191996"/>
              <a:gd name="connsiteY467" fmla="*/ 285666 h 320591"/>
              <a:gd name="connsiteX468" fmla="*/ 1036902 w 12191996"/>
              <a:gd name="connsiteY468" fmla="*/ 269791 h 320591"/>
              <a:gd name="connsiteX469" fmla="*/ 1000389 w 12191996"/>
              <a:gd name="connsiteY469" fmla="*/ 250741 h 320591"/>
              <a:gd name="connsiteX470" fmla="*/ 962289 w 12191996"/>
              <a:gd name="connsiteY470" fmla="*/ 231691 h 320591"/>
              <a:gd name="connsiteX471" fmla="*/ 924189 w 12191996"/>
              <a:gd name="connsiteY471" fmla="*/ 212641 h 320591"/>
              <a:gd name="connsiteX472" fmla="*/ 887677 w 12191996"/>
              <a:gd name="connsiteY472" fmla="*/ 196766 h 320591"/>
              <a:gd name="connsiteX473" fmla="*/ 846402 w 12191996"/>
              <a:gd name="connsiteY473" fmla="*/ 180891 h 320591"/>
              <a:gd name="connsiteX474" fmla="*/ 800364 w 12191996"/>
              <a:gd name="connsiteY474" fmla="*/ 165016 h 320591"/>
              <a:gd name="connsiteX475" fmla="*/ 747977 w 12191996"/>
              <a:gd name="connsiteY475" fmla="*/ 153904 h 320591"/>
              <a:gd name="connsiteX476" fmla="*/ 687652 w 12191996"/>
              <a:gd name="connsiteY476" fmla="*/ 147554 h 320591"/>
              <a:gd name="connsiteX477" fmla="*/ 619389 w 12191996"/>
              <a:gd name="connsiteY477" fmla="*/ 144379 h 320591"/>
              <a:gd name="connsiteX478" fmla="*/ 551127 w 12191996"/>
              <a:gd name="connsiteY478" fmla="*/ 147554 h 320591"/>
              <a:gd name="connsiteX479" fmla="*/ 490802 w 12191996"/>
              <a:gd name="connsiteY479" fmla="*/ 153904 h 320591"/>
              <a:gd name="connsiteX480" fmla="*/ 438414 w 12191996"/>
              <a:gd name="connsiteY480" fmla="*/ 165016 h 320591"/>
              <a:gd name="connsiteX481" fmla="*/ 392377 w 12191996"/>
              <a:gd name="connsiteY481" fmla="*/ 180891 h 320591"/>
              <a:gd name="connsiteX482" fmla="*/ 351102 w 12191996"/>
              <a:gd name="connsiteY482" fmla="*/ 196766 h 320591"/>
              <a:gd name="connsiteX483" fmla="*/ 314589 w 12191996"/>
              <a:gd name="connsiteY483" fmla="*/ 212641 h 320591"/>
              <a:gd name="connsiteX484" fmla="*/ 276489 w 12191996"/>
              <a:gd name="connsiteY484" fmla="*/ 231691 h 320591"/>
              <a:gd name="connsiteX485" fmla="*/ 238389 w 12191996"/>
              <a:gd name="connsiteY485" fmla="*/ 250741 h 320591"/>
              <a:gd name="connsiteX486" fmla="*/ 201877 w 12191996"/>
              <a:gd name="connsiteY486" fmla="*/ 269791 h 320591"/>
              <a:gd name="connsiteX487" fmla="*/ 160602 w 12191996"/>
              <a:gd name="connsiteY487" fmla="*/ 285666 h 320591"/>
              <a:gd name="connsiteX488" fmla="*/ 114564 w 12191996"/>
              <a:gd name="connsiteY488" fmla="*/ 299954 h 320591"/>
              <a:gd name="connsiteX489" fmla="*/ 62177 w 12191996"/>
              <a:gd name="connsiteY489" fmla="*/ 311066 h 320591"/>
              <a:gd name="connsiteX490" fmla="*/ 1852 w 12191996"/>
              <a:gd name="connsiteY490" fmla="*/ 319004 h 320591"/>
              <a:gd name="connsiteX491" fmla="*/ 0 w 12191996"/>
              <a:gd name="connsiteY491" fmla="*/ 319047 h 320591"/>
              <a:gd name="connsiteX492" fmla="*/ 0 w 12191996"/>
              <a:gd name="connsiteY492" fmla="*/ 174668 h 320591"/>
              <a:gd name="connsiteX493" fmla="*/ 1852 w 12191996"/>
              <a:gd name="connsiteY493" fmla="*/ 174625 h 320591"/>
              <a:gd name="connsiteX494" fmla="*/ 62177 w 12191996"/>
              <a:gd name="connsiteY494" fmla="*/ 166687 h 320591"/>
              <a:gd name="connsiteX495" fmla="*/ 114564 w 12191996"/>
              <a:gd name="connsiteY495" fmla="*/ 155575 h 320591"/>
              <a:gd name="connsiteX496" fmla="*/ 160602 w 12191996"/>
              <a:gd name="connsiteY496" fmla="*/ 141287 h 320591"/>
              <a:gd name="connsiteX497" fmla="*/ 201877 w 12191996"/>
              <a:gd name="connsiteY497" fmla="*/ 125412 h 320591"/>
              <a:gd name="connsiteX498" fmla="*/ 238389 w 12191996"/>
              <a:gd name="connsiteY498" fmla="*/ 106362 h 320591"/>
              <a:gd name="connsiteX499" fmla="*/ 276489 w 12191996"/>
              <a:gd name="connsiteY499" fmla="*/ 87312 h 320591"/>
              <a:gd name="connsiteX500" fmla="*/ 314589 w 12191996"/>
              <a:gd name="connsiteY500" fmla="*/ 68262 h 320591"/>
              <a:gd name="connsiteX501" fmla="*/ 351102 w 12191996"/>
              <a:gd name="connsiteY501" fmla="*/ 52387 h 320591"/>
              <a:gd name="connsiteX502" fmla="*/ 392377 w 12191996"/>
              <a:gd name="connsiteY502" fmla="*/ 36512 h 320591"/>
              <a:gd name="connsiteX503" fmla="*/ 438414 w 12191996"/>
              <a:gd name="connsiteY503" fmla="*/ 20637 h 320591"/>
              <a:gd name="connsiteX504" fmla="*/ 490802 w 12191996"/>
              <a:gd name="connsiteY504" fmla="*/ 9525 h 320591"/>
              <a:gd name="connsiteX505" fmla="*/ 551127 w 12191996"/>
              <a:gd name="connsiteY505" fmla="*/ 3175 h 320591"/>
              <a:gd name="connsiteX506" fmla="*/ 619389 w 12191996"/>
              <a:gd name="connsiteY506" fmla="*/ 0 h 32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</a:cxnLst>
            <a:rect l="l" t="t" r="r" b="b"/>
            <a:pathLst>
              <a:path w="12191996" h="320591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5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7" y="52387"/>
                </a:lnTo>
                <a:lnTo>
                  <a:pt x="5038989" y="68262"/>
                </a:lnTo>
                <a:lnTo>
                  <a:pt x="5077090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7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9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6" y="174668"/>
                </a:lnTo>
                <a:lnTo>
                  <a:pt x="12191996" y="319047"/>
                </a:lnTo>
                <a:lnTo>
                  <a:pt x="12190146" y="319004"/>
                </a:lnTo>
                <a:lnTo>
                  <a:pt x="12129820" y="311067"/>
                </a:lnTo>
                <a:lnTo>
                  <a:pt x="12077432" y="299954"/>
                </a:lnTo>
                <a:lnTo>
                  <a:pt x="12031396" y="285666"/>
                </a:lnTo>
                <a:lnTo>
                  <a:pt x="11990120" y="269791"/>
                </a:lnTo>
                <a:lnTo>
                  <a:pt x="11953608" y="250741"/>
                </a:lnTo>
                <a:lnTo>
                  <a:pt x="11915508" y="231691"/>
                </a:lnTo>
                <a:lnTo>
                  <a:pt x="11877408" y="212641"/>
                </a:lnTo>
                <a:lnTo>
                  <a:pt x="11840896" y="196766"/>
                </a:lnTo>
                <a:lnTo>
                  <a:pt x="11799620" y="180891"/>
                </a:lnTo>
                <a:lnTo>
                  <a:pt x="11753582" y="165016"/>
                </a:lnTo>
                <a:lnTo>
                  <a:pt x="11701196" y="153904"/>
                </a:lnTo>
                <a:lnTo>
                  <a:pt x="11640870" y="147554"/>
                </a:lnTo>
                <a:lnTo>
                  <a:pt x="11572608" y="144379"/>
                </a:lnTo>
                <a:lnTo>
                  <a:pt x="11504346" y="147554"/>
                </a:lnTo>
                <a:lnTo>
                  <a:pt x="11444020" y="153904"/>
                </a:lnTo>
                <a:lnTo>
                  <a:pt x="11391632" y="165016"/>
                </a:lnTo>
                <a:lnTo>
                  <a:pt x="11345596" y="180891"/>
                </a:lnTo>
                <a:lnTo>
                  <a:pt x="11304320" y="196766"/>
                </a:lnTo>
                <a:lnTo>
                  <a:pt x="11267808" y="212641"/>
                </a:lnTo>
                <a:lnTo>
                  <a:pt x="11229708" y="231691"/>
                </a:lnTo>
                <a:lnTo>
                  <a:pt x="11191608" y="250741"/>
                </a:lnTo>
                <a:lnTo>
                  <a:pt x="11155096" y="269791"/>
                </a:lnTo>
                <a:lnTo>
                  <a:pt x="11113820" y="285666"/>
                </a:lnTo>
                <a:lnTo>
                  <a:pt x="11067782" y="299954"/>
                </a:lnTo>
                <a:lnTo>
                  <a:pt x="11015396" y="311066"/>
                </a:lnTo>
                <a:lnTo>
                  <a:pt x="10955070" y="319004"/>
                </a:lnTo>
                <a:lnTo>
                  <a:pt x="10886808" y="320591"/>
                </a:lnTo>
                <a:lnTo>
                  <a:pt x="10818546" y="319004"/>
                </a:lnTo>
                <a:lnTo>
                  <a:pt x="10758220" y="311066"/>
                </a:lnTo>
                <a:lnTo>
                  <a:pt x="10705832" y="299954"/>
                </a:lnTo>
                <a:lnTo>
                  <a:pt x="10659796" y="285666"/>
                </a:lnTo>
                <a:lnTo>
                  <a:pt x="10618520" y="269791"/>
                </a:lnTo>
                <a:lnTo>
                  <a:pt x="10582008" y="250741"/>
                </a:lnTo>
                <a:lnTo>
                  <a:pt x="10543908" y="231691"/>
                </a:lnTo>
                <a:lnTo>
                  <a:pt x="10505808" y="212641"/>
                </a:lnTo>
                <a:lnTo>
                  <a:pt x="10469296" y="196766"/>
                </a:lnTo>
                <a:lnTo>
                  <a:pt x="10428020" y="180891"/>
                </a:lnTo>
                <a:lnTo>
                  <a:pt x="10381982" y="165016"/>
                </a:lnTo>
                <a:lnTo>
                  <a:pt x="10329596" y="153904"/>
                </a:lnTo>
                <a:lnTo>
                  <a:pt x="10269270" y="147554"/>
                </a:lnTo>
                <a:lnTo>
                  <a:pt x="10201008" y="144379"/>
                </a:lnTo>
                <a:lnTo>
                  <a:pt x="10132746" y="147554"/>
                </a:lnTo>
                <a:lnTo>
                  <a:pt x="10072420" y="153904"/>
                </a:lnTo>
                <a:lnTo>
                  <a:pt x="10020032" y="165016"/>
                </a:lnTo>
                <a:lnTo>
                  <a:pt x="9973996" y="180891"/>
                </a:lnTo>
                <a:lnTo>
                  <a:pt x="9932720" y="196766"/>
                </a:lnTo>
                <a:lnTo>
                  <a:pt x="9896208" y="212641"/>
                </a:lnTo>
                <a:lnTo>
                  <a:pt x="9820008" y="250741"/>
                </a:lnTo>
                <a:lnTo>
                  <a:pt x="9783496" y="269791"/>
                </a:lnTo>
                <a:lnTo>
                  <a:pt x="9742220" y="285666"/>
                </a:lnTo>
                <a:lnTo>
                  <a:pt x="9696182" y="299954"/>
                </a:lnTo>
                <a:lnTo>
                  <a:pt x="9643796" y="311066"/>
                </a:lnTo>
                <a:lnTo>
                  <a:pt x="9583470" y="319004"/>
                </a:lnTo>
                <a:lnTo>
                  <a:pt x="9515208" y="320591"/>
                </a:lnTo>
                <a:lnTo>
                  <a:pt x="9446946" y="319004"/>
                </a:lnTo>
                <a:lnTo>
                  <a:pt x="9386620" y="311066"/>
                </a:lnTo>
                <a:lnTo>
                  <a:pt x="9334232" y="299954"/>
                </a:lnTo>
                <a:lnTo>
                  <a:pt x="9288196" y="285666"/>
                </a:lnTo>
                <a:lnTo>
                  <a:pt x="9246920" y="269791"/>
                </a:lnTo>
                <a:lnTo>
                  <a:pt x="9210408" y="250741"/>
                </a:lnTo>
                <a:lnTo>
                  <a:pt x="9172308" y="231691"/>
                </a:lnTo>
                <a:lnTo>
                  <a:pt x="9134208" y="212641"/>
                </a:lnTo>
                <a:lnTo>
                  <a:pt x="9097696" y="196766"/>
                </a:lnTo>
                <a:lnTo>
                  <a:pt x="9056420" y="180891"/>
                </a:lnTo>
                <a:lnTo>
                  <a:pt x="9010382" y="165016"/>
                </a:lnTo>
                <a:lnTo>
                  <a:pt x="8957996" y="153904"/>
                </a:lnTo>
                <a:lnTo>
                  <a:pt x="8897670" y="147554"/>
                </a:lnTo>
                <a:lnTo>
                  <a:pt x="8827820" y="144379"/>
                </a:lnTo>
                <a:lnTo>
                  <a:pt x="8761146" y="147554"/>
                </a:lnTo>
                <a:lnTo>
                  <a:pt x="8700820" y="153904"/>
                </a:lnTo>
                <a:lnTo>
                  <a:pt x="8648432" y="165016"/>
                </a:lnTo>
                <a:lnTo>
                  <a:pt x="8602396" y="180891"/>
                </a:lnTo>
                <a:lnTo>
                  <a:pt x="8561120" y="196766"/>
                </a:lnTo>
                <a:lnTo>
                  <a:pt x="8524608" y="212641"/>
                </a:lnTo>
                <a:lnTo>
                  <a:pt x="8486508" y="231691"/>
                </a:lnTo>
                <a:lnTo>
                  <a:pt x="8448408" y="250741"/>
                </a:lnTo>
                <a:lnTo>
                  <a:pt x="8411896" y="269791"/>
                </a:lnTo>
                <a:lnTo>
                  <a:pt x="8370621" y="285666"/>
                </a:lnTo>
                <a:lnTo>
                  <a:pt x="8324583" y="299954"/>
                </a:lnTo>
                <a:lnTo>
                  <a:pt x="8272196" y="311066"/>
                </a:lnTo>
                <a:lnTo>
                  <a:pt x="8211871" y="319004"/>
                </a:lnTo>
                <a:lnTo>
                  <a:pt x="8143608" y="320591"/>
                </a:lnTo>
                <a:lnTo>
                  <a:pt x="8075346" y="319004"/>
                </a:lnTo>
                <a:lnTo>
                  <a:pt x="8015021" y="311066"/>
                </a:lnTo>
                <a:lnTo>
                  <a:pt x="7962633" y="299954"/>
                </a:lnTo>
                <a:lnTo>
                  <a:pt x="7916596" y="285666"/>
                </a:lnTo>
                <a:lnTo>
                  <a:pt x="7875321" y="269791"/>
                </a:lnTo>
                <a:lnTo>
                  <a:pt x="7838808" y="250741"/>
                </a:lnTo>
                <a:lnTo>
                  <a:pt x="7800708" y="231691"/>
                </a:lnTo>
                <a:lnTo>
                  <a:pt x="7762608" y="212641"/>
                </a:lnTo>
                <a:lnTo>
                  <a:pt x="7726096" y="196766"/>
                </a:lnTo>
                <a:lnTo>
                  <a:pt x="7684821" y="180891"/>
                </a:lnTo>
                <a:lnTo>
                  <a:pt x="7638783" y="165016"/>
                </a:lnTo>
                <a:lnTo>
                  <a:pt x="7586396" y="153904"/>
                </a:lnTo>
                <a:lnTo>
                  <a:pt x="7526071" y="147554"/>
                </a:lnTo>
                <a:lnTo>
                  <a:pt x="7457808" y="144379"/>
                </a:lnTo>
                <a:lnTo>
                  <a:pt x="7389546" y="147554"/>
                </a:lnTo>
                <a:lnTo>
                  <a:pt x="7329221" y="153904"/>
                </a:lnTo>
                <a:lnTo>
                  <a:pt x="7276833" y="165016"/>
                </a:lnTo>
                <a:lnTo>
                  <a:pt x="7230796" y="180891"/>
                </a:lnTo>
                <a:lnTo>
                  <a:pt x="7189521" y="196766"/>
                </a:lnTo>
                <a:lnTo>
                  <a:pt x="7153008" y="212641"/>
                </a:lnTo>
                <a:lnTo>
                  <a:pt x="7114908" y="231691"/>
                </a:lnTo>
                <a:lnTo>
                  <a:pt x="7076808" y="250741"/>
                </a:lnTo>
                <a:lnTo>
                  <a:pt x="7040296" y="269791"/>
                </a:lnTo>
                <a:lnTo>
                  <a:pt x="6999021" y="285666"/>
                </a:lnTo>
                <a:lnTo>
                  <a:pt x="6952983" y="299954"/>
                </a:lnTo>
                <a:lnTo>
                  <a:pt x="6900596" y="311066"/>
                </a:lnTo>
                <a:lnTo>
                  <a:pt x="6840271" y="319004"/>
                </a:lnTo>
                <a:lnTo>
                  <a:pt x="6781799" y="320364"/>
                </a:lnTo>
                <a:lnTo>
                  <a:pt x="6723327" y="319004"/>
                </a:lnTo>
                <a:lnTo>
                  <a:pt x="6663002" y="311066"/>
                </a:lnTo>
                <a:lnTo>
                  <a:pt x="6610614" y="299954"/>
                </a:lnTo>
                <a:lnTo>
                  <a:pt x="6564577" y="285666"/>
                </a:lnTo>
                <a:lnTo>
                  <a:pt x="6523302" y="269791"/>
                </a:lnTo>
                <a:lnTo>
                  <a:pt x="6486789" y="250741"/>
                </a:lnTo>
                <a:lnTo>
                  <a:pt x="6448689" y="231691"/>
                </a:lnTo>
                <a:lnTo>
                  <a:pt x="6410589" y="212641"/>
                </a:lnTo>
                <a:lnTo>
                  <a:pt x="6374077" y="196766"/>
                </a:lnTo>
                <a:lnTo>
                  <a:pt x="6332802" y="180891"/>
                </a:lnTo>
                <a:lnTo>
                  <a:pt x="6286764" y="165016"/>
                </a:lnTo>
                <a:lnTo>
                  <a:pt x="6234377" y="153904"/>
                </a:lnTo>
                <a:lnTo>
                  <a:pt x="6174052" y="147554"/>
                </a:lnTo>
                <a:lnTo>
                  <a:pt x="6105789" y="144379"/>
                </a:lnTo>
                <a:lnTo>
                  <a:pt x="6095999" y="144834"/>
                </a:lnTo>
                <a:lnTo>
                  <a:pt x="6086208" y="144379"/>
                </a:lnTo>
                <a:lnTo>
                  <a:pt x="6017947" y="147554"/>
                </a:lnTo>
                <a:lnTo>
                  <a:pt x="5957621" y="153904"/>
                </a:lnTo>
                <a:lnTo>
                  <a:pt x="5905234" y="165016"/>
                </a:lnTo>
                <a:lnTo>
                  <a:pt x="5859196" y="180891"/>
                </a:lnTo>
                <a:lnTo>
                  <a:pt x="5817921" y="196766"/>
                </a:lnTo>
                <a:lnTo>
                  <a:pt x="5781408" y="212641"/>
                </a:lnTo>
                <a:lnTo>
                  <a:pt x="5743308" y="231691"/>
                </a:lnTo>
                <a:lnTo>
                  <a:pt x="5705209" y="250741"/>
                </a:lnTo>
                <a:lnTo>
                  <a:pt x="5668696" y="269791"/>
                </a:lnTo>
                <a:lnTo>
                  <a:pt x="5627421" y="285666"/>
                </a:lnTo>
                <a:lnTo>
                  <a:pt x="5581383" y="299954"/>
                </a:lnTo>
                <a:lnTo>
                  <a:pt x="5528996" y="311066"/>
                </a:lnTo>
                <a:lnTo>
                  <a:pt x="5468671" y="319004"/>
                </a:lnTo>
                <a:lnTo>
                  <a:pt x="5410199" y="320364"/>
                </a:lnTo>
                <a:lnTo>
                  <a:pt x="5351727" y="319004"/>
                </a:lnTo>
                <a:lnTo>
                  <a:pt x="5291401" y="311066"/>
                </a:lnTo>
                <a:lnTo>
                  <a:pt x="5239014" y="299954"/>
                </a:lnTo>
                <a:lnTo>
                  <a:pt x="5192976" y="285666"/>
                </a:lnTo>
                <a:lnTo>
                  <a:pt x="5151701" y="269791"/>
                </a:lnTo>
                <a:lnTo>
                  <a:pt x="5115189" y="250741"/>
                </a:lnTo>
                <a:lnTo>
                  <a:pt x="5077089" y="231691"/>
                </a:lnTo>
                <a:lnTo>
                  <a:pt x="5038989" y="212641"/>
                </a:lnTo>
                <a:lnTo>
                  <a:pt x="5002476" y="196766"/>
                </a:lnTo>
                <a:lnTo>
                  <a:pt x="4961201" y="180891"/>
                </a:lnTo>
                <a:lnTo>
                  <a:pt x="4915165" y="165016"/>
                </a:lnTo>
                <a:lnTo>
                  <a:pt x="4862777" y="153904"/>
                </a:lnTo>
                <a:lnTo>
                  <a:pt x="4802453" y="147554"/>
                </a:lnTo>
                <a:lnTo>
                  <a:pt x="4734189" y="144379"/>
                </a:lnTo>
                <a:lnTo>
                  <a:pt x="4665928" y="147554"/>
                </a:lnTo>
                <a:lnTo>
                  <a:pt x="4605602" y="153904"/>
                </a:lnTo>
                <a:lnTo>
                  <a:pt x="4553214" y="165016"/>
                </a:lnTo>
                <a:lnTo>
                  <a:pt x="4507177" y="180891"/>
                </a:lnTo>
                <a:lnTo>
                  <a:pt x="4465902" y="196766"/>
                </a:lnTo>
                <a:lnTo>
                  <a:pt x="4429389" y="212641"/>
                </a:lnTo>
                <a:lnTo>
                  <a:pt x="4353189" y="250741"/>
                </a:lnTo>
                <a:lnTo>
                  <a:pt x="4316677" y="269791"/>
                </a:lnTo>
                <a:lnTo>
                  <a:pt x="4275402" y="285666"/>
                </a:lnTo>
                <a:lnTo>
                  <a:pt x="4229364" y="299954"/>
                </a:lnTo>
                <a:lnTo>
                  <a:pt x="4176977" y="311066"/>
                </a:lnTo>
                <a:lnTo>
                  <a:pt x="4116652" y="319004"/>
                </a:lnTo>
                <a:lnTo>
                  <a:pt x="4048389" y="320591"/>
                </a:lnTo>
                <a:lnTo>
                  <a:pt x="3980127" y="319004"/>
                </a:lnTo>
                <a:lnTo>
                  <a:pt x="3919802" y="311066"/>
                </a:lnTo>
                <a:lnTo>
                  <a:pt x="3867414" y="299954"/>
                </a:lnTo>
                <a:lnTo>
                  <a:pt x="3821377" y="285666"/>
                </a:lnTo>
                <a:lnTo>
                  <a:pt x="3780102" y="269791"/>
                </a:lnTo>
                <a:lnTo>
                  <a:pt x="3743589" y="250741"/>
                </a:lnTo>
                <a:lnTo>
                  <a:pt x="3705489" y="231691"/>
                </a:lnTo>
                <a:lnTo>
                  <a:pt x="3667389" y="212641"/>
                </a:lnTo>
                <a:lnTo>
                  <a:pt x="3630877" y="196766"/>
                </a:lnTo>
                <a:lnTo>
                  <a:pt x="3589602" y="180891"/>
                </a:lnTo>
                <a:lnTo>
                  <a:pt x="3543564" y="165016"/>
                </a:lnTo>
                <a:lnTo>
                  <a:pt x="3491177" y="153904"/>
                </a:lnTo>
                <a:lnTo>
                  <a:pt x="3430852" y="147554"/>
                </a:lnTo>
                <a:lnTo>
                  <a:pt x="3361002" y="144379"/>
                </a:lnTo>
                <a:lnTo>
                  <a:pt x="3294327" y="147554"/>
                </a:lnTo>
                <a:lnTo>
                  <a:pt x="3234002" y="153904"/>
                </a:lnTo>
                <a:lnTo>
                  <a:pt x="3181614" y="165016"/>
                </a:lnTo>
                <a:lnTo>
                  <a:pt x="3135577" y="180891"/>
                </a:lnTo>
                <a:lnTo>
                  <a:pt x="3094302" y="196766"/>
                </a:lnTo>
                <a:lnTo>
                  <a:pt x="3057789" y="212641"/>
                </a:lnTo>
                <a:lnTo>
                  <a:pt x="3019689" y="231691"/>
                </a:lnTo>
                <a:lnTo>
                  <a:pt x="2981589" y="250741"/>
                </a:lnTo>
                <a:lnTo>
                  <a:pt x="2945077" y="269791"/>
                </a:lnTo>
                <a:lnTo>
                  <a:pt x="2903802" y="285666"/>
                </a:lnTo>
                <a:lnTo>
                  <a:pt x="2857764" y="299954"/>
                </a:lnTo>
                <a:lnTo>
                  <a:pt x="2805377" y="311066"/>
                </a:lnTo>
                <a:lnTo>
                  <a:pt x="2745052" y="319004"/>
                </a:lnTo>
                <a:lnTo>
                  <a:pt x="2676789" y="320591"/>
                </a:lnTo>
                <a:lnTo>
                  <a:pt x="2608527" y="319004"/>
                </a:lnTo>
                <a:lnTo>
                  <a:pt x="2548202" y="311066"/>
                </a:lnTo>
                <a:lnTo>
                  <a:pt x="2495814" y="299954"/>
                </a:lnTo>
                <a:lnTo>
                  <a:pt x="2449777" y="285666"/>
                </a:lnTo>
                <a:lnTo>
                  <a:pt x="2408502" y="269791"/>
                </a:lnTo>
                <a:lnTo>
                  <a:pt x="2371989" y="250741"/>
                </a:lnTo>
                <a:lnTo>
                  <a:pt x="2333889" y="231691"/>
                </a:lnTo>
                <a:lnTo>
                  <a:pt x="2295789" y="212641"/>
                </a:lnTo>
                <a:lnTo>
                  <a:pt x="2259277" y="196766"/>
                </a:lnTo>
                <a:lnTo>
                  <a:pt x="2218002" y="180891"/>
                </a:lnTo>
                <a:lnTo>
                  <a:pt x="2171964" y="165016"/>
                </a:lnTo>
                <a:lnTo>
                  <a:pt x="2119577" y="153904"/>
                </a:lnTo>
                <a:lnTo>
                  <a:pt x="2059252" y="147554"/>
                </a:lnTo>
                <a:lnTo>
                  <a:pt x="1990989" y="144379"/>
                </a:lnTo>
                <a:lnTo>
                  <a:pt x="1922727" y="147554"/>
                </a:lnTo>
                <a:lnTo>
                  <a:pt x="1862402" y="153904"/>
                </a:lnTo>
                <a:lnTo>
                  <a:pt x="1810014" y="165016"/>
                </a:lnTo>
                <a:lnTo>
                  <a:pt x="1763977" y="180891"/>
                </a:lnTo>
                <a:lnTo>
                  <a:pt x="1722702" y="196766"/>
                </a:lnTo>
                <a:lnTo>
                  <a:pt x="1686189" y="212641"/>
                </a:lnTo>
                <a:lnTo>
                  <a:pt x="1648089" y="231691"/>
                </a:lnTo>
                <a:lnTo>
                  <a:pt x="1609989" y="250741"/>
                </a:lnTo>
                <a:lnTo>
                  <a:pt x="1573477" y="269791"/>
                </a:lnTo>
                <a:lnTo>
                  <a:pt x="1532202" y="285666"/>
                </a:lnTo>
                <a:lnTo>
                  <a:pt x="1486164" y="299954"/>
                </a:lnTo>
                <a:lnTo>
                  <a:pt x="1433777" y="311066"/>
                </a:lnTo>
                <a:lnTo>
                  <a:pt x="1373452" y="319004"/>
                </a:lnTo>
                <a:lnTo>
                  <a:pt x="1305189" y="320591"/>
                </a:lnTo>
                <a:lnTo>
                  <a:pt x="1236927" y="319004"/>
                </a:lnTo>
                <a:lnTo>
                  <a:pt x="1176602" y="311066"/>
                </a:lnTo>
                <a:lnTo>
                  <a:pt x="1124214" y="299954"/>
                </a:lnTo>
                <a:lnTo>
                  <a:pt x="1078177" y="285666"/>
                </a:lnTo>
                <a:lnTo>
                  <a:pt x="1036902" y="269791"/>
                </a:lnTo>
                <a:lnTo>
                  <a:pt x="1000389" y="250741"/>
                </a:lnTo>
                <a:lnTo>
                  <a:pt x="962289" y="231691"/>
                </a:lnTo>
                <a:lnTo>
                  <a:pt x="924189" y="212641"/>
                </a:lnTo>
                <a:lnTo>
                  <a:pt x="887677" y="196766"/>
                </a:lnTo>
                <a:lnTo>
                  <a:pt x="846402" y="180891"/>
                </a:lnTo>
                <a:lnTo>
                  <a:pt x="800364" y="165016"/>
                </a:lnTo>
                <a:lnTo>
                  <a:pt x="747977" y="153904"/>
                </a:lnTo>
                <a:lnTo>
                  <a:pt x="687652" y="147554"/>
                </a:lnTo>
                <a:lnTo>
                  <a:pt x="619389" y="144379"/>
                </a:lnTo>
                <a:lnTo>
                  <a:pt x="551127" y="147554"/>
                </a:lnTo>
                <a:lnTo>
                  <a:pt x="490802" y="153904"/>
                </a:lnTo>
                <a:lnTo>
                  <a:pt x="438414" y="165016"/>
                </a:lnTo>
                <a:lnTo>
                  <a:pt x="392377" y="180891"/>
                </a:lnTo>
                <a:lnTo>
                  <a:pt x="351102" y="196766"/>
                </a:lnTo>
                <a:lnTo>
                  <a:pt x="314589" y="212641"/>
                </a:lnTo>
                <a:lnTo>
                  <a:pt x="276489" y="231691"/>
                </a:lnTo>
                <a:lnTo>
                  <a:pt x="238389" y="250741"/>
                </a:lnTo>
                <a:lnTo>
                  <a:pt x="201877" y="269791"/>
                </a:lnTo>
                <a:lnTo>
                  <a:pt x="160602" y="285666"/>
                </a:lnTo>
                <a:lnTo>
                  <a:pt x="114564" y="299954"/>
                </a:lnTo>
                <a:lnTo>
                  <a:pt x="62177" y="311066"/>
                </a:lnTo>
                <a:lnTo>
                  <a:pt x="1852" y="319004"/>
                </a:lnTo>
                <a:lnTo>
                  <a:pt x="0" y="319047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lnTo>
                  <a:pt x="61938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098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lowchart: Document 1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C60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ACDAC-204F-7368-2FCE-4351BE7E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Right Click Controllers Folder -&gt; Add New Scaffolded Item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60D49EE-6BBB-934A-CA1B-AD376EB5D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4" y="640080"/>
            <a:ext cx="6147455" cy="557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55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0B0FE-2962-0067-4065-7AA7B29F9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Select MVC on the left, then MVC Controller with Views, using Entity Framework. Select Add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53A195E-516D-BE99-FD23-B75843178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926242"/>
            <a:ext cx="7214616" cy="497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241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FE30D6-8BD5-FA08-3611-CB108D4A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Should be presented with this screen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DA92043-3C36-3C53-02A2-E8D1EB967F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251" y="1141187"/>
            <a:ext cx="6631341" cy="457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978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825AC39-5F85-4CAA-8A81-A1287086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5DA4D23-37FC-4B90-8188-F0377C5F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417162" cy="6858000"/>
          </a:xfrm>
          <a:custGeom>
            <a:avLst/>
            <a:gdLst>
              <a:gd name="connsiteX0" fmla="*/ 0 w 4417162"/>
              <a:gd name="connsiteY0" fmla="*/ 0 h 6858000"/>
              <a:gd name="connsiteX1" fmla="*/ 144378 w 4417162"/>
              <a:gd name="connsiteY1" fmla="*/ 0 h 6858000"/>
              <a:gd name="connsiteX2" fmla="*/ 2310062 w 4417162"/>
              <a:gd name="connsiteY2" fmla="*/ 0 h 6858000"/>
              <a:gd name="connsiteX3" fmla="*/ 4227367 w 4417162"/>
              <a:gd name="connsiteY3" fmla="*/ 0 h 6858000"/>
              <a:gd name="connsiteX4" fmla="*/ 4232407 w 4417162"/>
              <a:gd name="connsiteY4" fmla="*/ 66675 h 6858000"/>
              <a:gd name="connsiteX5" fmla="*/ 4240804 w 4417162"/>
              <a:gd name="connsiteY5" fmla="*/ 122237 h 6858000"/>
              <a:gd name="connsiteX6" fmla="*/ 4250882 w 4417162"/>
              <a:gd name="connsiteY6" fmla="*/ 174625 h 6858000"/>
              <a:gd name="connsiteX7" fmla="*/ 4267678 w 4417162"/>
              <a:gd name="connsiteY7" fmla="*/ 217487 h 6858000"/>
              <a:gd name="connsiteX8" fmla="*/ 4284474 w 4417162"/>
              <a:gd name="connsiteY8" fmla="*/ 260350 h 6858000"/>
              <a:gd name="connsiteX9" fmla="*/ 4304629 w 4417162"/>
              <a:gd name="connsiteY9" fmla="*/ 296862 h 6858000"/>
              <a:gd name="connsiteX10" fmla="*/ 4324784 w 4417162"/>
              <a:gd name="connsiteY10" fmla="*/ 334962 h 6858000"/>
              <a:gd name="connsiteX11" fmla="*/ 4343260 w 4417162"/>
              <a:gd name="connsiteY11" fmla="*/ 369887 h 6858000"/>
              <a:gd name="connsiteX12" fmla="*/ 4361735 w 4417162"/>
              <a:gd name="connsiteY12" fmla="*/ 409575 h 6858000"/>
              <a:gd name="connsiteX13" fmla="*/ 4378531 w 4417162"/>
              <a:gd name="connsiteY13" fmla="*/ 450850 h 6858000"/>
              <a:gd name="connsiteX14" fmla="*/ 4393648 w 4417162"/>
              <a:gd name="connsiteY14" fmla="*/ 496887 h 6858000"/>
              <a:gd name="connsiteX15" fmla="*/ 4405405 w 4417162"/>
              <a:gd name="connsiteY15" fmla="*/ 546100 h 6858000"/>
              <a:gd name="connsiteX16" fmla="*/ 4413803 w 4417162"/>
              <a:gd name="connsiteY16" fmla="*/ 606425 h 6858000"/>
              <a:gd name="connsiteX17" fmla="*/ 4417162 w 4417162"/>
              <a:gd name="connsiteY17" fmla="*/ 673100 h 6858000"/>
              <a:gd name="connsiteX18" fmla="*/ 4413803 w 4417162"/>
              <a:gd name="connsiteY18" fmla="*/ 744537 h 6858000"/>
              <a:gd name="connsiteX19" fmla="*/ 4405405 w 4417162"/>
              <a:gd name="connsiteY19" fmla="*/ 801687 h 6858000"/>
              <a:gd name="connsiteX20" fmla="*/ 4393648 w 4417162"/>
              <a:gd name="connsiteY20" fmla="*/ 854075 h 6858000"/>
              <a:gd name="connsiteX21" fmla="*/ 4378531 w 4417162"/>
              <a:gd name="connsiteY21" fmla="*/ 901700 h 6858000"/>
              <a:gd name="connsiteX22" fmla="*/ 4361735 w 4417162"/>
              <a:gd name="connsiteY22" fmla="*/ 942975 h 6858000"/>
              <a:gd name="connsiteX23" fmla="*/ 4341580 w 4417162"/>
              <a:gd name="connsiteY23" fmla="*/ 981075 h 6858000"/>
              <a:gd name="connsiteX24" fmla="*/ 4321425 w 4417162"/>
              <a:gd name="connsiteY24" fmla="*/ 1017587 h 6858000"/>
              <a:gd name="connsiteX25" fmla="*/ 4301270 w 4417162"/>
              <a:gd name="connsiteY25" fmla="*/ 1055687 h 6858000"/>
              <a:gd name="connsiteX26" fmla="*/ 4282794 w 4417162"/>
              <a:gd name="connsiteY26" fmla="*/ 1095375 h 6858000"/>
              <a:gd name="connsiteX27" fmla="*/ 4264318 w 4417162"/>
              <a:gd name="connsiteY27" fmla="*/ 1136650 h 6858000"/>
              <a:gd name="connsiteX28" fmla="*/ 4249203 w 4417162"/>
              <a:gd name="connsiteY28" fmla="*/ 1182687 h 6858000"/>
              <a:gd name="connsiteX29" fmla="*/ 4239125 w 4417162"/>
              <a:gd name="connsiteY29" fmla="*/ 1235075 h 6858000"/>
              <a:gd name="connsiteX30" fmla="*/ 4229047 w 4417162"/>
              <a:gd name="connsiteY30" fmla="*/ 1295400 h 6858000"/>
              <a:gd name="connsiteX31" fmla="*/ 4227367 w 4417162"/>
              <a:gd name="connsiteY31" fmla="*/ 1363662 h 6858000"/>
              <a:gd name="connsiteX32" fmla="*/ 4229047 w 4417162"/>
              <a:gd name="connsiteY32" fmla="*/ 1431925 h 6858000"/>
              <a:gd name="connsiteX33" fmla="*/ 4239125 w 4417162"/>
              <a:gd name="connsiteY33" fmla="*/ 1492250 h 6858000"/>
              <a:gd name="connsiteX34" fmla="*/ 4249203 w 4417162"/>
              <a:gd name="connsiteY34" fmla="*/ 1544637 h 6858000"/>
              <a:gd name="connsiteX35" fmla="*/ 4264318 w 4417162"/>
              <a:gd name="connsiteY35" fmla="*/ 1589087 h 6858000"/>
              <a:gd name="connsiteX36" fmla="*/ 4282794 w 4417162"/>
              <a:gd name="connsiteY36" fmla="*/ 1631950 h 6858000"/>
              <a:gd name="connsiteX37" fmla="*/ 4301270 w 4417162"/>
              <a:gd name="connsiteY37" fmla="*/ 1671637 h 6858000"/>
              <a:gd name="connsiteX38" fmla="*/ 4321425 w 4417162"/>
              <a:gd name="connsiteY38" fmla="*/ 1708150 h 6858000"/>
              <a:gd name="connsiteX39" fmla="*/ 4341580 w 4417162"/>
              <a:gd name="connsiteY39" fmla="*/ 1743075 h 6858000"/>
              <a:gd name="connsiteX40" fmla="*/ 4361735 w 4417162"/>
              <a:gd name="connsiteY40" fmla="*/ 1782762 h 6858000"/>
              <a:gd name="connsiteX41" fmla="*/ 4378531 w 4417162"/>
              <a:gd name="connsiteY41" fmla="*/ 1824037 h 6858000"/>
              <a:gd name="connsiteX42" fmla="*/ 4393648 w 4417162"/>
              <a:gd name="connsiteY42" fmla="*/ 1870075 h 6858000"/>
              <a:gd name="connsiteX43" fmla="*/ 4405405 w 4417162"/>
              <a:gd name="connsiteY43" fmla="*/ 1922462 h 6858000"/>
              <a:gd name="connsiteX44" fmla="*/ 4413803 w 4417162"/>
              <a:gd name="connsiteY44" fmla="*/ 1982787 h 6858000"/>
              <a:gd name="connsiteX45" fmla="*/ 4417162 w 4417162"/>
              <a:gd name="connsiteY45" fmla="*/ 2051050 h 6858000"/>
              <a:gd name="connsiteX46" fmla="*/ 4413803 w 4417162"/>
              <a:gd name="connsiteY46" fmla="*/ 2119312 h 6858000"/>
              <a:gd name="connsiteX47" fmla="*/ 4405405 w 4417162"/>
              <a:gd name="connsiteY47" fmla="*/ 2179637 h 6858000"/>
              <a:gd name="connsiteX48" fmla="*/ 4393648 w 4417162"/>
              <a:gd name="connsiteY48" fmla="*/ 2232025 h 6858000"/>
              <a:gd name="connsiteX49" fmla="*/ 4378531 w 4417162"/>
              <a:gd name="connsiteY49" fmla="*/ 2278062 h 6858000"/>
              <a:gd name="connsiteX50" fmla="*/ 4361735 w 4417162"/>
              <a:gd name="connsiteY50" fmla="*/ 2319337 h 6858000"/>
              <a:gd name="connsiteX51" fmla="*/ 4341580 w 4417162"/>
              <a:gd name="connsiteY51" fmla="*/ 2359025 h 6858000"/>
              <a:gd name="connsiteX52" fmla="*/ 4321425 w 4417162"/>
              <a:gd name="connsiteY52" fmla="*/ 2395537 h 6858000"/>
              <a:gd name="connsiteX53" fmla="*/ 4301270 w 4417162"/>
              <a:gd name="connsiteY53" fmla="*/ 2433637 h 6858000"/>
              <a:gd name="connsiteX54" fmla="*/ 4282794 w 4417162"/>
              <a:gd name="connsiteY54" fmla="*/ 2471737 h 6858000"/>
              <a:gd name="connsiteX55" fmla="*/ 4264318 w 4417162"/>
              <a:gd name="connsiteY55" fmla="*/ 2513012 h 6858000"/>
              <a:gd name="connsiteX56" fmla="*/ 4249203 w 4417162"/>
              <a:gd name="connsiteY56" fmla="*/ 2560637 h 6858000"/>
              <a:gd name="connsiteX57" fmla="*/ 4239125 w 4417162"/>
              <a:gd name="connsiteY57" fmla="*/ 2613025 h 6858000"/>
              <a:gd name="connsiteX58" fmla="*/ 4229047 w 4417162"/>
              <a:gd name="connsiteY58" fmla="*/ 2671762 h 6858000"/>
              <a:gd name="connsiteX59" fmla="*/ 4227367 w 4417162"/>
              <a:gd name="connsiteY59" fmla="*/ 2741612 h 6858000"/>
              <a:gd name="connsiteX60" fmla="*/ 4229047 w 4417162"/>
              <a:gd name="connsiteY60" fmla="*/ 2809875 h 6858000"/>
              <a:gd name="connsiteX61" fmla="*/ 4239125 w 4417162"/>
              <a:gd name="connsiteY61" fmla="*/ 2868612 h 6858000"/>
              <a:gd name="connsiteX62" fmla="*/ 4249203 w 4417162"/>
              <a:gd name="connsiteY62" fmla="*/ 2922587 h 6858000"/>
              <a:gd name="connsiteX63" fmla="*/ 4264318 w 4417162"/>
              <a:gd name="connsiteY63" fmla="*/ 2967037 h 6858000"/>
              <a:gd name="connsiteX64" fmla="*/ 4282794 w 4417162"/>
              <a:gd name="connsiteY64" fmla="*/ 3009900 h 6858000"/>
              <a:gd name="connsiteX65" fmla="*/ 4301270 w 4417162"/>
              <a:gd name="connsiteY65" fmla="*/ 3046412 h 6858000"/>
              <a:gd name="connsiteX66" fmla="*/ 4321425 w 4417162"/>
              <a:gd name="connsiteY66" fmla="*/ 3084512 h 6858000"/>
              <a:gd name="connsiteX67" fmla="*/ 4341580 w 4417162"/>
              <a:gd name="connsiteY67" fmla="*/ 3121025 h 6858000"/>
              <a:gd name="connsiteX68" fmla="*/ 4361735 w 4417162"/>
              <a:gd name="connsiteY68" fmla="*/ 3160712 h 6858000"/>
              <a:gd name="connsiteX69" fmla="*/ 4378531 w 4417162"/>
              <a:gd name="connsiteY69" fmla="*/ 3201987 h 6858000"/>
              <a:gd name="connsiteX70" fmla="*/ 4393648 w 4417162"/>
              <a:gd name="connsiteY70" fmla="*/ 3248025 h 6858000"/>
              <a:gd name="connsiteX71" fmla="*/ 4405405 w 4417162"/>
              <a:gd name="connsiteY71" fmla="*/ 3300412 h 6858000"/>
              <a:gd name="connsiteX72" fmla="*/ 4413803 w 4417162"/>
              <a:gd name="connsiteY72" fmla="*/ 3360737 h 6858000"/>
              <a:gd name="connsiteX73" fmla="*/ 4417162 w 4417162"/>
              <a:gd name="connsiteY73" fmla="*/ 3427412 h 6858000"/>
              <a:gd name="connsiteX74" fmla="*/ 4413803 w 4417162"/>
              <a:gd name="connsiteY74" fmla="*/ 3497262 h 6858000"/>
              <a:gd name="connsiteX75" fmla="*/ 4405405 w 4417162"/>
              <a:gd name="connsiteY75" fmla="*/ 3557587 h 6858000"/>
              <a:gd name="connsiteX76" fmla="*/ 4393648 w 4417162"/>
              <a:gd name="connsiteY76" fmla="*/ 3609975 h 6858000"/>
              <a:gd name="connsiteX77" fmla="*/ 4378531 w 4417162"/>
              <a:gd name="connsiteY77" fmla="*/ 3656012 h 6858000"/>
              <a:gd name="connsiteX78" fmla="*/ 4361735 w 4417162"/>
              <a:gd name="connsiteY78" fmla="*/ 3697287 h 6858000"/>
              <a:gd name="connsiteX79" fmla="*/ 4341580 w 4417162"/>
              <a:gd name="connsiteY79" fmla="*/ 3736975 h 6858000"/>
              <a:gd name="connsiteX80" fmla="*/ 4301270 w 4417162"/>
              <a:gd name="connsiteY80" fmla="*/ 3811587 h 6858000"/>
              <a:gd name="connsiteX81" fmla="*/ 4282794 w 4417162"/>
              <a:gd name="connsiteY81" fmla="*/ 3848100 h 6858000"/>
              <a:gd name="connsiteX82" fmla="*/ 4264318 w 4417162"/>
              <a:gd name="connsiteY82" fmla="*/ 3890962 h 6858000"/>
              <a:gd name="connsiteX83" fmla="*/ 4249203 w 4417162"/>
              <a:gd name="connsiteY83" fmla="*/ 3935412 h 6858000"/>
              <a:gd name="connsiteX84" fmla="*/ 4239125 w 4417162"/>
              <a:gd name="connsiteY84" fmla="*/ 3987800 h 6858000"/>
              <a:gd name="connsiteX85" fmla="*/ 4229047 w 4417162"/>
              <a:gd name="connsiteY85" fmla="*/ 4048125 h 6858000"/>
              <a:gd name="connsiteX86" fmla="*/ 4227367 w 4417162"/>
              <a:gd name="connsiteY86" fmla="*/ 4116387 h 6858000"/>
              <a:gd name="connsiteX87" fmla="*/ 4229047 w 4417162"/>
              <a:gd name="connsiteY87" fmla="*/ 4186237 h 6858000"/>
              <a:gd name="connsiteX88" fmla="*/ 4239125 w 4417162"/>
              <a:gd name="connsiteY88" fmla="*/ 4244975 h 6858000"/>
              <a:gd name="connsiteX89" fmla="*/ 4249203 w 4417162"/>
              <a:gd name="connsiteY89" fmla="*/ 4297362 h 6858000"/>
              <a:gd name="connsiteX90" fmla="*/ 4264318 w 4417162"/>
              <a:gd name="connsiteY90" fmla="*/ 4343400 h 6858000"/>
              <a:gd name="connsiteX91" fmla="*/ 4282794 w 4417162"/>
              <a:gd name="connsiteY91" fmla="*/ 4386262 h 6858000"/>
              <a:gd name="connsiteX92" fmla="*/ 4301270 w 4417162"/>
              <a:gd name="connsiteY92" fmla="*/ 4424362 h 6858000"/>
              <a:gd name="connsiteX93" fmla="*/ 4341580 w 4417162"/>
              <a:gd name="connsiteY93" fmla="*/ 4498975 h 6858000"/>
              <a:gd name="connsiteX94" fmla="*/ 4361735 w 4417162"/>
              <a:gd name="connsiteY94" fmla="*/ 4537075 h 6858000"/>
              <a:gd name="connsiteX95" fmla="*/ 4378531 w 4417162"/>
              <a:gd name="connsiteY95" fmla="*/ 4579937 h 6858000"/>
              <a:gd name="connsiteX96" fmla="*/ 4393648 w 4417162"/>
              <a:gd name="connsiteY96" fmla="*/ 4625975 h 6858000"/>
              <a:gd name="connsiteX97" fmla="*/ 4405405 w 4417162"/>
              <a:gd name="connsiteY97" fmla="*/ 4678362 h 6858000"/>
              <a:gd name="connsiteX98" fmla="*/ 4413803 w 4417162"/>
              <a:gd name="connsiteY98" fmla="*/ 4738687 h 6858000"/>
              <a:gd name="connsiteX99" fmla="*/ 4417162 w 4417162"/>
              <a:gd name="connsiteY99" fmla="*/ 4806950 h 6858000"/>
              <a:gd name="connsiteX100" fmla="*/ 4413803 w 4417162"/>
              <a:gd name="connsiteY100" fmla="*/ 4875212 h 6858000"/>
              <a:gd name="connsiteX101" fmla="*/ 4405405 w 4417162"/>
              <a:gd name="connsiteY101" fmla="*/ 4935537 h 6858000"/>
              <a:gd name="connsiteX102" fmla="*/ 4393648 w 4417162"/>
              <a:gd name="connsiteY102" fmla="*/ 4987925 h 6858000"/>
              <a:gd name="connsiteX103" fmla="*/ 4378531 w 4417162"/>
              <a:gd name="connsiteY103" fmla="*/ 5033962 h 6858000"/>
              <a:gd name="connsiteX104" fmla="*/ 4361735 w 4417162"/>
              <a:gd name="connsiteY104" fmla="*/ 5075237 h 6858000"/>
              <a:gd name="connsiteX105" fmla="*/ 4341580 w 4417162"/>
              <a:gd name="connsiteY105" fmla="*/ 5114925 h 6858000"/>
              <a:gd name="connsiteX106" fmla="*/ 4321425 w 4417162"/>
              <a:gd name="connsiteY106" fmla="*/ 5149850 h 6858000"/>
              <a:gd name="connsiteX107" fmla="*/ 4301270 w 4417162"/>
              <a:gd name="connsiteY107" fmla="*/ 5186362 h 6858000"/>
              <a:gd name="connsiteX108" fmla="*/ 4282794 w 4417162"/>
              <a:gd name="connsiteY108" fmla="*/ 5226050 h 6858000"/>
              <a:gd name="connsiteX109" fmla="*/ 4264318 w 4417162"/>
              <a:gd name="connsiteY109" fmla="*/ 5268912 h 6858000"/>
              <a:gd name="connsiteX110" fmla="*/ 4249203 w 4417162"/>
              <a:gd name="connsiteY110" fmla="*/ 5313362 h 6858000"/>
              <a:gd name="connsiteX111" fmla="*/ 4239125 w 4417162"/>
              <a:gd name="connsiteY111" fmla="*/ 5365750 h 6858000"/>
              <a:gd name="connsiteX112" fmla="*/ 4229047 w 4417162"/>
              <a:gd name="connsiteY112" fmla="*/ 5426075 h 6858000"/>
              <a:gd name="connsiteX113" fmla="*/ 4227367 w 4417162"/>
              <a:gd name="connsiteY113" fmla="*/ 5494337 h 6858000"/>
              <a:gd name="connsiteX114" fmla="*/ 4229047 w 4417162"/>
              <a:gd name="connsiteY114" fmla="*/ 5562600 h 6858000"/>
              <a:gd name="connsiteX115" fmla="*/ 4239125 w 4417162"/>
              <a:gd name="connsiteY115" fmla="*/ 5622925 h 6858000"/>
              <a:gd name="connsiteX116" fmla="*/ 4249203 w 4417162"/>
              <a:gd name="connsiteY116" fmla="*/ 5675312 h 6858000"/>
              <a:gd name="connsiteX117" fmla="*/ 4264318 w 4417162"/>
              <a:gd name="connsiteY117" fmla="*/ 5721350 h 6858000"/>
              <a:gd name="connsiteX118" fmla="*/ 4282794 w 4417162"/>
              <a:gd name="connsiteY118" fmla="*/ 5762625 h 6858000"/>
              <a:gd name="connsiteX119" fmla="*/ 4301270 w 4417162"/>
              <a:gd name="connsiteY119" fmla="*/ 5802312 h 6858000"/>
              <a:gd name="connsiteX120" fmla="*/ 4321425 w 4417162"/>
              <a:gd name="connsiteY120" fmla="*/ 5840412 h 6858000"/>
              <a:gd name="connsiteX121" fmla="*/ 4341580 w 4417162"/>
              <a:gd name="connsiteY121" fmla="*/ 5876925 h 6858000"/>
              <a:gd name="connsiteX122" fmla="*/ 4361735 w 4417162"/>
              <a:gd name="connsiteY122" fmla="*/ 5915025 h 6858000"/>
              <a:gd name="connsiteX123" fmla="*/ 4378531 w 4417162"/>
              <a:gd name="connsiteY123" fmla="*/ 5956300 h 6858000"/>
              <a:gd name="connsiteX124" fmla="*/ 4393648 w 4417162"/>
              <a:gd name="connsiteY124" fmla="*/ 6003925 h 6858000"/>
              <a:gd name="connsiteX125" fmla="*/ 4405405 w 4417162"/>
              <a:gd name="connsiteY125" fmla="*/ 6056312 h 6858000"/>
              <a:gd name="connsiteX126" fmla="*/ 4413803 w 4417162"/>
              <a:gd name="connsiteY126" fmla="*/ 6113462 h 6858000"/>
              <a:gd name="connsiteX127" fmla="*/ 4417162 w 4417162"/>
              <a:gd name="connsiteY127" fmla="*/ 6183312 h 6858000"/>
              <a:gd name="connsiteX128" fmla="*/ 4413803 w 4417162"/>
              <a:gd name="connsiteY128" fmla="*/ 6251575 h 6858000"/>
              <a:gd name="connsiteX129" fmla="*/ 4405405 w 4417162"/>
              <a:gd name="connsiteY129" fmla="*/ 6311900 h 6858000"/>
              <a:gd name="connsiteX130" fmla="*/ 4393648 w 4417162"/>
              <a:gd name="connsiteY130" fmla="*/ 6361112 h 6858000"/>
              <a:gd name="connsiteX131" fmla="*/ 4378531 w 4417162"/>
              <a:gd name="connsiteY131" fmla="*/ 6407150 h 6858000"/>
              <a:gd name="connsiteX132" fmla="*/ 4361735 w 4417162"/>
              <a:gd name="connsiteY132" fmla="*/ 6448425 h 6858000"/>
              <a:gd name="connsiteX133" fmla="*/ 4343260 w 4417162"/>
              <a:gd name="connsiteY133" fmla="*/ 6488112 h 6858000"/>
              <a:gd name="connsiteX134" fmla="*/ 4324784 w 4417162"/>
              <a:gd name="connsiteY134" fmla="*/ 6523037 h 6858000"/>
              <a:gd name="connsiteX135" fmla="*/ 4304629 w 4417162"/>
              <a:gd name="connsiteY135" fmla="*/ 6561137 h 6858000"/>
              <a:gd name="connsiteX136" fmla="*/ 4284474 w 4417162"/>
              <a:gd name="connsiteY136" fmla="*/ 6597650 h 6858000"/>
              <a:gd name="connsiteX137" fmla="*/ 4267678 w 4417162"/>
              <a:gd name="connsiteY137" fmla="*/ 6640512 h 6858000"/>
              <a:gd name="connsiteX138" fmla="*/ 4250882 w 4417162"/>
              <a:gd name="connsiteY138" fmla="*/ 6683375 h 6858000"/>
              <a:gd name="connsiteX139" fmla="*/ 4240804 w 4417162"/>
              <a:gd name="connsiteY139" fmla="*/ 6735762 h 6858000"/>
              <a:gd name="connsiteX140" fmla="*/ 4232407 w 4417162"/>
              <a:gd name="connsiteY140" fmla="*/ 6791325 h 6858000"/>
              <a:gd name="connsiteX141" fmla="*/ 4227367 w 4417162"/>
              <a:gd name="connsiteY141" fmla="*/ 6858000 h 6858000"/>
              <a:gd name="connsiteX142" fmla="*/ 2310062 w 4417162"/>
              <a:gd name="connsiteY142" fmla="*/ 6858000 h 6858000"/>
              <a:gd name="connsiteX143" fmla="*/ 144378 w 4417162"/>
              <a:gd name="connsiteY143" fmla="*/ 6858000 h 6858000"/>
              <a:gd name="connsiteX144" fmla="*/ 0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0" y="0"/>
                </a:moveTo>
                <a:lnTo>
                  <a:pt x="144378" y="0"/>
                </a:lnTo>
                <a:lnTo>
                  <a:pt x="2310062" y="0"/>
                </a:lnTo>
                <a:lnTo>
                  <a:pt x="4227367" y="0"/>
                </a:lnTo>
                <a:lnTo>
                  <a:pt x="4232407" y="66675"/>
                </a:lnTo>
                <a:lnTo>
                  <a:pt x="4240804" y="122237"/>
                </a:lnTo>
                <a:lnTo>
                  <a:pt x="4250882" y="174625"/>
                </a:lnTo>
                <a:lnTo>
                  <a:pt x="4267678" y="217487"/>
                </a:lnTo>
                <a:lnTo>
                  <a:pt x="4284474" y="260350"/>
                </a:lnTo>
                <a:lnTo>
                  <a:pt x="4304629" y="296862"/>
                </a:lnTo>
                <a:lnTo>
                  <a:pt x="4324784" y="334962"/>
                </a:lnTo>
                <a:lnTo>
                  <a:pt x="4343260" y="369887"/>
                </a:lnTo>
                <a:lnTo>
                  <a:pt x="4361735" y="409575"/>
                </a:lnTo>
                <a:lnTo>
                  <a:pt x="4378531" y="450850"/>
                </a:lnTo>
                <a:lnTo>
                  <a:pt x="4393648" y="496887"/>
                </a:lnTo>
                <a:lnTo>
                  <a:pt x="4405405" y="546100"/>
                </a:lnTo>
                <a:lnTo>
                  <a:pt x="4413803" y="606425"/>
                </a:lnTo>
                <a:lnTo>
                  <a:pt x="4417162" y="673100"/>
                </a:lnTo>
                <a:lnTo>
                  <a:pt x="4413803" y="744537"/>
                </a:lnTo>
                <a:lnTo>
                  <a:pt x="4405405" y="801687"/>
                </a:lnTo>
                <a:lnTo>
                  <a:pt x="4393648" y="854075"/>
                </a:lnTo>
                <a:lnTo>
                  <a:pt x="4378531" y="901700"/>
                </a:lnTo>
                <a:lnTo>
                  <a:pt x="4361735" y="942975"/>
                </a:lnTo>
                <a:lnTo>
                  <a:pt x="4341580" y="981075"/>
                </a:lnTo>
                <a:lnTo>
                  <a:pt x="4321425" y="1017587"/>
                </a:lnTo>
                <a:lnTo>
                  <a:pt x="4301270" y="1055687"/>
                </a:lnTo>
                <a:lnTo>
                  <a:pt x="4282794" y="1095375"/>
                </a:lnTo>
                <a:lnTo>
                  <a:pt x="4264318" y="1136650"/>
                </a:lnTo>
                <a:lnTo>
                  <a:pt x="4249203" y="1182687"/>
                </a:lnTo>
                <a:lnTo>
                  <a:pt x="4239125" y="1235075"/>
                </a:lnTo>
                <a:lnTo>
                  <a:pt x="4229047" y="1295400"/>
                </a:lnTo>
                <a:lnTo>
                  <a:pt x="4227367" y="1363662"/>
                </a:lnTo>
                <a:lnTo>
                  <a:pt x="4229047" y="1431925"/>
                </a:lnTo>
                <a:lnTo>
                  <a:pt x="4239125" y="1492250"/>
                </a:lnTo>
                <a:lnTo>
                  <a:pt x="4249203" y="1544637"/>
                </a:lnTo>
                <a:lnTo>
                  <a:pt x="4264318" y="1589087"/>
                </a:lnTo>
                <a:lnTo>
                  <a:pt x="4282794" y="1631950"/>
                </a:lnTo>
                <a:lnTo>
                  <a:pt x="4301270" y="1671637"/>
                </a:lnTo>
                <a:lnTo>
                  <a:pt x="4321425" y="1708150"/>
                </a:lnTo>
                <a:lnTo>
                  <a:pt x="4341580" y="1743075"/>
                </a:lnTo>
                <a:lnTo>
                  <a:pt x="4361735" y="1782762"/>
                </a:lnTo>
                <a:lnTo>
                  <a:pt x="4378531" y="1824037"/>
                </a:lnTo>
                <a:lnTo>
                  <a:pt x="4393648" y="1870075"/>
                </a:lnTo>
                <a:lnTo>
                  <a:pt x="4405405" y="1922462"/>
                </a:lnTo>
                <a:lnTo>
                  <a:pt x="4413803" y="1982787"/>
                </a:lnTo>
                <a:lnTo>
                  <a:pt x="4417162" y="2051050"/>
                </a:lnTo>
                <a:lnTo>
                  <a:pt x="4413803" y="2119312"/>
                </a:lnTo>
                <a:lnTo>
                  <a:pt x="4405405" y="2179637"/>
                </a:lnTo>
                <a:lnTo>
                  <a:pt x="4393648" y="2232025"/>
                </a:lnTo>
                <a:lnTo>
                  <a:pt x="4378531" y="2278062"/>
                </a:lnTo>
                <a:lnTo>
                  <a:pt x="4361735" y="2319337"/>
                </a:lnTo>
                <a:lnTo>
                  <a:pt x="4341580" y="2359025"/>
                </a:lnTo>
                <a:lnTo>
                  <a:pt x="4321425" y="2395537"/>
                </a:lnTo>
                <a:lnTo>
                  <a:pt x="4301270" y="2433637"/>
                </a:lnTo>
                <a:lnTo>
                  <a:pt x="4282794" y="2471737"/>
                </a:lnTo>
                <a:lnTo>
                  <a:pt x="4264318" y="2513012"/>
                </a:lnTo>
                <a:lnTo>
                  <a:pt x="4249203" y="2560637"/>
                </a:lnTo>
                <a:lnTo>
                  <a:pt x="4239125" y="2613025"/>
                </a:lnTo>
                <a:lnTo>
                  <a:pt x="4229047" y="2671762"/>
                </a:lnTo>
                <a:lnTo>
                  <a:pt x="4227367" y="2741612"/>
                </a:lnTo>
                <a:lnTo>
                  <a:pt x="4229047" y="2809875"/>
                </a:lnTo>
                <a:lnTo>
                  <a:pt x="4239125" y="2868612"/>
                </a:lnTo>
                <a:lnTo>
                  <a:pt x="4249203" y="2922587"/>
                </a:lnTo>
                <a:lnTo>
                  <a:pt x="4264318" y="2967037"/>
                </a:lnTo>
                <a:lnTo>
                  <a:pt x="4282794" y="3009900"/>
                </a:lnTo>
                <a:lnTo>
                  <a:pt x="4301270" y="3046412"/>
                </a:lnTo>
                <a:lnTo>
                  <a:pt x="4321425" y="3084512"/>
                </a:lnTo>
                <a:lnTo>
                  <a:pt x="4341580" y="3121025"/>
                </a:lnTo>
                <a:lnTo>
                  <a:pt x="4361735" y="3160712"/>
                </a:lnTo>
                <a:lnTo>
                  <a:pt x="4378531" y="3201987"/>
                </a:lnTo>
                <a:lnTo>
                  <a:pt x="4393648" y="3248025"/>
                </a:lnTo>
                <a:lnTo>
                  <a:pt x="4405405" y="3300412"/>
                </a:lnTo>
                <a:lnTo>
                  <a:pt x="4413803" y="3360737"/>
                </a:lnTo>
                <a:lnTo>
                  <a:pt x="4417162" y="3427412"/>
                </a:lnTo>
                <a:lnTo>
                  <a:pt x="4413803" y="3497262"/>
                </a:lnTo>
                <a:lnTo>
                  <a:pt x="4405405" y="3557587"/>
                </a:lnTo>
                <a:lnTo>
                  <a:pt x="4393648" y="3609975"/>
                </a:lnTo>
                <a:lnTo>
                  <a:pt x="4378531" y="3656012"/>
                </a:lnTo>
                <a:lnTo>
                  <a:pt x="4361735" y="3697287"/>
                </a:lnTo>
                <a:lnTo>
                  <a:pt x="4341580" y="3736975"/>
                </a:lnTo>
                <a:lnTo>
                  <a:pt x="4301270" y="3811587"/>
                </a:lnTo>
                <a:lnTo>
                  <a:pt x="4282794" y="3848100"/>
                </a:lnTo>
                <a:lnTo>
                  <a:pt x="4264318" y="3890962"/>
                </a:lnTo>
                <a:lnTo>
                  <a:pt x="4249203" y="3935412"/>
                </a:lnTo>
                <a:lnTo>
                  <a:pt x="4239125" y="3987800"/>
                </a:lnTo>
                <a:lnTo>
                  <a:pt x="4229047" y="4048125"/>
                </a:lnTo>
                <a:lnTo>
                  <a:pt x="4227367" y="4116387"/>
                </a:lnTo>
                <a:lnTo>
                  <a:pt x="4229047" y="4186237"/>
                </a:lnTo>
                <a:lnTo>
                  <a:pt x="4239125" y="4244975"/>
                </a:lnTo>
                <a:lnTo>
                  <a:pt x="4249203" y="4297362"/>
                </a:lnTo>
                <a:lnTo>
                  <a:pt x="4264318" y="4343400"/>
                </a:lnTo>
                <a:lnTo>
                  <a:pt x="4282794" y="4386262"/>
                </a:lnTo>
                <a:lnTo>
                  <a:pt x="4301270" y="4424362"/>
                </a:lnTo>
                <a:lnTo>
                  <a:pt x="4341580" y="4498975"/>
                </a:lnTo>
                <a:lnTo>
                  <a:pt x="4361735" y="4537075"/>
                </a:lnTo>
                <a:lnTo>
                  <a:pt x="4378531" y="4579937"/>
                </a:lnTo>
                <a:lnTo>
                  <a:pt x="4393648" y="4625975"/>
                </a:lnTo>
                <a:lnTo>
                  <a:pt x="4405405" y="4678362"/>
                </a:lnTo>
                <a:lnTo>
                  <a:pt x="4413803" y="4738687"/>
                </a:lnTo>
                <a:lnTo>
                  <a:pt x="4417162" y="4806950"/>
                </a:lnTo>
                <a:lnTo>
                  <a:pt x="4413803" y="4875212"/>
                </a:lnTo>
                <a:lnTo>
                  <a:pt x="4405405" y="4935537"/>
                </a:lnTo>
                <a:lnTo>
                  <a:pt x="4393648" y="4987925"/>
                </a:lnTo>
                <a:lnTo>
                  <a:pt x="4378531" y="5033962"/>
                </a:lnTo>
                <a:lnTo>
                  <a:pt x="4361735" y="5075237"/>
                </a:lnTo>
                <a:lnTo>
                  <a:pt x="4341580" y="5114925"/>
                </a:lnTo>
                <a:lnTo>
                  <a:pt x="4321425" y="5149850"/>
                </a:lnTo>
                <a:lnTo>
                  <a:pt x="4301270" y="5186362"/>
                </a:lnTo>
                <a:lnTo>
                  <a:pt x="4282794" y="5226050"/>
                </a:lnTo>
                <a:lnTo>
                  <a:pt x="4264318" y="5268912"/>
                </a:lnTo>
                <a:lnTo>
                  <a:pt x="4249203" y="5313362"/>
                </a:lnTo>
                <a:lnTo>
                  <a:pt x="4239125" y="5365750"/>
                </a:lnTo>
                <a:lnTo>
                  <a:pt x="4229047" y="5426075"/>
                </a:lnTo>
                <a:lnTo>
                  <a:pt x="4227367" y="5494337"/>
                </a:lnTo>
                <a:lnTo>
                  <a:pt x="4229047" y="5562600"/>
                </a:lnTo>
                <a:lnTo>
                  <a:pt x="4239125" y="5622925"/>
                </a:lnTo>
                <a:lnTo>
                  <a:pt x="4249203" y="5675312"/>
                </a:lnTo>
                <a:lnTo>
                  <a:pt x="4264318" y="5721350"/>
                </a:lnTo>
                <a:lnTo>
                  <a:pt x="4282794" y="5762625"/>
                </a:lnTo>
                <a:lnTo>
                  <a:pt x="4301270" y="5802312"/>
                </a:lnTo>
                <a:lnTo>
                  <a:pt x="4321425" y="5840412"/>
                </a:lnTo>
                <a:lnTo>
                  <a:pt x="4341580" y="5876925"/>
                </a:lnTo>
                <a:lnTo>
                  <a:pt x="4361735" y="5915025"/>
                </a:lnTo>
                <a:lnTo>
                  <a:pt x="4378531" y="5956300"/>
                </a:lnTo>
                <a:lnTo>
                  <a:pt x="4393648" y="6003925"/>
                </a:lnTo>
                <a:lnTo>
                  <a:pt x="4405405" y="6056312"/>
                </a:lnTo>
                <a:lnTo>
                  <a:pt x="4413803" y="6113462"/>
                </a:lnTo>
                <a:lnTo>
                  <a:pt x="4417162" y="6183312"/>
                </a:lnTo>
                <a:lnTo>
                  <a:pt x="4413803" y="6251575"/>
                </a:lnTo>
                <a:lnTo>
                  <a:pt x="4405405" y="6311900"/>
                </a:lnTo>
                <a:lnTo>
                  <a:pt x="4393648" y="6361112"/>
                </a:lnTo>
                <a:lnTo>
                  <a:pt x="4378531" y="6407150"/>
                </a:lnTo>
                <a:lnTo>
                  <a:pt x="4361735" y="6448425"/>
                </a:lnTo>
                <a:lnTo>
                  <a:pt x="4343260" y="6488112"/>
                </a:lnTo>
                <a:lnTo>
                  <a:pt x="4324784" y="6523037"/>
                </a:lnTo>
                <a:lnTo>
                  <a:pt x="4304629" y="6561137"/>
                </a:lnTo>
                <a:lnTo>
                  <a:pt x="4284474" y="6597650"/>
                </a:lnTo>
                <a:lnTo>
                  <a:pt x="4267678" y="6640512"/>
                </a:lnTo>
                <a:lnTo>
                  <a:pt x="4250882" y="6683375"/>
                </a:lnTo>
                <a:lnTo>
                  <a:pt x="4240804" y="6735762"/>
                </a:lnTo>
                <a:lnTo>
                  <a:pt x="4232407" y="6791325"/>
                </a:lnTo>
                <a:lnTo>
                  <a:pt x="4227367" y="6858000"/>
                </a:lnTo>
                <a:lnTo>
                  <a:pt x="2310062" y="6858000"/>
                </a:lnTo>
                <a:lnTo>
                  <a:pt x="14437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A7A4B465-FBCC-4CD4-89A1-82992A7B4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4272784" cy="6858000"/>
          </a:xfrm>
          <a:custGeom>
            <a:avLst/>
            <a:gdLst>
              <a:gd name="connsiteX0" fmla="*/ 0 w 4272784"/>
              <a:gd name="connsiteY0" fmla="*/ 0 h 6858000"/>
              <a:gd name="connsiteX1" fmla="*/ 4082989 w 4272784"/>
              <a:gd name="connsiteY1" fmla="*/ 0 h 6858000"/>
              <a:gd name="connsiteX2" fmla="*/ 4088029 w 4272784"/>
              <a:gd name="connsiteY2" fmla="*/ 66675 h 6858000"/>
              <a:gd name="connsiteX3" fmla="*/ 4096426 w 4272784"/>
              <a:gd name="connsiteY3" fmla="*/ 122237 h 6858000"/>
              <a:gd name="connsiteX4" fmla="*/ 4106504 w 4272784"/>
              <a:gd name="connsiteY4" fmla="*/ 174625 h 6858000"/>
              <a:gd name="connsiteX5" fmla="*/ 4123300 w 4272784"/>
              <a:gd name="connsiteY5" fmla="*/ 217487 h 6858000"/>
              <a:gd name="connsiteX6" fmla="*/ 4140096 w 4272784"/>
              <a:gd name="connsiteY6" fmla="*/ 260350 h 6858000"/>
              <a:gd name="connsiteX7" fmla="*/ 4160251 w 4272784"/>
              <a:gd name="connsiteY7" fmla="*/ 296862 h 6858000"/>
              <a:gd name="connsiteX8" fmla="*/ 4180406 w 4272784"/>
              <a:gd name="connsiteY8" fmla="*/ 334962 h 6858000"/>
              <a:gd name="connsiteX9" fmla="*/ 4198882 w 4272784"/>
              <a:gd name="connsiteY9" fmla="*/ 369887 h 6858000"/>
              <a:gd name="connsiteX10" fmla="*/ 4217357 w 4272784"/>
              <a:gd name="connsiteY10" fmla="*/ 409575 h 6858000"/>
              <a:gd name="connsiteX11" fmla="*/ 4234153 w 4272784"/>
              <a:gd name="connsiteY11" fmla="*/ 450850 h 6858000"/>
              <a:gd name="connsiteX12" fmla="*/ 4249270 w 4272784"/>
              <a:gd name="connsiteY12" fmla="*/ 496887 h 6858000"/>
              <a:gd name="connsiteX13" fmla="*/ 4261027 w 4272784"/>
              <a:gd name="connsiteY13" fmla="*/ 546100 h 6858000"/>
              <a:gd name="connsiteX14" fmla="*/ 4269425 w 4272784"/>
              <a:gd name="connsiteY14" fmla="*/ 606425 h 6858000"/>
              <a:gd name="connsiteX15" fmla="*/ 4272784 w 4272784"/>
              <a:gd name="connsiteY15" fmla="*/ 673100 h 6858000"/>
              <a:gd name="connsiteX16" fmla="*/ 4269425 w 4272784"/>
              <a:gd name="connsiteY16" fmla="*/ 744537 h 6858000"/>
              <a:gd name="connsiteX17" fmla="*/ 4261027 w 4272784"/>
              <a:gd name="connsiteY17" fmla="*/ 801687 h 6858000"/>
              <a:gd name="connsiteX18" fmla="*/ 4249270 w 4272784"/>
              <a:gd name="connsiteY18" fmla="*/ 854075 h 6858000"/>
              <a:gd name="connsiteX19" fmla="*/ 4234153 w 4272784"/>
              <a:gd name="connsiteY19" fmla="*/ 901700 h 6858000"/>
              <a:gd name="connsiteX20" fmla="*/ 4217357 w 4272784"/>
              <a:gd name="connsiteY20" fmla="*/ 942975 h 6858000"/>
              <a:gd name="connsiteX21" fmla="*/ 4197202 w 4272784"/>
              <a:gd name="connsiteY21" fmla="*/ 981075 h 6858000"/>
              <a:gd name="connsiteX22" fmla="*/ 4177047 w 4272784"/>
              <a:gd name="connsiteY22" fmla="*/ 1017587 h 6858000"/>
              <a:gd name="connsiteX23" fmla="*/ 4156892 w 4272784"/>
              <a:gd name="connsiteY23" fmla="*/ 1055687 h 6858000"/>
              <a:gd name="connsiteX24" fmla="*/ 4138416 w 4272784"/>
              <a:gd name="connsiteY24" fmla="*/ 1095375 h 6858000"/>
              <a:gd name="connsiteX25" fmla="*/ 4119940 w 4272784"/>
              <a:gd name="connsiteY25" fmla="*/ 1136650 h 6858000"/>
              <a:gd name="connsiteX26" fmla="*/ 4104825 w 4272784"/>
              <a:gd name="connsiteY26" fmla="*/ 1182687 h 6858000"/>
              <a:gd name="connsiteX27" fmla="*/ 4094747 w 4272784"/>
              <a:gd name="connsiteY27" fmla="*/ 1235075 h 6858000"/>
              <a:gd name="connsiteX28" fmla="*/ 4084669 w 4272784"/>
              <a:gd name="connsiteY28" fmla="*/ 1295400 h 6858000"/>
              <a:gd name="connsiteX29" fmla="*/ 4082989 w 4272784"/>
              <a:gd name="connsiteY29" fmla="*/ 1363662 h 6858000"/>
              <a:gd name="connsiteX30" fmla="*/ 4084669 w 4272784"/>
              <a:gd name="connsiteY30" fmla="*/ 1431925 h 6858000"/>
              <a:gd name="connsiteX31" fmla="*/ 4094747 w 4272784"/>
              <a:gd name="connsiteY31" fmla="*/ 1492250 h 6858000"/>
              <a:gd name="connsiteX32" fmla="*/ 4104825 w 4272784"/>
              <a:gd name="connsiteY32" fmla="*/ 1544637 h 6858000"/>
              <a:gd name="connsiteX33" fmla="*/ 4119940 w 4272784"/>
              <a:gd name="connsiteY33" fmla="*/ 1589087 h 6858000"/>
              <a:gd name="connsiteX34" fmla="*/ 4138416 w 4272784"/>
              <a:gd name="connsiteY34" fmla="*/ 1631950 h 6858000"/>
              <a:gd name="connsiteX35" fmla="*/ 4156892 w 4272784"/>
              <a:gd name="connsiteY35" fmla="*/ 1671637 h 6858000"/>
              <a:gd name="connsiteX36" fmla="*/ 4177047 w 4272784"/>
              <a:gd name="connsiteY36" fmla="*/ 1708150 h 6858000"/>
              <a:gd name="connsiteX37" fmla="*/ 4197202 w 4272784"/>
              <a:gd name="connsiteY37" fmla="*/ 1743075 h 6858000"/>
              <a:gd name="connsiteX38" fmla="*/ 4217357 w 4272784"/>
              <a:gd name="connsiteY38" fmla="*/ 1782762 h 6858000"/>
              <a:gd name="connsiteX39" fmla="*/ 4234153 w 4272784"/>
              <a:gd name="connsiteY39" fmla="*/ 1824037 h 6858000"/>
              <a:gd name="connsiteX40" fmla="*/ 4249270 w 4272784"/>
              <a:gd name="connsiteY40" fmla="*/ 1870075 h 6858000"/>
              <a:gd name="connsiteX41" fmla="*/ 4261027 w 4272784"/>
              <a:gd name="connsiteY41" fmla="*/ 1922462 h 6858000"/>
              <a:gd name="connsiteX42" fmla="*/ 4269425 w 4272784"/>
              <a:gd name="connsiteY42" fmla="*/ 1982787 h 6858000"/>
              <a:gd name="connsiteX43" fmla="*/ 4272784 w 4272784"/>
              <a:gd name="connsiteY43" fmla="*/ 2051050 h 6858000"/>
              <a:gd name="connsiteX44" fmla="*/ 4269425 w 4272784"/>
              <a:gd name="connsiteY44" fmla="*/ 2119312 h 6858000"/>
              <a:gd name="connsiteX45" fmla="*/ 4261027 w 4272784"/>
              <a:gd name="connsiteY45" fmla="*/ 2179637 h 6858000"/>
              <a:gd name="connsiteX46" fmla="*/ 4249270 w 4272784"/>
              <a:gd name="connsiteY46" fmla="*/ 2232025 h 6858000"/>
              <a:gd name="connsiteX47" fmla="*/ 4234153 w 4272784"/>
              <a:gd name="connsiteY47" fmla="*/ 2278062 h 6858000"/>
              <a:gd name="connsiteX48" fmla="*/ 4217357 w 4272784"/>
              <a:gd name="connsiteY48" fmla="*/ 2319337 h 6858000"/>
              <a:gd name="connsiteX49" fmla="*/ 4197202 w 4272784"/>
              <a:gd name="connsiteY49" fmla="*/ 2359025 h 6858000"/>
              <a:gd name="connsiteX50" fmla="*/ 4177047 w 4272784"/>
              <a:gd name="connsiteY50" fmla="*/ 2395537 h 6858000"/>
              <a:gd name="connsiteX51" fmla="*/ 4156892 w 4272784"/>
              <a:gd name="connsiteY51" fmla="*/ 2433637 h 6858000"/>
              <a:gd name="connsiteX52" fmla="*/ 4138416 w 4272784"/>
              <a:gd name="connsiteY52" fmla="*/ 2471737 h 6858000"/>
              <a:gd name="connsiteX53" fmla="*/ 4119940 w 4272784"/>
              <a:gd name="connsiteY53" fmla="*/ 2513012 h 6858000"/>
              <a:gd name="connsiteX54" fmla="*/ 4104825 w 4272784"/>
              <a:gd name="connsiteY54" fmla="*/ 2560637 h 6858000"/>
              <a:gd name="connsiteX55" fmla="*/ 4094747 w 4272784"/>
              <a:gd name="connsiteY55" fmla="*/ 2613025 h 6858000"/>
              <a:gd name="connsiteX56" fmla="*/ 4084669 w 4272784"/>
              <a:gd name="connsiteY56" fmla="*/ 2671762 h 6858000"/>
              <a:gd name="connsiteX57" fmla="*/ 4082989 w 4272784"/>
              <a:gd name="connsiteY57" fmla="*/ 2741612 h 6858000"/>
              <a:gd name="connsiteX58" fmla="*/ 4084669 w 4272784"/>
              <a:gd name="connsiteY58" fmla="*/ 2809875 h 6858000"/>
              <a:gd name="connsiteX59" fmla="*/ 4094747 w 4272784"/>
              <a:gd name="connsiteY59" fmla="*/ 2868612 h 6858000"/>
              <a:gd name="connsiteX60" fmla="*/ 4104825 w 4272784"/>
              <a:gd name="connsiteY60" fmla="*/ 2922587 h 6858000"/>
              <a:gd name="connsiteX61" fmla="*/ 4119940 w 4272784"/>
              <a:gd name="connsiteY61" fmla="*/ 2967037 h 6858000"/>
              <a:gd name="connsiteX62" fmla="*/ 4138416 w 4272784"/>
              <a:gd name="connsiteY62" fmla="*/ 3009900 h 6858000"/>
              <a:gd name="connsiteX63" fmla="*/ 4156892 w 4272784"/>
              <a:gd name="connsiteY63" fmla="*/ 3046412 h 6858000"/>
              <a:gd name="connsiteX64" fmla="*/ 4177047 w 4272784"/>
              <a:gd name="connsiteY64" fmla="*/ 3084512 h 6858000"/>
              <a:gd name="connsiteX65" fmla="*/ 4197202 w 4272784"/>
              <a:gd name="connsiteY65" fmla="*/ 3121025 h 6858000"/>
              <a:gd name="connsiteX66" fmla="*/ 4217357 w 4272784"/>
              <a:gd name="connsiteY66" fmla="*/ 3160712 h 6858000"/>
              <a:gd name="connsiteX67" fmla="*/ 4234153 w 4272784"/>
              <a:gd name="connsiteY67" fmla="*/ 3201987 h 6858000"/>
              <a:gd name="connsiteX68" fmla="*/ 4249270 w 4272784"/>
              <a:gd name="connsiteY68" fmla="*/ 3248025 h 6858000"/>
              <a:gd name="connsiteX69" fmla="*/ 4261027 w 4272784"/>
              <a:gd name="connsiteY69" fmla="*/ 3300412 h 6858000"/>
              <a:gd name="connsiteX70" fmla="*/ 4269425 w 4272784"/>
              <a:gd name="connsiteY70" fmla="*/ 3360737 h 6858000"/>
              <a:gd name="connsiteX71" fmla="*/ 4272784 w 4272784"/>
              <a:gd name="connsiteY71" fmla="*/ 3427412 h 6858000"/>
              <a:gd name="connsiteX72" fmla="*/ 4269425 w 4272784"/>
              <a:gd name="connsiteY72" fmla="*/ 3497262 h 6858000"/>
              <a:gd name="connsiteX73" fmla="*/ 4261027 w 4272784"/>
              <a:gd name="connsiteY73" fmla="*/ 3557587 h 6858000"/>
              <a:gd name="connsiteX74" fmla="*/ 4249270 w 4272784"/>
              <a:gd name="connsiteY74" fmla="*/ 3609975 h 6858000"/>
              <a:gd name="connsiteX75" fmla="*/ 4234153 w 4272784"/>
              <a:gd name="connsiteY75" fmla="*/ 3656012 h 6858000"/>
              <a:gd name="connsiteX76" fmla="*/ 4217357 w 4272784"/>
              <a:gd name="connsiteY76" fmla="*/ 3697287 h 6858000"/>
              <a:gd name="connsiteX77" fmla="*/ 4197202 w 4272784"/>
              <a:gd name="connsiteY77" fmla="*/ 3736975 h 6858000"/>
              <a:gd name="connsiteX78" fmla="*/ 4156892 w 4272784"/>
              <a:gd name="connsiteY78" fmla="*/ 3811587 h 6858000"/>
              <a:gd name="connsiteX79" fmla="*/ 4138416 w 4272784"/>
              <a:gd name="connsiteY79" fmla="*/ 3848100 h 6858000"/>
              <a:gd name="connsiteX80" fmla="*/ 4119940 w 4272784"/>
              <a:gd name="connsiteY80" fmla="*/ 3890962 h 6858000"/>
              <a:gd name="connsiteX81" fmla="*/ 4104825 w 4272784"/>
              <a:gd name="connsiteY81" fmla="*/ 3935412 h 6858000"/>
              <a:gd name="connsiteX82" fmla="*/ 4094747 w 4272784"/>
              <a:gd name="connsiteY82" fmla="*/ 3987800 h 6858000"/>
              <a:gd name="connsiteX83" fmla="*/ 4084669 w 4272784"/>
              <a:gd name="connsiteY83" fmla="*/ 4048125 h 6858000"/>
              <a:gd name="connsiteX84" fmla="*/ 4082989 w 4272784"/>
              <a:gd name="connsiteY84" fmla="*/ 4116387 h 6858000"/>
              <a:gd name="connsiteX85" fmla="*/ 4084669 w 4272784"/>
              <a:gd name="connsiteY85" fmla="*/ 4186237 h 6858000"/>
              <a:gd name="connsiteX86" fmla="*/ 4094747 w 4272784"/>
              <a:gd name="connsiteY86" fmla="*/ 4244975 h 6858000"/>
              <a:gd name="connsiteX87" fmla="*/ 4104825 w 4272784"/>
              <a:gd name="connsiteY87" fmla="*/ 4297362 h 6858000"/>
              <a:gd name="connsiteX88" fmla="*/ 4119940 w 4272784"/>
              <a:gd name="connsiteY88" fmla="*/ 4343400 h 6858000"/>
              <a:gd name="connsiteX89" fmla="*/ 4138416 w 4272784"/>
              <a:gd name="connsiteY89" fmla="*/ 4386262 h 6858000"/>
              <a:gd name="connsiteX90" fmla="*/ 4156892 w 4272784"/>
              <a:gd name="connsiteY90" fmla="*/ 4424362 h 6858000"/>
              <a:gd name="connsiteX91" fmla="*/ 4197202 w 4272784"/>
              <a:gd name="connsiteY91" fmla="*/ 4498975 h 6858000"/>
              <a:gd name="connsiteX92" fmla="*/ 4217357 w 4272784"/>
              <a:gd name="connsiteY92" fmla="*/ 4537075 h 6858000"/>
              <a:gd name="connsiteX93" fmla="*/ 4234153 w 4272784"/>
              <a:gd name="connsiteY93" fmla="*/ 4579937 h 6858000"/>
              <a:gd name="connsiteX94" fmla="*/ 4249270 w 4272784"/>
              <a:gd name="connsiteY94" fmla="*/ 4625975 h 6858000"/>
              <a:gd name="connsiteX95" fmla="*/ 4261027 w 4272784"/>
              <a:gd name="connsiteY95" fmla="*/ 4678362 h 6858000"/>
              <a:gd name="connsiteX96" fmla="*/ 4269425 w 4272784"/>
              <a:gd name="connsiteY96" fmla="*/ 4738687 h 6858000"/>
              <a:gd name="connsiteX97" fmla="*/ 4272784 w 4272784"/>
              <a:gd name="connsiteY97" fmla="*/ 4806950 h 6858000"/>
              <a:gd name="connsiteX98" fmla="*/ 4269425 w 4272784"/>
              <a:gd name="connsiteY98" fmla="*/ 4875212 h 6858000"/>
              <a:gd name="connsiteX99" fmla="*/ 4261027 w 4272784"/>
              <a:gd name="connsiteY99" fmla="*/ 4935537 h 6858000"/>
              <a:gd name="connsiteX100" fmla="*/ 4249270 w 4272784"/>
              <a:gd name="connsiteY100" fmla="*/ 4987925 h 6858000"/>
              <a:gd name="connsiteX101" fmla="*/ 4234153 w 4272784"/>
              <a:gd name="connsiteY101" fmla="*/ 5033962 h 6858000"/>
              <a:gd name="connsiteX102" fmla="*/ 4217357 w 4272784"/>
              <a:gd name="connsiteY102" fmla="*/ 5075237 h 6858000"/>
              <a:gd name="connsiteX103" fmla="*/ 4197202 w 4272784"/>
              <a:gd name="connsiteY103" fmla="*/ 5114925 h 6858000"/>
              <a:gd name="connsiteX104" fmla="*/ 4177047 w 4272784"/>
              <a:gd name="connsiteY104" fmla="*/ 5149850 h 6858000"/>
              <a:gd name="connsiteX105" fmla="*/ 4156892 w 4272784"/>
              <a:gd name="connsiteY105" fmla="*/ 5186362 h 6858000"/>
              <a:gd name="connsiteX106" fmla="*/ 4138416 w 4272784"/>
              <a:gd name="connsiteY106" fmla="*/ 5226050 h 6858000"/>
              <a:gd name="connsiteX107" fmla="*/ 4119940 w 4272784"/>
              <a:gd name="connsiteY107" fmla="*/ 5268912 h 6858000"/>
              <a:gd name="connsiteX108" fmla="*/ 4104825 w 4272784"/>
              <a:gd name="connsiteY108" fmla="*/ 5313362 h 6858000"/>
              <a:gd name="connsiteX109" fmla="*/ 4094747 w 4272784"/>
              <a:gd name="connsiteY109" fmla="*/ 5365750 h 6858000"/>
              <a:gd name="connsiteX110" fmla="*/ 4084669 w 4272784"/>
              <a:gd name="connsiteY110" fmla="*/ 5426075 h 6858000"/>
              <a:gd name="connsiteX111" fmla="*/ 4082989 w 4272784"/>
              <a:gd name="connsiteY111" fmla="*/ 5494337 h 6858000"/>
              <a:gd name="connsiteX112" fmla="*/ 4084669 w 4272784"/>
              <a:gd name="connsiteY112" fmla="*/ 5562600 h 6858000"/>
              <a:gd name="connsiteX113" fmla="*/ 4094747 w 4272784"/>
              <a:gd name="connsiteY113" fmla="*/ 5622925 h 6858000"/>
              <a:gd name="connsiteX114" fmla="*/ 4104825 w 4272784"/>
              <a:gd name="connsiteY114" fmla="*/ 5675312 h 6858000"/>
              <a:gd name="connsiteX115" fmla="*/ 4119940 w 4272784"/>
              <a:gd name="connsiteY115" fmla="*/ 5721350 h 6858000"/>
              <a:gd name="connsiteX116" fmla="*/ 4138416 w 4272784"/>
              <a:gd name="connsiteY116" fmla="*/ 5762625 h 6858000"/>
              <a:gd name="connsiteX117" fmla="*/ 4156892 w 4272784"/>
              <a:gd name="connsiteY117" fmla="*/ 5802312 h 6858000"/>
              <a:gd name="connsiteX118" fmla="*/ 4177047 w 4272784"/>
              <a:gd name="connsiteY118" fmla="*/ 5840412 h 6858000"/>
              <a:gd name="connsiteX119" fmla="*/ 4197202 w 4272784"/>
              <a:gd name="connsiteY119" fmla="*/ 5876925 h 6858000"/>
              <a:gd name="connsiteX120" fmla="*/ 4217357 w 4272784"/>
              <a:gd name="connsiteY120" fmla="*/ 5915025 h 6858000"/>
              <a:gd name="connsiteX121" fmla="*/ 4234153 w 4272784"/>
              <a:gd name="connsiteY121" fmla="*/ 5956300 h 6858000"/>
              <a:gd name="connsiteX122" fmla="*/ 4249270 w 4272784"/>
              <a:gd name="connsiteY122" fmla="*/ 6003925 h 6858000"/>
              <a:gd name="connsiteX123" fmla="*/ 4261027 w 4272784"/>
              <a:gd name="connsiteY123" fmla="*/ 6056312 h 6858000"/>
              <a:gd name="connsiteX124" fmla="*/ 4269425 w 4272784"/>
              <a:gd name="connsiteY124" fmla="*/ 6113462 h 6858000"/>
              <a:gd name="connsiteX125" fmla="*/ 4272784 w 4272784"/>
              <a:gd name="connsiteY125" fmla="*/ 6183312 h 6858000"/>
              <a:gd name="connsiteX126" fmla="*/ 4269425 w 4272784"/>
              <a:gd name="connsiteY126" fmla="*/ 6251575 h 6858000"/>
              <a:gd name="connsiteX127" fmla="*/ 4261027 w 4272784"/>
              <a:gd name="connsiteY127" fmla="*/ 6311900 h 6858000"/>
              <a:gd name="connsiteX128" fmla="*/ 4249270 w 4272784"/>
              <a:gd name="connsiteY128" fmla="*/ 6361112 h 6858000"/>
              <a:gd name="connsiteX129" fmla="*/ 4234153 w 4272784"/>
              <a:gd name="connsiteY129" fmla="*/ 6407150 h 6858000"/>
              <a:gd name="connsiteX130" fmla="*/ 4217357 w 4272784"/>
              <a:gd name="connsiteY130" fmla="*/ 6448425 h 6858000"/>
              <a:gd name="connsiteX131" fmla="*/ 4198882 w 4272784"/>
              <a:gd name="connsiteY131" fmla="*/ 6488112 h 6858000"/>
              <a:gd name="connsiteX132" fmla="*/ 4180406 w 4272784"/>
              <a:gd name="connsiteY132" fmla="*/ 6523037 h 6858000"/>
              <a:gd name="connsiteX133" fmla="*/ 4160251 w 4272784"/>
              <a:gd name="connsiteY133" fmla="*/ 6561137 h 6858000"/>
              <a:gd name="connsiteX134" fmla="*/ 4140096 w 4272784"/>
              <a:gd name="connsiteY134" fmla="*/ 6597650 h 6858000"/>
              <a:gd name="connsiteX135" fmla="*/ 4123300 w 4272784"/>
              <a:gd name="connsiteY135" fmla="*/ 6640512 h 6858000"/>
              <a:gd name="connsiteX136" fmla="*/ 4106504 w 4272784"/>
              <a:gd name="connsiteY136" fmla="*/ 6683375 h 6858000"/>
              <a:gd name="connsiteX137" fmla="*/ 4096426 w 4272784"/>
              <a:gd name="connsiteY137" fmla="*/ 6735762 h 6858000"/>
              <a:gd name="connsiteX138" fmla="*/ 4088029 w 4272784"/>
              <a:gd name="connsiteY138" fmla="*/ 6791325 h 6858000"/>
              <a:gd name="connsiteX139" fmla="*/ 4082989 w 4272784"/>
              <a:gd name="connsiteY139" fmla="*/ 6858000 h 6858000"/>
              <a:gd name="connsiteX140" fmla="*/ 0 w 4272784"/>
              <a:gd name="connsiteY14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272784" h="6858000">
                <a:moveTo>
                  <a:pt x="0" y="0"/>
                </a:moveTo>
                <a:lnTo>
                  <a:pt x="4082989" y="0"/>
                </a:lnTo>
                <a:lnTo>
                  <a:pt x="4088029" y="66675"/>
                </a:lnTo>
                <a:lnTo>
                  <a:pt x="4096426" y="122237"/>
                </a:lnTo>
                <a:lnTo>
                  <a:pt x="4106504" y="174625"/>
                </a:lnTo>
                <a:lnTo>
                  <a:pt x="4123300" y="217487"/>
                </a:lnTo>
                <a:lnTo>
                  <a:pt x="4140096" y="260350"/>
                </a:lnTo>
                <a:lnTo>
                  <a:pt x="4160251" y="296862"/>
                </a:lnTo>
                <a:lnTo>
                  <a:pt x="4180406" y="334962"/>
                </a:lnTo>
                <a:lnTo>
                  <a:pt x="4198882" y="369887"/>
                </a:lnTo>
                <a:lnTo>
                  <a:pt x="4217357" y="409575"/>
                </a:lnTo>
                <a:lnTo>
                  <a:pt x="4234153" y="450850"/>
                </a:lnTo>
                <a:lnTo>
                  <a:pt x="4249270" y="496887"/>
                </a:lnTo>
                <a:lnTo>
                  <a:pt x="4261027" y="546100"/>
                </a:lnTo>
                <a:lnTo>
                  <a:pt x="4269425" y="606425"/>
                </a:lnTo>
                <a:lnTo>
                  <a:pt x="4272784" y="673100"/>
                </a:lnTo>
                <a:lnTo>
                  <a:pt x="4269425" y="744537"/>
                </a:lnTo>
                <a:lnTo>
                  <a:pt x="4261027" y="801687"/>
                </a:lnTo>
                <a:lnTo>
                  <a:pt x="4249270" y="854075"/>
                </a:lnTo>
                <a:lnTo>
                  <a:pt x="4234153" y="901700"/>
                </a:lnTo>
                <a:lnTo>
                  <a:pt x="4217357" y="942975"/>
                </a:lnTo>
                <a:lnTo>
                  <a:pt x="4197202" y="981075"/>
                </a:lnTo>
                <a:lnTo>
                  <a:pt x="4177047" y="1017587"/>
                </a:lnTo>
                <a:lnTo>
                  <a:pt x="4156892" y="1055687"/>
                </a:lnTo>
                <a:lnTo>
                  <a:pt x="4138416" y="1095375"/>
                </a:lnTo>
                <a:lnTo>
                  <a:pt x="4119940" y="1136650"/>
                </a:lnTo>
                <a:lnTo>
                  <a:pt x="4104825" y="1182687"/>
                </a:lnTo>
                <a:lnTo>
                  <a:pt x="4094747" y="1235075"/>
                </a:lnTo>
                <a:lnTo>
                  <a:pt x="4084669" y="1295400"/>
                </a:lnTo>
                <a:lnTo>
                  <a:pt x="4082989" y="1363662"/>
                </a:lnTo>
                <a:lnTo>
                  <a:pt x="4084669" y="1431925"/>
                </a:lnTo>
                <a:lnTo>
                  <a:pt x="4094747" y="1492250"/>
                </a:lnTo>
                <a:lnTo>
                  <a:pt x="4104825" y="1544637"/>
                </a:lnTo>
                <a:lnTo>
                  <a:pt x="4119940" y="1589087"/>
                </a:lnTo>
                <a:lnTo>
                  <a:pt x="4138416" y="1631950"/>
                </a:lnTo>
                <a:lnTo>
                  <a:pt x="4156892" y="1671637"/>
                </a:lnTo>
                <a:lnTo>
                  <a:pt x="4177047" y="1708150"/>
                </a:lnTo>
                <a:lnTo>
                  <a:pt x="4197202" y="1743075"/>
                </a:lnTo>
                <a:lnTo>
                  <a:pt x="4217357" y="1782762"/>
                </a:lnTo>
                <a:lnTo>
                  <a:pt x="4234153" y="1824037"/>
                </a:lnTo>
                <a:lnTo>
                  <a:pt x="4249270" y="1870075"/>
                </a:lnTo>
                <a:lnTo>
                  <a:pt x="4261027" y="1922462"/>
                </a:lnTo>
                <a:lnTo>
                  <a:pt x="4269425" y="1982787"/>
                </a:lnTo>
                <a:lnTo>
                  <a:pt x="4272784" y="2051050"/>
                </a:lnTo>
                <a:lnTo>
                  <a:pt x="4269425" y="2119312"/>
                </a:lnTo>
                <a:lnTo>
                  <a:pt x="4261027" y="2179637"/>
                </a:lnTo>
                <a:lnTo>
                  <a:pt x="4249270" y="2232025"/>
                </a:lnTo>
                <a:lnTo>
                  <a:pt x="4234153" y="2278062"/>
                </a:lnTo>
                <a:lnTo>
                  <a:pt x="4217357" y="2319337"/>
                </a:lnTo>
                <a:lnTo>
                  <a:pt x="4197202" y="2359025"/>
                </a:lnTo>
                <a:lnTo>
                  <a:pt x="4177047" y="2395537"/>
                </a:lnTo>
                <a:lnTo>
                  <a:pt x="4156892" y="2433637"/>
                </a:lnTo>
                <a:lnTo>
                  <a:pt x="4138416" y="2471737"/>
                </a:lnTo>
                <a:lnTo>
                  <a:pt x="4119940" y="2513012"/>
                </a:lnTo>
                <a:lnTo>
                  <a:pt x="4104825" y="2560637"/>
                </a:lnTo>
                <a:lnTo>
                  <a:pt x="4094747" y="2613025"/>
                </a:lnTo>
                <a:lnTo>
                  <a:pt x="4084669" y="2671762"/>
                </a:lnTo>
                <a:lnTo>
                  <a:pt x="4082989" y="2741612"/>
                </a:lnTo>
                <a:lnTo>
                  <a:pt x="4084669" y="2809875"/>
                </a:lnTo>
                <a:lnTo>
                  <a:pt x="4094747" y="2868612"/>
                </a:lnTo>
                <a:lnTo>
                  <a:pt x="4104825" y="2922587"/>
                </a:lnTo>
                <a:lnTo>
                  <a:pt x="4119940" y="2967037"/>
                </a:lnTo>
                <a:lnTo>
                  <a:pt x="4138416" y="3009900"/>
                </a:lnTo>
                <a:lnTo>
                  <a:pt x="4156892" y="3046412"/>
                </a:lnTo>
                <a:lnTo>
                  <a:pt x="4177047" y="3084512"/>
                </a:lnTo>
                <a:lnTo>
                  <a:pt x="4197202" y="3121025"/>
                </a:lnTo>
                <a:lnTo>
                  <a:pt x="4217357" y="3160712"/>
                </a:lnTo>
                <a:lnTo>
                  <a:pt x="4234153" y="3201987"/>
                </a:lnTo>
                <a:lnTo>
                  <a:pt x="4249270" y="3248025"/>
                </a:lnTo>
                <a:lnTo>
                  <a:pt x="4261027" y="3300412"/>
                </a:lnTo>
                <a:lnTo>
                  <a:pt x="4269425" y="3360737"/>
                </a:lnTo>
                <a:lnTo>
                  <a:pt x="4272784" y="3427412"/>
                </a:lnTo>
                <a:lnTo>
                  <a:pt x="4269425" y="3497262"/>
                </a:lnTo>
                <a:lnTo>
                  <a:pt x="4261027" y="3557587"/>
                </a:lnTo>
                <a:lnTo>
                  <a:pt x="4249270" y="3609975"/>
                </a:lnTo>
                <a:lnTo>
                  <a:pt x="4234153" y="3656012"/>
                </a:lnTo>
                <a:lnTo>
                  <a:pt x="4217357" y="3697287"/>
                </a:lnTo>
                <a:lnTo>
                  <a:pt x="4197202" y="3736975"/>
                </a:lnTo>
                <a:lnTo>
                  <a:pt x="4156892" y="3811587"/>
                </a:lnTo>
                <a:lnTo>
                  <a:pt x="4138416" y="3848100"/>
                </a:lnTo>
                <a:lnTo>
                  <a:pt x="4119940" y="3890962"/>
                </a:lnTo>
                <a:lnTo>
                  <a:pt x="4104825" y="3935412"/>
                </a:lnTo>
                <a:lnTo>
                  <a:pt x="4094747" y="3987800"/>
                </a:lnTo>
                <a:lnTo>
                  <a:pt x="4084669" y="4048125"/>
                </a:lnTo>
                <a:lnTo>
                  <a:pt x="4082989" y="4116387"/>
                </a:lnTo>
                <a:lnTo>
                  <a:pt x="4084669" y="4186237"/>
                </a:lnTo>
                <a:lnTo>
                  <a:pt x="4094747" y="4244975"/>
                </a:lnTo>
                <a:lnTo>
                  <a:pt x="4104825" y="4297362"/>
                </a:lnTo>
                <a:lnTo>
                  <a:pt x="4119940" y="4343400"/>
                </a:lnTo>
                <a:lnTo>
                  <a:pt x="4138416" y="4386262"/>
                </a:lnTo>
                <a:lnTo>
                  <a:pt x="4156892" y="4424362"/>
                </a:lnTo>
                <a:lnTo>
                  <a:pt x="4197202" y="4498975"/>
                </a:lnTo>
                <a:lnTo>
                  <a:pt x="4217357" y="4537075"/>
                </a:lnTo>
                <a:lnTo>
                  <a:pt x="4234153" y="4579937"/>
                </a:lnTo>
                <a:lnTo>
                  <a:pt x="4249270" y="4625975"/>
                </a:lnTo>
                <a:lnTo>
                  <a:pt x="4261027" y="4678362"/>
                </a:lnTo>
                <a:lnTo>
                  <a:pt x="4269425" y="4738687"/>
                </a:lnTo>
                <a:lnTo>
                  <a:pt x="4272784" y="4806950"/>
                </a:lnTo>
                <a:lnTo>
                  <a:pt x="4269425" y="4875212"/>
                </a:lnTo>
                <a:lnTo>
                  <a:pt x="4261027" y="4935537"/>
                </a:lnTo>
                <a:lnTo>
                  <a:pt x="4249270" y="4987925"/>
                </a:lnTo>
                <a:lnTo>
                  <a:pt x="4234153" y="5033962"/>
                </a:lnTo>
                <a:lnTo>
                  <a:pt x="4217357" y="5075237"/>
                </a:lnTo>
                <a:lnTo>
                  <a:pt x="4197202" y="5114925"/>
                </a:lnTo>
                <a:lnTo>
                  <a:pt x="4177047" y="5149850"/>
                </a:lnTo>
                <a:lnTo>
                  <a:pt x="4156892" y="5186362"/>
                </a:lnTo>
                <a:lnTo>
                  <a:pt x="4138416" y="5226050"/>
                </a:lnTo>
                <a:lnTo>
                  <a:pt x="4119940" y="5268912"/>
                </a:lnTo>
                <a:lnTo>
                  <a:pt x="4104825" y="5313362"/>
                </a:lnTo>
                <a:lnTo>
                  <a:pt x="4094747" y="5365750"/>
                </a:lnTo>
                <a:lnTo>
                  <a:pt x="4084669" y="5426075"/>
                </a:lnTo>
                <a:lnTo>
                  <a:pt x="4082989" y="5494337"/>
                </a:lnTo>
                <a:lnTo>
                  <a:pt x="4084669" y="5562600"/>
                </a:lnTo>
                <a:lnTo>
                  <a:pt x="4094747" y="5622925"/>
                </a:lnTo>
                <a:lnTo>
                  <a:pt x="4104825" y="5675312"/>
                </a:lnTo>
                <a:lnTo>
                  <a:pt x="4119940" y="5721350"/>
                </a:lnTo>
                <a:lnTo>
                  <a:pt x="4138416" y="5762625"/>
                </a:lnTo>
                <a:lnTo>
                  <a:pt x="4156892" y="5802312"/>
                </a:lnTo>
                <a:lnTo>
                  <a:pt x="4177047" y="5840412"/>
                </a:lnTo>
                <a:lnTo>
                  <a:pt x="4197202" y="5876925"/>
                </a:lnTo>
                <a:lnTo>
                  <a:pt x="4217357" y="5915025"/>
                </a:lnTo>
                <a:lnTo>
                  <a:pt x="4234153" y="5956300"/>
                </a:lnTo>
                <a:lnTo>
                  <a:pt x="4249270" y="6003925"/>
                </a:lnTo>
                <a:lnTo>
                  <a:pt x="4261027" y="6056312"/>
                </a:lnTo>
                <a:lnTo>
                  <a:pt x="4269425" y="6113462"/>
                </a:lnTo>
                <a:lnTo>
                  <a:pt x="4272784" y="6183312"/>
                </a:lnTo>
                <a:lnTo>
                  <a:pt x="4269425" y="6251575"/>
                </a:lnTo>
                <a:lnTo>
                  <a:pt x="4261027" y="6311900"/>
                </a:lnTo>
                <a:lnTo>
                  <a:pt x="4249270" y="6361112"/>
                </a:lnTo>
                <a:lnTo>
                  <a:pt x="4234153" y="6407150"/>
                </a:lnTo>
                <a:lnTo>
                  <a:pt x="4217357" y="6448425"/>
                </a:lnTo>
                <a:lnTo>
                  <a:pt x="4198882" y="6488112"/>
                </a:lnTo>
                <a:lnTo>
                  <a:pt x="4180406" y="6523037"/>
                </a:lnTo>
                <a:lnTo>
                  <a:pt x="4160251" y="6561137"/>
                </a:lnTo>
                <a:lnTo>
                  <a:pt x="4140096" y="6597650"/>
                </a:lnTo>
                <a:lnTo>
                  <a:pt x="4123300" y="6640512"/>
                </a:lnTo>
                <a:lnTo>
                  <a:pt x="4106504" y="6683375"/>
                </a:lnTo>
                <a:lnTo>
                  <a:pt x="4096426" y="6735762"/>
                </a:lnTo>
                <a:lnTo>
                  <a:pt x="4088029" y="6791325"/>
                </a:lnTo>
                <a:lnTo>
                  <a:pt x="4082989" y="6858000"/>
                </a:lnTo>
                <a:lnTo>
                  <a:pt x="0" y="6858000"/>
                </a:lnTo>
                <a:close/>
              </a:path>
            </a:pathLst>
          </a:custGeom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9E572F-9CDC-4214-9D42-FF0017649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17162" cy="6858000"/>
          </a:xfrm>
          <a:custGeom>
            <a:avLst/>
            <a:gdLst>
              <a:gd name="connsiteX0" fmla="*/ 4417162 w 4417162"/>
              <a:gd name="connsiteY0" fmla="*/ 0 h 6858000"/>
              <a:gd name="connsiteX1" fmla="*/ 334174 w 4417162"/>
              <a:gd name="connsiteY1" fmla="*/ 0 h 6858000"/>
              <a:gd name="connsiteX2" fmla="*/ 334173 w 4417162"/>
              <a:gd name="connsiteY2" fmla="*/ 0 h 6858000"/>
              <a:gd name="connsiteX3" fmla="*/ 189795 w 4417162"/>
              <a:gd name="connsiteY3" fmla="*/ 0 h 6858000"/>
              <a:gd name="connsiteX4" fmla="*/ 184756 w 4417162"/>
              <a:gd name="connsiteY4" fmla="*/ 66675 h 6858000"/>
              <a:gd name="connsiteX5" fmla="*/ 176358 w 4417162"/>
              <a:gd name="connsiteY5" fmla="*/ 122237 h 6858000"/>
              <a:gd name="connsiteX6" fmla="*/ 166281 w 4417162"/>
              <a:gd name="connsiteY6" fmla="*/ 174625 h 6858000"/>
              <a:gd name="connsiteX7" fmla="*/ 149485 w 4417162"/>
              <a:gd name="connsiteY7" fmla="*/ 217487 h 6858000"/>
              <a:gd name="connsiteX8" fmla="*/ 132689 w 4417162"/>
              <a:gd name="connsiteY8" fmla="*/ 260350 h 6858000"/>
              <a:gd name="connsiteX9" fmla="*/ 112534 w 4417162"/>
              <a:gd name="connsiteY9" fmla="*/ 296862 h 6858000"/>
              <a:gd name="connsiteX10" fmla="*/ 92379 w 4417162"/>
              <a:gd name="connsiteY10" fmla="*/ 334962 h 6858000"/>
              <a:gd name="connsiteX11" fmla="*/ 73903 w 4417162"/>
              <a:gd name="connsiteY11" fmla="*/ 369887 h 6858000"/>
              <a:gd name="connsiteX12" fmla="*/ 55427 w 4417162"/>
              <a:gd name="connsiteY12" fmla="*/ 409575 h 6858000"/>
              <a:gd name="connsiteX13" fmla="*/ 38632 w 4417162"/>
              <a:gd name="connsiteY13" fmla="*/ 450850 h 6858000"/>
              <a:gd name="connsiteX14" fmla="*/ 23515 w 4417162"/>
              <a:gd name="connsiteY14" fmla="*/ 496887 h 6858000"/>
              <a:gd name="connsiteX15" fmla="*/ 11758 w 4417162"/>
              <a:gd name="connsiteY15" fmla="*/ 546100 h 6858000"/>
              <a:gd name="connsiteX16" fmla="*/ 3359 w 4417162"/>
              <a:gd name="connsiteY16" fmla="*/ 606425 h 6858000"/>
              <a:gd name="connsiteX17" fmla="*/ 0 w 4417162"/>
              <a:gd name="connsiteY17" fmla="*/ 673100 h 6858000"/>
              <a:gd name="connsiteX18" fmla="*/ 3359 w 4417162"/>
              <a:gd name="connsiteY18" fmla="*/ 744537 h 6858000"/>
              <a:gd name="connsiteX19" fmla="*/ 11758 w 4417162"/>
              <a:gd name="connsiteY19" fmla="*/ 801687 h 6858000"/>
              <a:gd name="connsiteX20" fmla="*/ 23515 w 4417162"/>
              <a:gd name="connsiteY20" fmla="*/ 854075 h 6858000"/>
              <a:gd name="connsiteX21" fmla="*/ 38632 w 4417162"/>
              <a:gd name="connsiteY21" fmla="*/ 901700 h 6858000"/>
              <a:gd name="connsiteX22" fmla="*/ 55427 w 4417162"/>
              <a:gd name="connsiteY22" fmla="*/ 942975 h 6858000"/>
              <a:gd name="connsiteX23" fmla="*/ 75583 w 4417162"/>
              <a:gd name="connsiteY23" fmla="*/ 981075 h 6858000"/>
              <a:gd name="connsiteX24" fmla="*/ 95738 w 4417162"/>
              <a:gd name="connsiteY24" fmla="*/ 1017587 h 6858000"/>
              <a:gd name="connsiteX25" fmla="*/ 115893 w 4417162"/>
              <a:gd name="connsiteY25" fmla="*/ 1055687 h 6858000"/>
              <a:gd name="connsiteX26" fmla="*/ 134368 w 4417162"/>
              <a:gd name="connsiteY26" fmla="*/ 1095375 h 6858000"/>
              <a:gd name="connsiteX27" fmla="*/ 152844 w 4417162"/>
              <a:gd name="connsiteY27" fmla="*/ 1136650 h 6858000"/>
              <a:gd name="connsiteX28" fmla="*/ 167960 w 4417162"/>
              <a:gd name="connsiteY28" fmla="*/ 1182687 h 6858000"/>
              <a:gd name="connsiteX29" fmla="*/ 178038 w 4417162"/>
              <a:gd name="connsiteY29" fmla="*/ 1235075 h 6858000"/>
              <a:gd name="connsiteX30" fmla="*/ 188115 w 4417162"/>
              <a:gd name="connsiteY30" fmla="*/ 1295400 h 6858000"/>
              <a:gd name="connsiteX31" fmla="*/ 189795 w 4417162"/>
              <a:gd name="connsiteY31" fmla="*/ 1363662 h 6858000"/>
              <a:gd name="connsiteX32" fmla="*/ 188115 w 4417162"/>
              <a:gd name="connsiteY32" fmla="*/ 1431925 h 6858000"/>
              <a:gd name="connsiteX33" fmla="*/ 178038 w 4417162"/>
              <a:gd name="connsiteY33" fmla="*/ 1492250 h 6858000"/>
              <a:gd name="connsiteX34" fmla="*/ 167960 w 4417162"/>
              <a:gd name="connsiteY34" fmla="*/ 1544637 h 6858000"/>
              <a:gd name="connsiteX35" fmla="*/ 152844 w 4417162"/>
              <a:gd name="connsiteY35" fmla="*/ 1589087 h 6858000"/>
              <a:gd name="connsiteX36" fmla="*/ 134368 w 4417162"/>
              <a:gd name="connsiteY36" fmla="*/ 1631950 h 6858000"/>
              <a:gd name="connsiteX37" fmla="*/ 115893 w 4417162"/>
              <a:gd name="connsiteY37" fmla="*/ 1671637 h 6858000"/>
              <a:gd name="connsiteX38" fmla="*/ 95738 w 4417162"/>
              <a:gd name="connsiteY38" fmla="*/ 1708150 h 6858000"/>
              <a:gd name="connsiteX39" fmla="*/ 75583 w 4417162"/>
              <a:gd name="connsiteY39" fmla="*/ 1743075 h 6858000"/>
              <a:gd name="connsiteX40" fmla="*/ 55427 w 4417162"/>
              <a:gd name="connsiteY40" fmla="*/ 1782762 h 6858000"/>
              <a:gd name="connsiteX41" fmla="*/ 38632 w 4417162"/>
              <a:gd name="connsiteY41" fmla="*/ 1824037 h 6858000"/>
              <a:gd name="connsiteX42" fmla="*/ 23515 w 4417162"/>
              <a:gd name="connsiteY42" fmla="*/ 1870075 h 6858000"/>
              <a:gd name="connsiteX43" fmla="*/ 11758 w 4417162"/>
              <a:gd name="connsiteY43" fmla="*/ 1922462 h 6858000"/>
              <a:gd name="connsiteX44" fmla="*/ 3359 w 4417162"/>
              <a:gd name="connsiteY44" fmla="*/ 1982787 h 6858000"/>
              <a:gd name="connsiteX45" fmla="*/ 0 w 4417162"/>
              <a:gd name="connsiteY45" fmla="*/ 2051050 h 6858000"/>
              <a:gd name="connsiteX46" fmla="*/ 3359 w 4417162"/>
              <a:gd name="connsiteY46" fmla="*/ 2119312 h 6858000"/>
              <a:gd name="connsiteX47" fmla="*/ 11758 w 4417162"/>
              <a:gd name="connsiteY47" fmla="*/ 2179637 h 6858000"/>
              <a:gd name="connsiteX48" fmla="*/ 23515 w 4417162"/>
              <a:gd name="connsiteY48" fmla="*/ 2232025 h 6858000"/>
              <a:gd name="connsiteX49" fmla="*/ 38632 w 4417162"/>
              <a:gd name="connsiteY49" fmla="*/ 2278062 h 6858000"/>
              <a:gd name="connsiteX50" fmla="*/ 55427 w 4417162"/>
              <a:gd name="connsiteY50" fmla="*/ 2319337 h 6858000"/>
              <a:gd name="connsiteX51" fmla="*/ 75583 w 4417162"/>
              <a:gd name="connsiteY51" fmla="*/ 2359025 h 6858000"/>
              <a:gd name="connsiteX52" fmla="*/ 95738 w 4417162"/>
              <a:gd name="connsiteY52" fmla="*/ 2395537 h 6858000"/>
              <a:gd name="connsiteX53" fmla="*/ 115893 w 4417162"/>
              <a:gd name="connsiteY53" fmla="*/ 2433637 h 6858000"/>
              <a:gd name="connsiteX54" fmla="*/ 134368 w 4417162"/>
              <a:gd name="connsiteY54" fmla="*/ 2471737 h 6858000"/>
              <a:gd name="connsiteX55" fmla="*/ 152844 w 4417162"/>
              <a:gd name="connsiteY55" fmla="*/ 2513012 h 6858000"/>
              <a:gd name="connsiteX56" fmla="*/ 167960 w 4417162"/>
              <a:gd name="connsiteY56" fmla="*/ 2560637 h 6858000"/>
              <a:gd name="connsiteX57" fmla="*/ 178038 w 4417162"/>
              <a:gd name="connsiteY57" fmla="*/ 2613025 h 6858000"/>
              <a:gd name="connsiteX58" fmla="*/ 188115 w 4417162"/>
              <a:gd name="connsiteY58" fmla="*/ 2671762 h 6858000"/>
              <a:gd name="connsiteX59" fmla="*/ 189795 w 4417162"/>
              <a:gd name="connsiteY59" fmla="*/ 2741612 h 6858000"/>
              <a:gd name="connsiteX60" fmla="*/ 188115 w 4417162"/>
              <a:gd name="connsiteY60" fmla="*/ 2809875 h 6858000"/>
              <a:gd name="connsiteX61" fmla="*/ 178038 w 4417162"/>
              <a:gd name="connsiteY61" fmla="*/ 2868612 h 6858000"/>
              <a:gd name="connsiteX62" fmla="*/ 167960 w 4417162"/>
              <a:gd name="connsiteY62" fmla="*/ 2922587 h 6858000"/>
              <a:gd name="connsiteX63" fmla="*/ 152844 w 4417162"/>
              <a:gd name="connsiteY63" fmla="*/ 2967037 h 6858000"/>
              <a:gd name="connsiteX64" fmla="*/ 134368 w 4417162"/>
              <a:gd name="connsiteY64" fmla="*/ 3009900 h 6858000"/>
              <a:gd name="connsiteX65" fmla="*/ 115893 w 4417162"/>
              <a:gd name="connsiteY65" fmla="*/ 3046412 h 6858000"/>
              <a:gd name="connsiteX66" fmla="*/ 95738 w 4417162"/>
              <a:gd name="connsiteY66" fmla="*/ 3084512 h 6858000"/>
              <a:gd name="connsiteX67" fmla="*/ 75583 w 4417162"/>
              <a:gd name="connsiteY67" fmla="*/ 3121025 h 6858000"/>
              <a:gd name="connsiteX68" fmla="*/ 55427 w 4417162"/>
              <a:gd name="connsiteY68" fmla="*/ 3160712 h 6858000"/>
              <a:gd name="connsiteX69" fmla="*/ 38632 w 4417162"/>
              <a:gd name="connsiteY69" fmla="*/ 3201987 h 6858000"/>
              <a:gd name="connsiteX70" fmla="*/ 23515 w 4417162"/>
              <a:gd name="connsiteY70" fmla="*/ 3248025 h 6858000"/>
              <a:gd name="connsiteX71" fmla="*/ 11758 w 4417162"/>
              <a:gd name="connsiteY71" fmla="*/ 3300412 h 6858000"/>
              <a:gd name="connsiteX72" fmla="*/ 3359 w 4417162"/>
              <a:gd name="connsiteY72" fmla="*/ 3360737 h 6858000"/>
              <a:gd name="connsiteX73" fmla="*/ 0 w 4417162"/>
              <a:gd name="connsiteY73" fmla="*/ 3427412 h 6858000"/>
              <a:gd name="connsiteX74" fmla="*/ 3359 w 4417162"/>
              <a:gd name="connsiteY74" fmla="*/ 3497262 h 6858000"/>
              <a:gd name="connsiteX75" fmla="*/ 11758 w 4417162"/>
              <a:gd name="connsiteY75" fmla="*/ 3557587 h 6858000"/>
              <a:gd name="connsiteX76" fmla="*/ 23515 w 4417162"/>
              <a:gd name="connsiteY76" fmla="*/ 3609975 h 6858000"/>
              <a:gd name="connsiteX77" fmla="*/ 38632 w 4417162"/>
              <a:gd name="connsiteY77" fmla="*/ 3656012 h 6858000"/>
              <a:gd name="connsiteX78" fmla="*/ 55427 w 4417162"/>
              <a:gd name="connsiteY78" fmla="*/ 3697287 h 6858000"/>
              <a:gd name="connsiteX79" fmla="*/ 75583 w 4417162"/>
              <a:gd name="connsiteY79" fmla="*/ 3736975 h 6858000"/>
              <a:gd name="connsiteX80" fmla="*/ 115893 w 4417162"/>
              <a:gd name="connsiteY80" fmla="*/ 3811587 h 6858000"/>
              <a:gd name="connsiteX81" fmla="*/ 134368 w 4417162"/>
              <a:gd name="connsiteY81" fmla="*/ 3848100 h 6858000"/>
              <a:gd name="connsiteX82" fmla="*/ 152844 w 4417162"/>
              <a:gd name="connsiteY82" fmla="*/ 3890962 h 6858000"/>
              <a:gd name="connsiteX83" fmla="*/ 167960 w 4417162"/>
              <a:gd name="connsiteY83" fmla="*/ 3935412 h 6858000"/>
              <a:gd name="connsiteX84" fmla="*/ 178038 w 4417162"/>
              <a:gd name="connsiteY84" fmla="*/ 3987800 h 6858000"/>
              <a:gd name="connsiteX85" fmla="*/ 188115 w 4417162"/>
              <a:gd name="connsiteY85" fmla="*/ 4048125 h 6858000"/>
              <a:gd name="connsiteX86" fmla="*/ 189795 w 4417162"/>
              <a:gd name="connsiteY86" fmla="*/ 4116387 h 6858000"/>
              <a:gd name="connsiteX87" fmla="*/ 188115 w 4417162"/>
              <a:gd name="connsiteY87" fmla="*/ 4186237 h 6858000"/>
              <a:gd name="connsiteX88" fmla="*/ 178038 w 4417162"/>
              <a:gd name="connsiteY88" fmla="*/ 4244975 h 6858000"/>
              <a:gd name="connsiteX89" fmla="*/ 167960 w 4417162"/>
              <a:gd name="connsiteY89" fmla="*/ 4297362 h 6858000"/>
              <a:gd name="connsiteX90" fmla="*/ 152844 w 4417162"/>
              <a:gd name="connsiteY90" fmla="*/ 4343400 h 6858000"/>
              <a:gd name="connsiteX91" fmla="*/ 134368 w 4417162"/>
              <a:gd name="connsiteY91" fmla="*/ 4386262 h 6858000"/>
              <a:gd name="connsiteX92" fmla="*/ 115893 w 4417162"/>
              <a:gd name="connsiteY92" fmla="*/ 4424362 h 6858000"/>
              <a:gd name="connsiteX93" fmla="*/ 75583 w 4417162"/>
              <a:gd name="connsiteY93" fmla="*/ 4498975 h 6858000"/>
              <a:gd name="connsiteX94" fmla="*/ 55427 w 4417162"/>
              <a:gd name="connsiteY94" fmla="*/ 4537075 h 6858000"/>
              <a:gd name="connsiteX95" fmla="*/ 38632 w 4417162"/>
              <a:gd name="connsiteY95" fmla="*/ 4579937 h 6858000"/>
              <a:gd name="connsiteX96" fmla="*/ 23515 w 4417162"/>
              <a:gd name="connsiteY96" fmla="*/ 4625975 h 6858000"/>
              <a:gd name="connsiteX97" fmla="*/ 11758 w 4417162"/>
              <a:gd name="connsiteY97" fmla="*/ 4678362 h 6858000"/>
              <a:gd name="connsiteX98" fmla="*/ 3359 w 4417162"/>
              <a:gd name="connsiteY98" fmla="*/ 4738687 h 6858000"/>
              <a:gd name="connsiteX99" fmla="*/ 0 w 4417162"/>
              <a:gd name="connsiteY99" fmla="*/ 4806950 h 6858000"/>
              <a:gd name="connsiteX100" fmla="*/ 3359 w 4417162"/>
              <a:gd name="connsiteY100" fmla="*/ 4875212 h 6858000"/>
              <a:gd name="connsiteX101" fmla="*/ 11758 w 4417162"/>
              <a:gd name="connsiteY101" fmla="*/ 4935537 h 6858000"/>
              <a:gd name="connsiteX102" fmla="*/ 23515 w 4417162"/>
              <a:gd name="connsiteY102" fmla="*/ 4987925 h 6858000"/>
              <a:gd name="connsiteX103" fmla="*/ 38632 w 4417162"/>
              <a:gd name="connsiteY103" fmla="*/ 5033962 h 6858000"/>
              <a:gd name="connsiteX104" fmla="*/ 55427 w 4417162"/>
              <a:gd name="connsiteY104" fmla="*/ 5075237 h 6858000"/>
              <a:gd name="connsiteX105" fmla="*/ 75583 w 4417162"/>
              <a:gd name="connsiteY105" fmla="*/ 5114925 h 6858000"/>
              <a:gd name="connsiteX106" fmla="*/ 95738 w 4417162"/>
              <a:gd name="connsiteY106" fmla="*/ 5149850 h 6858000"/>
              <a:gd name="connsiteX107" fmla="*/ 115893 w 4417162"/>
              <a:gd name="connsiteY107" fmla="*/ 5186362 h 6858000"/>
              <a:gd name="connsiteX108" fmla="*/ 134368 w 4417162"/>
              <a:gd name="connsiteY108" fmla="*/ 5226050 h 6858000"/>
              <a:gd name="connsiteX109" fmla="*/ 152844 w 4417162"/>
              <a:gd name="connsiteY109" fmla="*/ 5268912 h 6858000"/>
              <a:gd name="connsiteX110" fmla="*/ 167960 w 4417162"/>
              <a:gd name="connsiteY110" fmla="*/ 5313362 h 6858000"/>
              <a:gd name="connsiteX111" fmla="*/ 178038 w 4417162"/>
              <a:gd name="connsiteY111" fmla="*/ 5365750 h 6858000"/>
              <a:gd name="connsiteX112" fmla="*/ 188115 w 4417162"/>
              <a:gd name="connsiteY112" fmla="*/ 5426075 h 6858000"/>
              <a:gd name="connsiteX113" fmla="*/ 189795 w 4417162"/>
              <a:gd name="connsiteY113" fmla="*/ 5494337 h 6858000"/>
              <a:gd name="connsiteX114" fmla="*/ 188115 w 4417162"/>
              <a:gd name="connsiteY114" fmla="*/ 5562600 h 6858000"/>
              <a:gd name="connsiteX115" fmla="*/ 178038 w 4417162"/>
              <a:gd name="connsiteY115" fmla="*/ 5622925 h 6858000"/>
              <a:gd name="connsiteX116" fmla="*/ 167960 w 4417162"/>
              <a:gd name="connsiteY116" fmla="*/ 5675312 h 6858000"/>
              <a:gd name="connsiteX117" fmla="*/ 152844 w 4417162"/>
              <a:gd name="connsiteY117" fmla="*/ 5721350 h 6858000"/>
              <a:gd name="connsiteX118" fmla="*/ 134368 w 4417162"/>
              <a:gd name="connsiteY118" fmla="*/ 5762625 h 6858000"/>
              <a:gd name="connsiteX119" fmla="*/ 115893 w 4417162"/>
              <a:gd name="connsiteY119" fmla="*/ 5802312 h 6858000"/>
              <a:gd name="connsiteX120" fmla="*/ 95738 w 4417162"/>
              <a:gd name="connsiteY120" fmla="*/ 5840412 h 6858000"/>
              <a:gd name="connsiteX121" fmla="*/ 75583 w 4417162"/>
              <a:gd name="connsiteY121" fmla="*/ 5876925 h 6858000"/>
              <a:gd name="connsiteX122" fmla="*/ 55427 w 4417162"/>
              <a:gd name="connsiteY122" fmla="*/ 5915025 h 6858000"/>
              <a:gd name="connsiteX123" fmla="*/ 38632 w 4417162"/>
              <a:gd name="connsiteY123" fmla="*/ 5956300 h 6858000"/>
              <a:gd name="connsiteX124" fmla="*/ 23515 w 4417162"/>
              <a:gd name="connsiteY124" fmla="*/ 6003925 h 6858000"/>
              <a:gd name="connsiteX125" fmla="*/ 11758 w 4417162"/>
              <a:gd name="connsiteY125" fmla="*/ 6056312 h 6858000"/>
              <a:gd name="connsiteX126" fmla="*/ 3359 w 4417162"/>
              <a:gd name="connsiteY126" fmla="*/ 6113462 h 6858000"/>
              <a:gd name="connsiteX127" fmla="*/ 0 w 4417162"/>
              <a:gd name="connsiteY127" fmla="*/ 6183312 h 6858000"/>
              <a:gd name="connsiteX128" fmla="*/ 3359 w 4417162"/>
              <a:gd name="connsiteY128" fmla="*/ 6251575 h 6858000"/>
              <a:gd name="connsiteX129" fmla="*/ 11758 w 4417162"/>
              <a:gd name="connsiteY129" fmla="*/ 6311900 h 6858000"/>
              <a:gd name="connsiteX130" fmla="*/ 23515 w 4417162"/>
              <a:gd name="connsiteY130" fmla="*/ 6361112 h 6858000"/>
              <a:gd name="connsiteX131" fmla="*/ 38632 w 4417162"/>
              <a:gd name="connsiteY131" fmla="*/ 6407150 h 6858000"/>
              <a:gd name="connsiteX132" fmla="*/ 55427 w 4417162"/>
              <a:gd name="connsiteY132" fmla="*/ 6448425 h 6858000"/>
              <a:gd name="connsiteX133" fmla="*/ 73903 w 4417162"/>
              <a:gd name="connsiteY133" fmla="*/ 6488112 h 6858000"/>
              <a:gd name="connsiteX134" fmla="*/ 92379 w 4417162"/>
              <a:gd name="connsiteY134" fmla="*/ 6523037 h 6858000"/>
              <a:gd name="connsiteX135" fmla="*/ 112534 w 4417162"/>
              <a:gd name="connsiteY135" fmla="*/ 6561137 h 6858000"/>
              <a:gd name="connsiteX136" fmla="*/ 132689 w 4417162"/>
              <a:gd name="connsiteY136" fmla="*/ 6597650 h 6858000"/>
              <a:gd name="connsiteX137" fmla="*/ 149485 w 4417162"/>
              <a:gd name="connsiteY137" fmla="*/ 6640512 h 6858000"/>
              <a:gd name="connsiteX138" fmla="*/ 166281 w 4417162"/>
              <a:gd name="connsiteY138" fmla="*/ 6683375 h 6858000"/>
              <a:gd name="connsiteX139" fmla="*/ 176358 w 4417162"/>
              <a:gd name="connsiteY139" fmla="*/ 6735762 h 6858000"/>
              <a:gd name="connsiteX140" fmla="*/ 184756 w 4417162"/>
              <a:gd name="connsiteY140" fmla="*/ 6791325 h 6858000"/>
              <a:gd name="connsiteX141" fmla="*/ 189795 w 4417162"/>
              <a:gd name="connsiteY141" fmla="*/ 6858000 h 6858000"/>
              <a:gd name="connsiteX142" fmla="*/ 334173 w 4417162"/>
              <a:gd name="connsiteY142" fmla="*/ 6858000 h 6858000"/>
              <a:gd name="connsiteX143" fmla="*/ 334174 w 4417162"/>
              <a:gd name="connsiteY143" fmla="*/ 6858000 h 6858000"/>
              <a:gd name="connsiteX144" fmla="*/ 4417162 w 4417162"/>
              <a:gd name="connsiteY1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</a:cxnLst>
            <a:rect l="l" t="t" r="r" b="b"/>
            <a:pathLst>
              <a:path w="4417162" h="6858000">
                <a:moveTo>
                  <a:pt x="4417162" y="0"/>
                </a:moveTo>
                <a:lnTo>
                  <a:pt x="334174" y="0"/>
                </a:lnTo>
                <a:lnTo>
                  <a:pt x="334173" y="0"/>
                </a:lnTo>
                <a:lnTo>
                  <a:pt x="189795" y="0"/>
                </a:lnTo>
                <a:lnTo>
                  <a:pt x="184756" y="66675"/>
                </a:lnTo>
                <a:lnTo>
                  <a:pt x="176358" y="122237"/>
                </a:lnTo>
                <a:lnTo>
                  <a:pt x="166281" y="174625"/>
                </a:lnTo>
                <a:lnTo>
                  <a:pt x="149485" y="217487"/>
                </a:lnTo>
                <a:lnTo>
                  <a:pt x="132689" y="260350"/>
                </a:lnTo>
                <a:lnTo>
                  <a:pt x="112534" y="296862"/>
                </a:lnTo>
                <a:lnTo>
                  <a:pt x="92379" y="334962"/>
                </a:lnTo>
                <a:lnTo>
                  <a:pt x="73903" y="369887"/>
                </a:lnTo>
                <a:lnTo>
                  <a:pt x="55427" y="409575"/>
                </a:lnTo>
                <a:lnTo>
                  <a:pt x="38632" y="450850"/>
                </a:lnTo>
                <a:lnTo>
                  <a:pt x="23515" y="496887"/>
                </a:lnTo>
                <a:lnTo>
                  <a:pt x="11758" y="546100"/>
                </a:lnTo>
                <a:lnTo>
                  <a:pt x="3359" y="606425"/>
                </a:lnTo>
                <a:lnTo>
                  <a:pt x="0" y="673100"/>
                </a:lnTo>
                <a:lnTo>
                  <a:pt x="3359" y="744537"/>
                </a:lnTo>
                <a:lnTo>
                  <a:pt x="11758" y="801687"/>
                </a:lnTo>
                <a:lnTo>
                  <a:pt x="23515" y="854075"/>
                </a:lnTo>
                <a:lnTo>
                  <a:pt x="38632" y="901700"/>
                </a:lnTo>
                <a:lnTo>
                  <a:pt x="55427" y="942975"/>
                </a:lnTo>
                <a:lnTo>
                  <a:pt x="75583" y="981075"/>
                </a:lnTo>
                <a:lnTo>
                  <a:pt x="95738" y="1017587"/>
                </a:lnTo>
                <a:lnTo>
                  <a:pt x="115893" y="1055687"/>
                </a:lnTo>
                <a:lnTo>
                  <a:pt x="134368" y="1095375"/>
                </a:lnTo>
                <a:lnTo>
                  <a:pt x="152844" y="1136650"/>
                </a:lnTo>
                <a:lnTo>
                  <a:pt x="167960" y="1182687"/>
                </a:lnTo>
                <a:lnTo>
                  <a:pt x="178038" y="1235075"/>
                </a:lnTo>
                <a:lnTo>
                  <a:pt x="188115" y="1295400"/>
                </a:lnTo>
                <a:lnTo>
                  <a:pt x="189795" y="1363662"/>
                </a:lnTo>
                <a:lnTo>
                  <a:pt x="188115" y="1431925"/>
                </a:lnTo>
                <a:lnTo>
                  <a:pt x="178038" y="1492250"/>
                </a:lnTo>
                <a:lnTo>
                  <a:pt x="167960" y="1544637"/>
                </a:lnTo>
                <a:lnTo>
                  <a:pt x="152844" y="1589087"/>
                </a:lnTo>
                <a:lnTo>
                  <a:pt x="134368" y="1631950"/>
                </a:lnTo>
                <a:lnTo>
                  <a:pt x="115893" y="1671637"/>
                </a:lnTo>
                <a:lnTo>
                  <a:pt x="95738" y="1708150"/>
                </a:lnTo>
                <a:lnTo>
                  <a:pt x="75583" y="1743075"/>
                </a:lnTo>
                <a:lnTo>
                  <a:pt x="55427" y="1782762"/>
                </a:lnTo>
                <a:lnTo>
                  <a:pt x="38632" y="1824037"/>
                </a:lnTo>
                <a:lnTo>
                  <a:pt x="23515" y="1870075"/>
                </a:lnTo>
                <a:lnTo>
                  <a:pt x="11758" y="1922462"/>
                </a:lnTo>
                <a:lnTo>
                  <a:pt x="3359" y="1982787"/>
                </a:lnTo>
                <a:lnTo>
                  <a:pt x="0" y="2051050"/>
                </a:lnTo>
                <a:lnTo>
                  <a:pt x="3359" y="2119312"/>
                </a:lnTo>
                <a:lnTo>
                  <a:pt x="11758" y="2179637"/>
                </a:lnTo>
                <a:lnTo>
                  <a:pt x="23515" y="2232025"/>
                </a:lnTo>
                <a:lnTo>
                  <a:pt x="38632" y="2278062"/>
                </a:lnTo>
                <a:lnTo>
                  <a:pt x="55427" y="2319337"/>
                </a:lnTo>
                <a:lnTo>
                  <a:pt x="75583" y="2359025"/>
                </a:lnTo>
                <a:lnTo>
                  <a:pt x="95738" y="2395537"/>
                </a:lnTo>
                <a:lnTo>
                  <a:pt x="115893" y="2433637"/>
                </a:lnTo>
                <a:lnTo>
                  <a:pt x="134368" y="2471737"/>
                </a:lnTo>
                <a:lnTo>
                  <a:pt x="152844" y="2513012"/>
                </a:lnTo>
                <a:lnTo>
                  <a:pt x="167960" y="2560637"/>
                </a:lnTo>
                <a:lnTo>
                  <a:pt x="178038" y="2613025"/>
                </a:lnTo>
                <a:lnTo>
                  <a:pt x="188115" y="2671762"/>
                </a:lnTo>
                <a:lnTo>
                  <a:pt x="189795" y="2741612"/>
                </a:lnTo>
                <a:lnTo>
                  <a:pt x="188115" y="2809875"/>
                </a:lnTo>
                <a:lnTo>
                  <a:pt x="178038" y="2868612"/>
                </a:lnTo>
                <a:lnTo>
                  <a:pt x="167960" y="2922587"/>
                </a:lnTo>
                <a:lnTo>
                  <a:pt x="152844" y="2967037"/>
                </a:lnTo>
                <a:lnTo>
                  <a:pt x="134368" y="3009900"/>
                </a:lnTo>
                <a:lnTo>
                  <a:pt x="115893" y="3046412"/>
                </a:lnTo>
                <a:lnTo>
                  <a:pt x="95738" y="3084512"/>
                </a:lnTo>
                <a:lnTo>
                  <a:pt x="75583" y="3121025"/>
                </a:lnTo>
                <a:lnTo>
                  <a:pt x="55427" y="3160712"/>
                </a:lnTo>
                <a:lnTo>
                  <a:pt x="38632" y="3201987"/>
                </a:lnTo>
                <a:lnTo>
                  <a:pt x="23515" y="3248025"/>
                </a:lnTo>
                <a:lnTo>
                  <a:pt x="11758" y="3300412"/>
                </a:lnTo>
                <a:lnTo>
                  <a:pt x="3359" y="3360737"/>
                </a:lnTo>
                <a:lnTo>
                  <a:pt x="0" y="3427412"/>
                </a:lnTo>
                <a:lnTo>
                  <a:pt x="3359" y="3497262"/>
                </a:lnTo>
                <a:lnTo>
                  <a:pt x="11758" y="3557587"/>
                </a:lnTo>
                <a:lnTo>
                  <a:pt x="23515" y="3609975"/>
                </a:lnTo>
                <a:lnTo>
                  <a:pt x="38632" y="3656012"/>
                </a:lnTo>
                <a:lnTo>
                  <a:pt x="55427" y="3697287"/>
                </a:lnTo>
                <a:lnTo>
                  <a:pt x="75583" y="3736975"/>
                </a:lnTo>
                <a:lnTo>
                  <a:pt x="115893" y="3811587"/>
                </a:lnTo>
                <a:lnTo>
                  <a:pt x="134368" y="3848100"/>
                </a:lnTo>
                <a:lnTo>
                  <a:pt x="152844" y="3890962"/>
                </a:lnTo>
                <a:lnTo>
                  <a:pt x="167960" y="3935412"/>
                </a:lnTo>
                <a:lnTo>
                  <a:pt x="178038" y="3987800"/>
                </a:lnTo>
                <a:lnTo>
                  <a:pt x="188115" y="4048125"/>
                </a:lnTo>
                <a:lnTo>
                  <a:pt x="189795" y="4116387"/>
                </a:lnTo>
                <a:lnTo>
                  <a:pt x="188115" y="4186237"/>
                </a:lnTo>
                <a:lnTo>
                  <a:pt x="178038" y="4244975"/>
                </a:lnTo>
                <a:lnTo>
                  <a:pt x="167960" y="4297362"/>
                </a:lnTo>
                <a:lnTo>
                  <a:pt x="152844" y="4343400"/>
                </a:lnTo>
                <a:lnTo>
                  <a:pt x="134368" y="4386262"/>
                </a:lnTo>
                <a:lnTo>
                  <a:pt x="115893" y="4424362"/>
                </a:lnTo>
                <a:lnTo>
                  <a:pt x="75583" y="4498975"/>
                </a:lnTo>
                <a:lnTo>
                  <a:pt x="55427" y="4537075"/>
                </a:lnTo>
                <a:lnTo>
                  <a:pt x="38632" y="4579937"/>
                </a:lnTo>
                <a:lnTo>
                  <a:pt x="23515" y="4625975"/>
                </a:lnTo>
                <a:lnTo>
                  <a:pt x="11758" y="4678362"/>
                </a:lnTo>
                <a:lnTo>
                  <a:pt x="3359" y="4738687"/>
                </a:lnTo>
                <a:lnTo>
                  <a:pt x="0" y="4806950"/>
                </a:lnTo>
                <a:lnTo>
                  <a:pt x="3359" y="4875212"/>
                </a:lnTo>
                <a:lnTo>
                  <a:pt x="11758" y="4935537"/>
                </a:lnTo>
                <a:lnTo>
                  <a:pt x="23515" y="4987925"/>
                </a:lnTo>
                <a:lnTo>
                  <a:pt x="38632" y="5033962"/>
                </a:lnTo>
                <a:lnTo>
                  <a:pt x="55427" y="5075237"/>
                </a:lnTo>
                <a:lnTo>
                  <a:pt x="75583" y="5114925"/>
                </a:lnTo>
                <a:lnTo>
                  <a:pt x="95738" y="5149850"/>
                </a:lnTo>
                <a:lnTo>
                  <a:pt x="115893" y="5186362"/>
                </a:lnTo>
                <a:lnTo>
                  <a:pt x="134368" y="5226050"/>
                </a:lnTo>
                <a:lnTo>
                  <a:pt x="152844" y="5268912"/>
                </a:lnTo>
                <a:lnTo>
                  <a:pt x="167960" y="5313362"/>
                </a:lnTo>
                <a:lnTo>
                  <a:pt x="178038" y="5365750"/>
                </a:lnTo>
                <a:lnTo>
                  <a:pt x="188115" y="5426075"/>
                </a:lnTo>
                <a:lnTo>
                  <a:pt x="189795" y="5494337"/>
                </a:lnTo>
                <a:lnTo>
                  <a:pt x="188115" y="5562600"/>
                </a:lnTo>
                <a:lnTo>
                  <a:pt x="178038" y="5622925"/>
                </a:lnTo>
                <a:lnTo>
                  <a:pt x="167960" y="5675312"/>
                </a:lnTo>
                <a:lnTo>
                  <a:pt x="152844" y="5721350"/>
                </a:lnTo>
                <a:lnTo>
                  <a:pt x="134368" y="5762625"/>
                </a:lnTo>
                <a:lnTo>
                  <a:pt x="115893" y="5802312"/>
                </a:lnTo>
                <a:lnTo>
                  <a:pt x="95738" y="5840412"/>
                </a:lnTo>
                <a:lnTo>
                  <a:pt x="75583" y="5876925"/>
                </a:lnTo>
                <a:lnTo>
                  <a:pt x="55427" y="5915025"/>
                </a:lnTo>
                <a:lnTo>
                  <a:pt x="38632" y="5956300"/>
                </a:lnTo>
                <a:lnTo>
                  <a:pt x="23515" y="6003925"/>
                </a:lnTo>
                <a:lnTo>
                  <a:pt x="11758" y="6056312"/>
                </a:lnTo>
                <a:lnTo>
                  <a:pt x="3359" y="6113462"/>
                </a:lnTo>
                <a:lnTo>
                  <a:pt x="0" y="6183312"/>
                </a:lnTo>
                <a:lnTo>
                  <a:pt x="3359" y="6251575"/>
                </a:lnTo>
                <a:lnTo>
                  <a:pt x="11758" y="6311900"/>
                </a:lnTo>
                <a:lnTo>
                  <a:pt x="23515" y="6361112"/>
                </a:lnTo>
                <a:lnTo>
                  <a:pt x="38632" y="6407150"/>
                </a:lnTo>
                <a:lnTo>
                  <a:pt x="55427" y="6448425"/>
                </a:lnTo>
                <a:lnTo>
                  <a:pt x="73903" y="6488112"/>
                </a:lnTo>
                <a:lnTo>
                  <a:pt x="92379" y="6523037"/>
                </a:lnTo>
                <a:lnTo>
                  <a:pt x="112534" y="6561137"/>
                </a:lnTo>
                <a:lnTo>
                  <a:pt x="132689" y="6597650"/>
                </a:lnTo>
                <a:lnTo>
                  <a:pt x="149485" y="6640512"/>
                </a:lnTo>
                <a:lnTo>
                  <a:pt x="166281" y="6683375"/>
                </a:lnTo>
                <a:lnTo>
                  <a:pt x="176358" y="6735762"/>
                </a:lnTo>
                <a:lnTo>
                  <a:pt x="184756" y="6791325"/>
                </a:lnTo>
                <a:lnTo>
                  <a:pt x="189795" y="6858000"/>
                </a:lnTo>
                <a:lnTo>
                  <a:pt x="334173" y="6858000"/>
                </a:lnTo>
                <a:lnTo>
                  <a:pt x="334174" y="6858000"/>
                </a:lnTo>
                <a:lnTo>
                  <a:pt x="4417162" y="685800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C150C-5B9A-B5B5-F8BF-2D24316E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23406"/>
            <a:ext cx="3234018" cy="3826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000" kern="1200" dirty="0">
                <a:latin typeface="+mj-lt"/>
                <a:ea typeface="+mj-ea"/>
                <a:cs typeface="+mj-cs"/>
              </a:rPr>
              <a:t>Select the Model in the first dropdown, select the </a:t>
            </a:r>
            <a:r>
              <a:rPr lang="en-US" sz="3000" dirty="0" err="1"/>
              <a:t>DbContext</a:t>
            </a:r>
            <a:r>
              <a:rPr lang="en-US" sz="3000" kern="1200" dirty="0">
                <a:latin typeface="+mj-lt"/>
                <a:ea typeface="+mj-ea"/>
                <a:cs typeface="+mj-cs"/>
              </a:rPr>
              <a:t> in the second. Leave the rest as it is</a:t>
            </a:r>
            <a:r>
              <a:rPr lang="en-US" sz="3000" dirty="0"/>
              <a:t>,</a:t>
            </a:r>
            <a:r>
              <a:rPr lang="en-US" sz="3000" kern="1200" dirty="0">
                <a:latin typeface="+mj-lt"/>
                <a:ea typeface="+mj-ea"/>
                <a:cs typeface="+mj-cs"/>
              </a:rPr>
              <a:t> and press Add</a:t>
            </a: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B777E7B-79A7-113D-B129-BCB567FAD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6251" y="1141187"/>
            <a:ext cx="6631341" cy="457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402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89811-EF86-4F24-8973-3749C8FBC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7639EA-C9D1-44CA-BBC0-30625E7CD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" y="0"/>
            <a:ext cx="12191996" cy="6858000"/>
            <a:chOff x="1" y="0"/>
            <a:chExt cx="12191996" cy="6858000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E4CB3E84-719D-44B6-A2F1-15E226F2E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EDE45E2-0D26-42CE-B95F-81CE7BD3E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C44CF8-CA59-BCC8-0D58-73CB1DD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646073"/>
            <a:ext cx="4665725" cy="43880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This will Create all the files, but the link is not made yet. Must Migrate and Update Database First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419667-6EB3-488D-8BD4-9D972AC11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87375" y="0"/>
            <a:ext cx="6404625" cy="6373368"/>
          </a:xfrm>
          <a:custGeom>
            <a:avLst/>
            <a:gdLst>
              <a:gd name="connsiteX0" fmla="*/ 353272 w 6404625"/>
              <a:gd name="connsiteY0" fmla="*/ 0 h 6373368"/>
              <a:gd name="connsiteX1" fmla="*/ 6404625 w 6404625"/>
              <a:gd name="connsiteY1" fmla="*/ 0 h 6373368"/>
              <a:gd name="connsiteX2" fmla="*/ 6404625 w 6404625"/>
              <a:gd name="connsiteY2" fmla="*/ 6008204 h 6373368"/>
              <a:gd name="connsiteX3" fmla="*/ 6374459 w 6404625"/>
              <a:gd name="connsiteY3" fmla="*/ 6023890 h 6373368"/>
              <a:gd name="connsiteX4" fmla="*/ 6290584 w 6404625"/>
              <a:gd name="connsiteY4" fmla="*/ 6049055 h 6373368"/>
              <a:gd name="connsiteX5" fmla="*/ 6203913 w 6404625"/>
              <a:gd name="connsiteY5" fmla="*/ 6060237 h 6373368"/>
              <a:gd name="connsiteX6" fmla="*/ 6114448 w 6404625"/>
              <a:gd name="connsiteY6" fmla="*/ 6063033 h 6373368"/>
              <a:gd name="connsiteX7" fmla="*/ 6019391 w 6404625"/>
              <a:gd name="connsiteY7" fmla="*/ 6054644 h 6373368"/>
              <a:gd name="connsiteX8" fmla="*/ 5924332 w 6404625"/>
              <a:gd name="connsiteY8" fmla="*/ 6043462 h 6373368"/>
              <a:gd name="connsiteX9" fmla="*/ 5829275 w 6404625"/>
              <a:gd name="connsiteY9" fmla="*/ 6029482 h 6373368"/>
              <a:gd name="connsiteX10" fmla="*/ 5734216 w 6404625"/>
              <a:gd name="connsiteY10" fmla="*/ 6018300 h 6373368"/>
              <a:gd name="connsiteX11" fmla="*/ 5639159 w 6404625"/>
              <a:gd name="connsiteY11" fmla="*/ 6012708 h 6373368"/>
              <a:gd name="connsiteX12" fmla="*/ 5546898 w 6404625"/>
              <a:gd name="connsiteY12" fmla="*/ 6012708 h 6373368"/>
              <a:gd name="connsiteX13" fmla="*/ 5460227 w 6404625"/>
              <a:gd name="connsiteY13" fmla="*/ 6023890 h 6373368"/>
              <a:gd name="connsiteX14" fmla="*/ 5370760 w 6404625"/>
              <a:gd name="connsiteY14" fmla="*/ 6046258 h 6373368"/>
              <a:gd name="connsiteX15" fmla="*/ 5289681 w 6404625"/>
              <a:gd name="connsiteY15" fmla="*/ 6079807 h 6373368"/>
              <a:gd name="connsiteX16" fmla="*/ 5205808 w 6404625"/>
              <a:gd name="connsiteY16" fmla="*/ 6124541 h 6373368"/>
              <a:gd name="connsiteX17" fmla="*/ 5121933 w 6404625"/>
              <a:gd name="connsiteY17" fmla="*/ 6169276 h 6373368"/>
              <a:gd name="connsiteX18" fmla="*/ 5038061 w 6404625"/>
              <a:gd name="connsiteY18" fmla="*/ 6219598 h 6373368"/>
              <a:gd name="connsiteX19" fmla="*/ 4956981 w 6404625"/>
              <a:gd name="connsiteY19" fmla="*/ 6267129 h 6373368"/>
              <a:gd name="connsiteX20" fmla="*/ 4870311 w 6404625"/>
              <a:gd name="connsiteY20" fmla="*/ 6309065 h 6373368"/>
              <a:gd name="connsiteX21" fmla="*/ 4786435 w 6404625"/>
              <a:gd name="connsiteY21" fmla="*/ 6342614 h 6373368"/>
              <a:gd name="connsiteX22" fmla="*/ 4699765 w 6404625"/>
              <a:gd name="connsiteY22" fmla="*/ 6364982 h 6373368"/>
              <a:gd name="connsiteX23" fmla="*/ 4610299 w 6404625"/>
              <a:gd name="connsiteY23" fmla="*/ 6373368 h 6373368"/>
              <a:gd name="connsiteX24" fmla="*/ 4520833 w 6404625"/>
              <a:gd name="connsiteY24" fmla="*/ 6364982 h 6373368"/>
              <a:gd name="connsiteX25" fmla="*/ 4434163 w 6404625"/>
              <a:gd name="connsiteY25" fmla="*/ 6342614 h 6373368"/>
              <a:gd name="connsiteX26" fmla="*/ 4350289 w 6404625"/>
              <a:gd name="connsiteY26" fmla="*/ 6309065 h 6373368"/>
              <a:gd name="connsiteX27" fmla="*/ 4263617 w 6404625"/>
              <a:gd name="connsiteY27" fmla="*/ 6267129 h 6373368"/>
              <a:gd name="connsiteX28" fmla="*/ 4182539 w 6404625"/>
              <a:gd name="connsiteY28" fmla="*/ 6219598 h 6373368"/>
              <a:gd name="connsiteX29" fmla="*/ 4098666 w 6404625"/>
              <a:gd name="connsiteY29" fmla="*/ 6169276 h 6373368"/>
              <a:gd name="connsiteX30" fmla="*/ 4014791 w 6404625"/>
              <a:gd name="connsiteY30" fmla="*/ 6124541 h 6373368"/>
              <a:gd name="connsiteX31" fmla="*/ 3930916 w 6404625"/>
              <a:gd name="connsiteY31" fmla="*/ 6079807 h 6373368"/>
              <a:gd name="connsiteX32" fmla="*/ 3847041 w 6404625"/>
              <a:gd name="connsiteY32" fmla="*/ 6046258 h 6373368"/>
              <a:gd name="connsiteX33" fmla="*/ 3760372 w 6404625"/>
              <a:gd name="connsiteY33" fmla="*/ 6023890 h 6373368"/>
              <a:gd name="connsiteX34" fmla="*/ 3673701 w 6404625"/>
              <a:gd name="connsiteY34" fmla="*/ 6012708 h 6373368"/>
              <a:gd name="connsiteX35" fmla="*/ 3581438 w 6404625"/>
              <a:gd name="connsiteY35" fmla="*/ 6012708 h 6373368"/>
              <a:gd name="connsiteX36" fmla="*/ 3486381 w 6404625"/>
              <a:gd name="connsiteY36" fmla="*/ 6018300 h 6373368"/>
              <a:gd name="connsiteX37" fmla="*/ 3391322 w 6404625"/>
              <a:gd name="connsiteY37" fmla="*/ 6029482 h 6373368"/>
              <a:gd name="connsiteX38" fmla="*/ 3296265 w 6404625"/>
              <a:gd name="connsiteY38" fmla="*/ 6043462 h 6373368"/>
              <a:gd name="connsiteX39" fmla="*/ 3201210 w 6404625"/>
              <a:gd name="connsiteY39" fmla="*/ 6054644 h 6373368"/>
              <a:gd name="connsiteX40" fmla="*/ 3106151 w 6404625"/>
              <a:gd name="connsiteY40" fmla="*/ 6063033 h 6373368"/>
              <a:gd name="connsiteX41" fmla="*/ 3016684 w 6404625"/>
              <a:gd name="connsiteY41" fmla="*/ 6060237 h 6373368"/>
              <a:gd name="connsiteX42" fmla="*/ 2930015 w 6404625"/>
              <a:gd name="connsiteY42" fmla="*/ 6049055 h 6373368"/>
              <a:gd name="connsiteX43" fmla="*/ 2846140 w 6404625"/>
              <a:gd name="connsiteY43" fmla="*/ 6023890 h 6373368"/>
              <a:gd name="connsiteX44" fmla="*/ 2776243 w 6404625"/>
              <a:gd name="connsiteY44" fmla="*/ 5987546 h 6373368"/>
              <a:gd name="connsiteX45" fmla="*/ 2709145 w 6404625"/>
              <a:gd name="connsiteY45" fmla="*/ 5940017 h 6373368"/>
              <a:gd name="connsiteX46" fmla="*/ 2650432 w 6404625"/>
              <a:gd name="connsiteY46" fmla="*/ 5884101 h 6373368"/>
              <a:gd name="connsiteX47" fmla="*/ 2591719 w 6404625"/>
              <a:gd name="connsiteY47" fmla="*/ 5819798 h 6373368"/>
              <a:gd name="connsiteX48" fmla="*/ 2538599 w 6404625"/>
              <a:gd name="connsiteY48" fmla="*/ 5752697 h 6373368"/>
              <a:gd name="connsiteX49" fmla="*/ 2485480 w 6404625"/>
              <a:gd name="connsiteY49" fmla="*/ 5682802 h 6373368"/>
              <a:gd name="connsiteX50" fmla="*/ 2432360 w 6404625"/>
              <a:gd name="connsiteY50" fmla="*/ 5612908 h 6373368"/>
              <a:gd name="connsiteX51" fmla="*/ 2379237 w 6404625"/>
              <a:gd name="connsiteY51" fmla="*/ 5545809 h 6373368"/>
              <a:gd name="connsiteX52" fmla="*/ 2323320 w 6404625"/>
              <a:gd name="connsiteY52" fmla="*/ 5481502 h 6373368"/>
              <a:gd name="connsiteX53" fmla="*/ 2259018 w 6404625"/>
              <a:gd name="connsiteY53" fmla="*/ 5425586 h 6373368"/>
              <a:gd name="connsiteX54" fmla="*/ 2197511 w 6404625"/>
              <a:gd name="connsiteY54" fmla="*/ 5375263 h 6373368"/>
              <a:gd name="connsiteX55" fmla="*/ 2127614 w 6404625"/>
              <a:gd name="connsiteY55" fmla="*/ 5336121 h 6373368"/>
              <a:gd name="connsiteX56" fmla="*/ 2052128 w 6404625"/>
              <a:gd name="connsiteY56" fmla="*/ 5302573 h 6373368"/>
              <a:gd name="connsiteX57" fmla="*/ 1971049 w 6404625"/>
              <a:gd name="connsiteY57" fmla="*/ 5274612 h 6373368"/>
              <a:gd name="connsiteX58" fmla="*/ 1887176 w 6404625"/>
              <a:gd name="connsiteY58" fmla="*/ 5249450 h 6373368"/>
              <a:gd name="connsiteX59" fmla="*/ 1803301 w 6404625"/>
              <a:gd name="connsiteY59" fmla="*/ 5227084 h 6373368"/>
              <a:gd name="connsiteX60" fmla="*/ 1716630 w 6404625"/>
              <a:gd name="connsiteY60" fmla="*/ 5204720 h 6373368"/>
              <a:gd name="connsiteX61" fmla="*/ 1635551 w 6404625"/>
              <a:gd name="connsiteY61" fmla="*/ 5179557 h 6373368"/>
              <a:gd name="connsiteX62" fmla="*/ 1554473 w 6404625"/>
              <a:gd name="connsiteY62" fmla="*/ 5151597 h 6373368"/>
              <a:gd name="connsiteX63" fmla="*/ 1478988 w 6404625"/>
              <a:gd name="connsiteY63" fmla="*/ 5118049 h 6373368"/>
              <a:gd name="connsiteX64" fmla="*/ 1411887 w 6404625"/>
              <a:gd name="connsiteY64" fmla="*/ 5076112 h 6373368"/>
              <a:gd name="connsiteX65" fmla="*/ 1350380 w 6404625"/>
              <a:gd name="connsiteY65" fmla="*/ 5025785 h 6373368"/>
              <a:gd name="connsiteX66" fmla="*/ 1300053 w 6404625"/>
              <a:gd name="connsiteY66" fmla="*/ 4964279 h 6373368"/>
              <a:gd name="connsiteX67" fmla="*/ 1258117 w 6404625"/>
              <a:gd name="connsiteY67" fmla="*/ 4897178 h 6373368"/>
              <a:gd name="connsiteX68" fmla="*/ 1224567 w 6404625"/>
              <a:gd name="connsiteY68" fmla="*/ 4821691 h 6373368"/>
              <a:gd name="connsiteX69" fmla="*/ 1196609 w 6404625"/>
              <a:gd name="connsiteY69" fmla="*/ 4740614 h 6373368"/>
              <a:gd name="connsiteX70" fmla="*/ 1171447 w 6404625"/>
              <a:gd name="connsiteY70" fmla="*/ 4659533 h 6373368"/>
              <a:gd name="connsiteX71" fmla="*/ 1149080 w 6404625"/>
              <a:gd name="connsiteY71" fmla="*/ 4572865 h 6373368"/>
              <a:gd name="connsiteX72" fmla="*/ 1126714 w 6404625"/>
              <a:gd name="connsiteY72" fmla="*/ 4488990 h 6373368"/>
              <a:gd name="connsiteX73" fmla="*/ 1101552 w 6404625"/>
              <a:gd name="connsiteY73" fmla="*/ 4405115 h 6373368"/>
              <a:gd name="connsiteX74" fmla="*/ 1073593 w 6404625"/>
              <a:gd name="connsiteY74" fmla="*/ 4324036 h 6373368"/>
              <a:gd name="connsiteX75" fmla="*/ 1040045 w 6404625"/>
              <a:gd name="connsiteY75" fmla="*/ 4248549 h 6373368"/>
              <a:gd name="connsiteX76" fmla="*/ 1000902 w 6404625"/>
              <a:gd name="connsiteY76" fmla="*/ 4178654 h 6373368"/>
              <a:gd name="connsiteX77" fmla="*/ 950576 w 6404625"/>
              <a:gd name="connsiteY77" fmla="*/ 4117146 h 6373368"/>
              <a:gd name="connsiteX78" fmla="*/ 894659 w 6404625"/>
              <a:gd name="connsiteY78" fmla="*/ 4052841 h 6373368"/>
              <a:gd name="connsiteX79" fmla="*/ 830356 w 6404625"/>
              <a:gd name="connsiteY79" fmla="*/ 3996926 h 6373368"/>
              <a:gd name="connsiteX80" fmla="*/ 760460 w 6404625"/>
              <a:gd name="connsiteY80" fmla="*/ 3943806 h 6373368"/>
              <a:gd name="connsiteX81" fmla="*/ 690567 w 6404625"/>
              <a:gd name="connsiteY81" fmla="*/ 3890685 h 6373368"/>
              <a:gd name="connsiteX82" fmla="*/ 620671 w 6404625"/>
              <a:gd name="connsiteY82" fmla="*/ 3837564 h 6373368"/>
              <a:gd name="connsiteX83" fmla="*/ 553571 w 6404625"/>
              <a:gd name="connsiteY83" fmla="*/ 3784444 h 6373368"/>
              <a:gd name="connsiteX84" fmla="*/ 489269 w 6404625"/>
              <a:gd name="connsiteY84" fmla="*/ 3725731 h 6373368"/>
              <a:gd name="connsiteX85" fmla="*/ 433350 w 6404625"/>
              <a:gd name="connsiteY85" fmla="*/ 3667021 h 6373368"/>
              <a:gd name="connsiteX86" fmla="*/ 385824 w 6404625"/>
              <a:gd name="connsiteY86" fmla="*/ 3599922 h 6373368"/>
              <a:gd name="connsiteX87" fmla="*/ 349477 w 6404625"/>
              <a:gd name="connsiteY87" fmla="*/ 3530025 h 6373368"/>
              <a:gd name="connsiteX88" fmla="*/ 324315 w 6404625"/>
              <a:gd name="connsiteY88" fmla="*/ 3446150 h 6373368"/>
              <a:gd name="connsiteX89" fmla="*/ 313131 w 6404625"/>
              <a:gd name="connsiteY89" fmla="*/ 3359479 h 6373368"/>
              <a:gd name="connsiteX90" fmla="*/ 310335 w 6404625"/>
              <a:gd name="connsiteY90" fmla="*/ 3270014 h 6373368"/>
              <a:gd name="connsiteX91" fmla="*/ 318723 w 6404625"/>
              <a:gd name="connsiteY91" fmla="*/ 3174955 h 6373368"/>
              <a:gd name="connsiteX92" fmla="*/ 329907 w 6404625"/>
              <a:gd name="connsiteY92" fmla="*/ 3079898 h 6373368"/>
              <a:gd name="connsiteX93" fmla="*/ 343885 w 6404625"/>
              <a:gd name="connsiteY93" fmla="*/ 2984841 h 6373368"/>
              <a:gd name="connsiteX94" fmla="*/ 355069 w 6404625"/>
              <a:gd name="connsiteY94" fmla="*/ 2889784 h 6373368"/>
              <a:gd name="connsiteX95" fmla="*/ 360659 w 6404625"/>
              <a:gd name="connsiteY95" fmla="*/ 2794725 h 6373368"/>
              <a:gd name="connsiteX96" fmla="*/ 360659 w 6404625"/>
              <a:gd name="connsiteY96" fmla="*/ 2702464 h 6373368"/>
              <a:gd name="connsiteX97" fmla="*/ 349477 w 6404625"/>
              <a:gd name="connsiteY97" fmla="*/ 2615793 h 6373368"/>
              <a:gd name="connsiteX98" fmla="*/ 327111 w 6404625"/>
              <a:gd name="connsiteY98" fmla="*/ 2529122 h 6373368"/>
              <a:gd name="connsiteX99" fmla="*/ 293561 w 6404625"/>
              <a:gd name="connsiteY99" fmla="*/ 2448045 h 6373368"/>
              <a:gd name="connsiteX100" fmla="*/ 251625 w 6404625"/>
              <a:gd name="connsiteY100" fmla="*/ 2364170 h 6373368"/>
              <a:gd name="connsiteX101" fmla="*/ 204096 w 6404625"/>
              <a:gd name="connsiteY101" fmla="*/ 2280295 h 6373368"/>
              <a:gd name="connsiteX102" fmla="*/ 153769 w 6404625"/>
              <a:gd name="connsiteY102" fmla="*/ 2196423 h 6373368"/>
              <a:gd name="connsiteX103" fmla="*/ 106240 w 6404625"/>
              <a:gd name="connsiteY103" fmla="*/ 2115344 h 6373368"/>
              <a:gd name="connsiteX104" fmla="*/ 64305 w 6404625"/>
              <a:gd name="connsiteY104" fmla="*/ 2028673 h 6373368"/>
              <a:gd name="connsiteX105" fmla="*/ 30754 w 6404625"/>
              <a:gd name="connsiteY105" fmla="*/ 1944798 h 6373368"/>
              <a:gd name="connsiteX106" fmla="*/ 8387 w 6404625"/>
              <a:gd name="connsiteY106" fmla="*/ 1858129 h 6373368"/>
              <a:gd name="connsiteX107" fmla="*/ 0 w 6404625"/>
              <a:gd name="connsiteY107" fmla="*/ 1768662 h 6373368"/>
              <a:gd name="connsiteX108" fmla="*/ 8387 w 6404625"/>
              <a:gd name="connsiteY108" fmla="*/ 1679195 h 6373368"/>
              <a:gd name="connsiteX109" fmla="*/ 30754 w 6404625"/>
              <a:gd name="connsiteY109" fmla="*/ 1592526 h 6373368"/>
              <a:gd name="connsiteX110" fmla="*/ 64305 w 6404625"/>
              <a:gd name="connsiteY110" fmla="*/ 1508651 h 6373368"/>
              <a:gd name="connsiteX111" fmla="*/ 106240 w 6404625"/>
              <a:gd name="connsiteY111" fmla="*/ 1421980 h 6373368"/>
              <a:gd name="connsiteX112" fmla="*/ 153769 w 6404625"/>
              <a:gd name="connsiteY112" fmla="*/ 1340903 h 6373368"/>
              <a:gd name="connsiteX113" fmla="*/ 204096 w 6404625"/>
              <a:gd name="connsiteY113" fmla="*/ 1257028 h 6373368"/>
              <a:gd name="connsiteX114" fmla="*/ 251625 w 6404625"/>
              <a:gd name="connsiteY114" fmla="*/ 1173153 h 6373368"/>
              <a:gd name="connsiteX115" fmla="*/ 293561 w 6404625"/>
              <a:gd name="connsiteY115" fmla="*/ 1089278 h 6373368"/>
              <a:gd name="connsiteX116" fmla="*/ 327111 w 6404625"/>
              <a:gd name="connsiteY116" fmla="*/ 1008199 h 6373368"/>
              <a:gd name="connsiteX117" fmla="*/ 349477 w 6404625"/>
              <a:gd name="connsiteY117" fmla="*/ 921528 h 6373368"/>
              <a:gd name="connsiteX118" fmla="*/ 360659 w 6404625"/>
              <a:gd name="connsiteY118" fmla="*/ 834859 h 6373368"/>
              <a:gd name="connsiteX119" fmla="*/ 360659 w 6404625"/>
              <a:gd name="connsiteY119" fmla="*/ 742599 h 6373368"/>
              <a:gd name="connsiteX120" fmla="*/ 355069 w 6404625"/>
              <a:gd name="connsiteY120" fmla="*/ 647539 h 6373368"/>
              <a:gd name="connsiteX121" fmla="*/ 343885 w 6404625"/>
              <a:gd name="connsiteY121" fmla="*/ 552482 h 6373368"/>
              <a:gd name="connsiteX122" fmla="*/ 329907 w 6404625"/>
              <a:gd name="connsiteY122" fmla="*/ 457425 h 6373368"/>
              <a:gd name="connsiteX123" fmla="*/ 318723 w 6404625"/>
              <a:gd name="connsiteY123" fmla="*/ 362366 h 6373368"/>
              <a:gd name="connsiteX124" fmla="*/ 310335 w 6404625"/>
              <a:gd name="connsiteY124" fmla="*/ 267309 h 6373368"/>
              <a:gd name="connsiteX125" fmla="*/ 313131 w 6404625"/>
              <a:gd name="connsiteY125" fmla="*/ 177842 h 6373368"/>
              <a:gd name="connsiteX126" fmla="*/ 324315 w 6404625"/>
              <a:gd name="connsiteY126" fmla="*/ 91173 h 6373368"/>
              <a:gd name="connsiteX127" fmla="*/ 349477 w 6404625"/>
              <a:gd name="connsiteY127" fmla="*/ 7296 h 6373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6404625" h="6373368">
                <a:moveTo>
                  <a:pt x="353272" y="0"/>
                </a:moveTo>
                <a:lnTo>
                  <a:pt x="6404625" y="0"/>
                </a:lnTo>
                <a:lnTo>
                  <a:pt x="6404625" y="6008204"/>
                </a:lnTo>
                <a:lnTo>
                  <a:pt x="6374459" y="6023890"/>
                </a:lnTo>
                <a:lnTo>
                  <a:pt x="6290584" y="6049055"/>
                </a:lnTo>
                <a:lnTo>
                  <a:pt x="6203913" y="6060237"/>
                </a:lnTo>
                <a:lnTo>
                  <a:pt x="6114448" y="6063033"/>
                </a:lnTo>
                <a:lnTo>
                  <a:pt x="6019391" y="6054644"/>
                </a:lnTo>
                <a:lnTo>
                  <a:pt x="5924332" y="6043462"/>
                </a:lnTo>
                <a:lnTo>
                  <a:pt x="5829275" y="6029482"/>
                </a:lnTo>
                <a:lnTo>
                  <a:pt x="5734216" y="6018300"/>
                </a:lnTo>
                <a:lnTo>
                  <a:pt x="5639159" y="6012708"/>
                </a:lnTo>
                <a:lnTo>
                  <a:pt x="5546898" y="6012708"/>
                </a:lnTo>
                <a:lnTo>
                  <a:pt x="5460227" y="6023890"/>
                </a:lnTo>
                <a:lnTo>
                  <a:pt x="5370760" y="6046258"/>
                </a:lnTo>
                <a:lnTo>
                  <a:pt x="5289681" y="6079807"/>
                </a:lnTo>
                <a:lnTo>
                  <a:pt x="5205808" y="6124541"/>
                </a:lnTo>
                <a:lnTo>
                  <a:pt x="5121933" y="6169276"/>
                </a:lnTo>
                <a:lnTo>
                  <a:pt x="5038061" y="6219598"/>
                </a:lnTo>
                <a:lnTo>
                  <a:pt x="4956981" y="6267129"/>
                </a:lnTo>
                <a:lnTo>
                  <a:pt x="4870311" y="6309065"/>
                </a:lnTo>
                <a:lnTo>
                  <a:pt x="4786435" y="6342614"/>
                </a:lnTo>
                <a:lnTo>
                  <a:pt x="4699765" y="6364982"/>
                </a:lnTo>
                <a:lnTo>
                  <a:pt x="4610299" y="6373368"/>
                </a:lnTo>
                <a:lnTo>
                  <a:pt x="4520833" y="6364982"/>
                </a:lnTo>
                <a:lnTo>
                  <a:pt x="4434163" y="6342614"/>
                </a:lnTo>
                <a:lnTo>
                  <a:pt x="4350289" y="6309065"/>
                </a:lnTo>
                <a:lnTo>
                  <a:pt x="4263617" y="6267129"/>
                </a:lnTo>
                <a:lnTo>
                  <a:pt x="4182539" y="6219598"/>
                </a:lnTo>
                <a:lnTo>
                  <a:pt x="4098666" y="6169276"/>
                </a:lnTo>
                <a:lnTo>
                  <a:pt x="4014791" y="6124541"/>
                </a:lnTo>
                <a:lnTo>
                  <a:pt x="3930916" y="6079807"/>
                </a:lnTo>
                <a:lnTo>
                  <a:pt x="3847041" y="6046258"/>
                </a:lnTo>
                <a:lnTo>
                  <a:pt x="3760372" y="6023890"/>
                </a:lnTo>
                <a:lnTo>
                  <a:pt x="3673701" y="6012708"/>
                </a:lnTo>
                <a:lnTo>
                  <a:pt x="3581438" y="6012708"/>
                </a:lnTo>
                <a:lnTo>
                  <a:pt x="3486381" y="6018300"/>
                </a:lnTo>
                <a:lnTo>
                  <a:pt x="3391322" y="6029482"/>
                </a:lnTo>
                <a:lnTo>
                  <a:pt x="3296265" y="6043462"/>
                </a:lnTo>
                <a:lnTo>
                  <a:pt x="3201210" y="6054644"/>
                </a:lnTo>
                <a:lnTo>
                  <a:pt x="3106151" y="6063033"/>
                </a:lnTo>
                <a:lnTo>
                  <a:pt x="3016684" y="6060237"/>
                </a:lnTo>
                <a:lnTo>
                  <a:pt x="2930015" y="6049055"/>
                </a:lnTo>
                <a:lnTo>
                  <a:pt x="2846140" y="6023890"/>
                </a:lnTo>
                <a:lnTo>
                  <a:pt x="2776243" y="5987546"/>
                </a:lnTo>
                <a:lnTo>
                  <a:pt x="2709145" y="5940017"/>
                </a:lnTo>
                <a:lnTo>
                  <a:pt x="2650432" y="5884101"/>
                </a:lnTo>
                <a:lnTo>
                  <a:pt x="2591719" y="5819798"/>
                </a:lnTo>
                <a:lnTo>
                  <a:pt x="2538599" y="5752697"/>
                </a:lnTo>
                <a:lnTo>
                  <a:pt x="2485480" y="5682802"/>
                </a:lnTo>
                <a:lnTo>
                  <a:pt x="2432360" y="5612908"/>
                </a:lnTo>
                <a:lnTo>
                  <a:pt x="2379237" y="5545809"/>
                </a:lnTo>
                <a:lnTo>
                  <a:pt x="2323320" y="5481502"/>
                </a:lnTo>
                <a:lnTo>
                  <a:pt x="2259018" y="5425586"/>
                </a:lnTo>
                <a:lnTo>
                  <a:pt x="2197511" y="5375263"/>
                </a:lnTo>
                <a:lnTo>
                  <a:pt x="2127614" y="5336121"/>
                </a:lnTo>
                <a:lnTo>
                  <a:pt x="2052128" y="5302573"/>
                </a:lnTo>
                <a:lnTo>
                  <a:pt x="1971049" y="5274612"/>
                </a:lnTo>
                <a:lnTo>
                  <a:pt x="1887176" y="5249450"/>
                </a:lnTo>
                <a:lnTo>
                  <a:pt x="1803301" y="5227084"/>
                </a:lnTo>
                <a:lnTo>
                  <a:pt x="1716630" y="5204720"/>
                </a:lnTo>
                <a:lnTo>
                  <a:pt x="1635551" y="5179557"/>
                </a:lnTo>
                <a:lnTo>
                  <a:pt x="1554473" y="5151597"/>
                </a:lnTo>
                <a:lnTo>
                  <a:pt x="1478988" y="5118049"/>
                </a:lnTo>
                <a:lnTo>
                  <a:pt x="1411887" y="5076112"/>
                </a:lnTo>
                <a:lnTo>
                  <a:pt x="1350380" y="5025785"/>
                </a:lnTo>
                <a:lnTo>
                  <a:pt x="1300053" y="4964279"/>
                </a:lnTo>
                <a:lnTo>
                  <a:pt x="1258117" y="4897178"/>
                </a:lnTo>
                <a:lnTo>
                  <a:pt x="1224567" y="4821691"/>
                </a:lnTo>
                <a:lnTo>
                  <a:pt x="1196609" y="4740614"/>
                </a:lnTo>
                <a:lnTo>
                  <a:pt x="1171447" y="4659533"/>
                </a:lnTo>
                <a:lnTo>
                  <a:pt x="1149080" y="4572865"/>
                </a:lnTo>
                <a:lnTo>
                  <a:pt x="1126714" y="4488990"/>
                </a:lnTo>
                <a:lnTo>
                  <a:pt x="1101552" y="4405115"/>
                </a:lnTo>
                <a:lnTo>
                  <a:pt x="1073593" y="4324036"/>
                </a:lnTo>
                <a:lnTo>
                  <a:pt x="1040045" y="4248549"/>
                </a:lnTo>
                <a:lnTo>
                  <a:pt x="1000902" y="4178654"/>
                </a:lnTo>
                <a:lnTo>
                  <a:pt x="950576" y="4117146"/>
                </a:lnTo>
                <a:lnTo>
                  <a:pt x="894659" y="4052841"/>
                </a:lnTo>
                <a:lnTo>
                  <a:pt x="830356" y="3996926"/>
                </a:lnTo>
                <a:lnTo>
                  <a:pt x="760460" y="3943806"/>
                </a:lnTo>
                <a:lnTo>
                  <a:pt x="690567" y="3890685"/>
                </a:lnTo>
                <a:lnTo>
                  <a:pt x="620671" y="3837564"/>
                </a:lnTo>
                <a:lnTo>
                  <a:pt x="553571" y="3784444"/>
                </a:lnTo>
                <a:lnTo>
                  <a:pt x="489269" y="3725731"/>
                </a:lnTo>
                <a:lnTo>
                  <a:pt x="433350" y="3667021"/>
                </a:lnTo>
                <a:lnTo>
                  <a:pt x="385824" y="3599922"/>
                </a:lnTo>
                <a:lnTo>
                  <a:pt x="349477" y="3530025"/>
                </a:lnTo>
                <a:lnTo>
                  <a:pt x="324315" y="3446150"/>
                </a:lnTo>
                <a:lnTo>
                  <a:pt x="313131" y="3359479"/>
                </a:lnTo>
                <a:lnTo>
                  <a:pt x="310335" y="3270014"/>
                </a:lnTo>
                <a:lnTo>
                  <a:pt x="318723" y="3174955"/>
                </a:lnTo>
                <a:lnTo>
                  <a:pt x="329907" y="3079898"/>
                </a:lnTo>
                <a:lnTo>
                  <a:pt x="343885" y="2984841"/>
                </a:lnTo>
                <a:lnTo>
                  <a:pt x="355069" y="2889784"/>
                </a:lnTo>
                <a:lnTo>
                  <a:pt x="360659" y="2794725"/>
                </a:lnTo>
                <a:lnTo>
                  <a:pt x="360659" y="2702464"/>
                </a:lnTo>
                <a:lnTo>
                  <a:pt x="349477" y="2615793"/>
                </a:lnTo>
                <a:lnTo>
                  <a:pt x="327111" y="2529122"/>
                </a:lnTo>
                <a:lnTo>
                  <a:pt x="293561" y="2448045"/>
                </a:lnTo>
                <a:lnTo>
                  <a:pt x="251625" y="2364170"/>
                </a:lnTo>
                <a:lnTo>
                  <a:pt x="204096" y="2280295"/>
                </a:lnTo>
                <a:lnTo>
                  <a:pt x="153769" y="2196423"/>
                </a:lnTo>
                <a:lnTo>
                  <a:pt x="106240" y="2115344"/>
                </a:lnTo>
                <a:lnTo>
                  <a:pt x="64305" y="2028673"/>
                </a:lnTo>
                <a:lnTo>
                  <a:pt x="30754" y="1944798"/>
                </a:lnTo>
                <a:lnTo>
                  <a:pt x="8387" y="1858129"/>
                </a:lnTo>
                <a:lnTo>
                  <a:pt x="0" y="1768662"/>
                </a:lnTo>
                <a:lnTo>
                  <a:pt x="8387" y="1679195"/>
                </a:lnTo>
                <a:lnTo>
                  <a:pt x="30754" y="1592526"/>
                </a:lnTo>
                <a:lnTo>
                  <a:pt x="64305" y="1508651"/>
                </a:lnTo>
                <a:lnTo>
                  <a:pt x="106240" y="1421980"/>
                </a:lnTo>
                <a:lnTo>
                  <a:pt x="153769" y="1340903"/>
                </a:lnTo>
                <a:lnTo>
                  <a:pt x="204096" y="1257028"/>
                </a:lnTo>
                <a:lnTo>
                  <a:pt x="251625" y="1173153"/>
                </a:lnTo>
                <a:lnTo>
                  <a:pt x="293561" y="1089278"/>
                </a:lnTo>
                <a:lnTo>
                  <a:pt x="327111" y="1008199"/>
                </a:lnTo>
                <a:lnTo>
                  <a:pt x="349477" y="921528"/>
                </a:lnTo>
                <a:lnTo>
                  <a:pt x="360659" y="834859"/>
                </a:lnTo>
                <a:lnTo>
                  <a:pt x="360659" y="742599"/>
                </a:lnTo>
                <a:lnTo>
                  <a:pt x="355069" y="647539"/>
                </a:lnTo>
                <a:lnTo>
                  <a:pt x="343885" y="552482"/>
                </a:lnTo>
                <a:lnTo>
                  <a:pt x="329907" y="457425"/>
                </a:lnTo>
                <a:lnTo>
                  <a:pt x="318723" y="362366"/>
                </a:lnTo>
                <a:lnTo>
                  <a:pt x="310335" y="267309"/>
                </a:lnTo>
                <a:lnTo>
                  <a:pt x="313131" y="177842"/>
                </a:lnTo>
                <a:lnTo>
                  <a:pt x="324315" y="91173"/>
                </a:lnTo>
                <a:lnTo>
                  <a:pt x="349477" y="72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Files">
            <a:extLst>
              <a:ext uri="{FF2B5EF4-FFF2-40B4-BE49-F238E27FC236}">
                <a16:creationId xmlns:a16="http://schemas.microsoft.com/office/drawing/2014/main" id="{75135862-DEFB-3A8D-B29B-93073BAE5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38" r="25584" b="9"/>
          <a:stretch/>
        </p:blipFill>
        <p:spPr>
          <a:xfrm>
            <a:off x="6003221" y="10"/>
            <a:ext cx="6188779" cy="6157770"/>
          </a:xfrm>
          <a:custGeom>
            <a:avLst/>
            <a:gdLst/>
            <a:ahLst/>
            <a:cxnLst/>
            <a:rect l="l" t="t" r="r" b="b"/>
            <a:pathLst>
              <a:path w="6188779" h="6157780">
                <a:moveTo>
                  <a:pt x="384150" y="0"/>
                </a:moveTo>
                <a:lnTo>
                  <a:pt x="6188779" y="0"/>
                </a:lnTo>
                <a:lnTo>
                  <a:pt x="6188779" y="5757340"/>
                </a:lnTo>
                <a:lnTo>
                  <a:pt x="6142640" y="5790022"/>
                </a:lnTo>
                <a:lnTo>
                  <a:pt x="6076017" y="5824665"/>
                </a:lnTo>
                <a:lnTo>
                  <a:pt x="5996070" y="5848651"/>
                </a:lnTo>
                <a:lnTo>
                  <a:pt x="5913457" y="5859310"/>
                </a:lnTo>
                <a:lnTo>
                  <a:pt x="5828180" y="5861974"/>
                </a:lnTo>
                <a:lnTo>
                  <a:pt x="5737573" y="5853979"/>
                </a:lnTo>
                <a:lnTo>
                  <a:pt x="5646965" y="5843320"/>
                </a:lnTo>
                <a:lnTo>
                  <a:pt x="5556358" y="5829995"/>
                </a:lnTo>
                <a:lnTo>
                  <a:pt x="5465751" y="5819336"/>
                </a:lnTo>
                <a:lnTo>
                  <a:pt x="5375143" y="5814006"/>
                </a:lnTo>
                <a:lnTo>
                  <a:pt x="5287201" y="5814006"/>
                </a:lnTo>
                <a:lnTo>
                  <a:pt x="5204589" y="5824665"/>
                </a:lnTo>
                <a:lnTo>
                  <a:pt x="5119310" y="5845985"/>
                </a:lnTo>
                <a:lnTo>
                  <a:pt x="5042027" y="5877963"/>
                </a:lnTo>
                <a:lnTo>
                  <a:pt x="4962081" y="5920603"/>
                </a:lnTo>
                <a:lnTo>
                  <a:pt x="4882133" y="5963242"/>
                </a:lnTo>
                <a:lnTo>
                  <a:pt x="4802186" y="6011210"/>
                </a:lnTo>
                <a:lnTo>
                  <a:pt x="4724903" y="6056514"/>
                </a:lnTo>
                <a:lnTo>
                  <a:pt x="4642291" y="6096487"/>
                </a:lnTo>
                <a:lnTo>
                  <a:pt x="4562343" y="6128466"/>
                </a:lnTo>
                <a:lnTo>
                  <a:pt x="4479729" y="6149785"/>
                </a:lnTo>
                <a:lnTo>
                  <a:pt x="4394453" y="6157780"/>
                </a:lnTo>
                <a:lnTo>
                  <a:pt x="4309175" y="6149785"/>
                </a:lnTo>
                <a:lnTo>
                  <a:pt x="4226563" y="6128466"/>
                </a:lnTo>
                <a:lnTo>
                  <a:pt x="4146616" y="6096487"/>
                </a:lnTo>
                <a:lnTo>
                  <a:pt x="4064003" y="6056514"/>
                </a:lnTo>
                <a:lnTo>
                  <a:pt x="3986719" y="6011210"/>
                </a:lnTo>
                <a:lnTo>
                  <a:pt x="3906773" y="5963242"/>
                </a:lnTo>
                <a:lnTo>
                  <a:pt x="3826826" y="5920603"/>
                </a:lnTo>
                <a:lnTo>
                  <a:pt x="3746877" y="5877963"/>
                </a:lnTo>
                <a:lnTo>
                  <a:pt x="3666929" y="5845985"/>
                </a:lnTo>
                <a:lnTo>
                  <a:pt x="3584318" y="5824665"/>
                </a:lnTo>
                <a:lnTo>
                  <a:pt x="3501705" y="5814006"/>
                </a:lnTo>
                <a:lnTo>
                  <a:pt x="3413762" y="5814006"/>
                </a:lnTo>
                <a:lnTo>
                  <a:pt x="3323155" y="5819336"/>
                </a:lnTo>
                <a:lnTo>
                  <a:pt x="3232547" y="5829995"/>
                </a:lnTo>
                <a:lnTo>
                  <a:pt x="3141940" y="5843320"/>
                </a:lnTo>
                <a:lnTo>
                  <a:pt x="3051334" y="5853979"/>
                </a:lnTo>
                <a:lnTo>
                  <a:pt x="2960727" y="5861974"/>
                </a:lnTo>
                <a:lnTo>
                  <a:pt x="2875448" y="5859310"/>
                </a:lnTo>
                <a:lnTo>
                  <a:pt x="2792837" y="5848651"/>
                </a:lnTo>
                <a:lnTo>
                  <a:pt x="2712889" y="5824665"/>
                </a:lnTo>
                <a:lnTo>
                  <a:pt x="2646265" y="5790022"/>
                </a:lnTo>
                <a:lnTo>
                  <a:pt x="2582308" y="5744719"/>
                </a:lnTo>
                <a:lnTo>
                  <a:pt x="2526343" y="5691420"/>
                </a:lnTo>
                <a:lnTo>
                  <a:pt x="2470381" y="5630127"/>
                </a:lnTo>
                <a:lnTo>
                  <a:pt x="2419747" y="5566168"/>
                </a:lnTo>
                <a:lnTo>
                  <a:pt x="2369114" y="5499546"/>
                </a:lnTo>
                <a:lnTo>
                  <a:pt x="2318480" y="5432923"/>
                </a:lnTo>
                <a:lnTo>
                  <a:pt x="2267846" y="5368966"/>
                </a:lnTo>
                <a:lnTo>
                  <a:pt x="2214548" y="5307671"/>
                </a:lnTo>
                <a:lnTo>
                  <a:pt x="2153255" y="5254373"/>
                </a:lnTo>
                <a:lnTo>
                  <a:pt x="2094628" y="5206405"/>
                </a:lnTo>
                <a:lnTo>
                  <a:pt x="2028005" y="5169096"/>
                </a:lnTo>
                <a:lnTo>
                  <a:pt x="1956051" y="5137117"/>
                </a:lnTo>
                <a:lnTo>
                  <a:pt x="1878768" y="5110467"/>
                </a:lnTo>
                <a:lnTo>
                  <a:pt x="1798822" y="5086483"/>
                </a:lnTo>
                <a:lnTo>
                  <a:pt x="1718873" y="5065163"/>
                </a:lnTo>
                <a:lnTo>
                  <a:pt x="1636260" y="5043845"/>
                </a:lnTo>
                <a:lnTo>
                  <a:pt x="1558978" y="5019861"/>
                </a:lnTo>
                <a:lnTo>
                  <a:pt x="1481696" y="4993211"/>
                </a:lnTo>
                <a:lnTo>
                  <a:pt x="1409744" y="4961233"/>
                </a:lnTo>
                <a:lnTo>
                  <a:pt x="1345785" y="4921259"/>
                </a:lnTo>
                <a:lnTo>
                  <a:pt x="1287158" y="4873289"/>
                </a:lnTo>
                <a:lnTo>
                  <a:pt x="1239188" y="4814663"/>
                </a:lnTo>
                <a:lnTo>
                  <a:pt x="1199215" y="4750703"/>
                </a:lnTo>
                <a:lnTo>
                  <a:pt x="1167237" y="4678752"/>
                </a:lnTo>
                <a:lnTo>
                  <a:pt x="1140586" y="4601469"/>
                </a:lnTo>
                <a:lnTo>
                  <a:pt x="1116602" y="4524185"/>
                </a:lnTo>
                <a:lnTo>
                  <a:pt x="1095283" y="4441574"/>
                </a:lnTo>
                <a:lnTo>
                  <a:pt x="1073962" y="4361626"/>
                </a:lnTo>
                <a:lnTo>
                  <a:pt x="1049979" y="4281677"/>
                </a:lnTo>
                <a:lnTo>
                  <a:pt x="1023330" y="4204395"/>
                </a:lnTo>
                <a:lnTo>
                  <a:pt x="991351" y="4132443"/>
                </a:lnTo>
                <a:lnTo>
                  <a:pt x="954043" y="4065820"/>
                </a:lnTo>
                <a:lnTo>
                  <a:pt x="906073" y="4007191"/>
                </a:lnTo>
                <a:lnTo>
                  <a:pt x="852774" y="3945898"/>
                </a:lnTo>
                <a:lnTo>
                  <a:pt x="791482" y="3892600"/>
                </a:lnTo>
                <a:lnTo>
                  <a:pt x="724858" y="3841967"/>
                </a:lnTo>
                <a:lnTo>
                  <a:pt x="658236" y="3791333"/>
                </a:lnTo>
                <a:lnTo>
                  <a:pt x="591613" y="3740699"/>
                </a:lnTo>
                <a:lnTo>
                  <a:pt x="527656" y="3690067"/>
                </a:lnTo>
                <a:lnTo>
                  <a:pt x="466362" y="3634102"/>
                </a:lnTo>
                <a:lnTo>
                  <a:pt x="413063" y="3578140"/>
                </a:lnTo>
                <a:lnTo>
                  <a:pt x="367761" y="3514183"/>
                </a:lnTo>
                <a:lnTo>
                  <a:pt x="333116" y="3447559"/>
                </a:lnTo>
                <a:lnTo>
                  <a:pt x="309132" y="3367611"/>
                </a:lnTo>
                <a:lnTo>
                  <a:pt x="298471" y="3284998"/>
                </a:lnTo>
                <a:lnTo>
                  <a:pt x="295806" y="3199721"/>
                </a:lnTo>
                <a:lnTo>
                  <a:pt x="303802" y="3109114"/>
                </a:lnTo>
                <a:lnTo>
                  <a:pt x="314462" y="3018506"/>
                </a:lnTo>
                <a:lnTo>
                  <a:pt x="327785" y="2927901"/>
                </a:lnTo>
                <a:lnTo>
                  <a:pt x="338446" y="2837293"/>
                </a:lnTo>
                <a:lnTo>
                  <a:pt x="343774" y="2746686"/>
                </a:lnTo>
                <a:lnTo>
                  <a:pt x="343774" y="2658743"/>
                </a:lnTo>
                <a:lnTo>
                  <a:pt x="333116" y="2576130"/>
                </a:lnTo>
                <a:lnTo>
                  <a:pt x="311796" y="2493517"/>
                </a:lnTo>
                <a:lnTo>
                  <a:pt x="279817" y="2416237"/>
                </a:lnTo>
                <a:lnTo>
                  <a:pt x="239844" y="2336288"/>
                </a:lnTo>
                <a:lnTo>
                  <a:pt x="194541" y="2256340"/>
                </a:lnTo>
                <a:lnTo>
                  <a:pt x="146571" y="2176393"/>
                </a:lnTo>
                <a:lnTo>
                  <a:pt x="101267" y="2099111"/>
                </a:lnTo>
                <a:lnTo>
                  <a:pt x="61293" y="2016498"/>
                </a:lnTo>
                <a:lnTo>
                  <a:pt x="29315" y="1936550"/>
                </a:lnTo>
                <a:lnTo>
                  <a:pt x="7995" y="1853939"/>
                </a:lnTo>
                <a:lnTo>
                  <a:pt x="0" y="1768660"/>
                </a:lnTo>
                <a:lnTo>
                  <a:pt x="7995" y="1683383"/>
                </a:lnTo>
                <a:lnTo>
                  <a:pt x="29315" y="1600771"/>
                </a:lnTo>
                <a:lnTo>
                  <a:pt x="61293" y="1520824"/>
                </a:lnTo>
                <a:lnTo>
                  <a:pt x="101267" y="1438211"/>
                </a:lnTo>
                <a:lnTo>
                  <a:pt x="146571" y="1360929"/>
                </a:lnTo>
                <a:lnTo>
                  <a:pt x="194541" y="1280980"/>
                </a:lnTo>
                <a:lnTo>
                  <a:pt x="239844" y="1201034"/>
                </a:lnTo>
                <a:lnTo>
                  <a:pt x="279817" y="1121085"/>
                </a:lnTo>
                <a:lnTo>
                  <a:pt x="311796" y="1043803"/>
                </a:lnTo>
                <a:lnTo>
                  <a:pt x="333116" y="961190"/>
                </a:lnTo>
                <a:lnTo>
                  <a:pt x="343774" y="878578"/>
                </a:lnTo>
                <a:lnTo>
                  <a:pt x="343774" y="790636"/>
                </a:lnTo>
                <a:lnTo>
                  <a:pt x="338446" y="700029"/>
                </a:lnTo>
                <a:lnTo>
                  <a:pt x="327785" y="609422"/>
                </a:lnTo>
                <a:lnTo>
                  <a:pt x="314462" y="518814"/>
                </a:lnTo>
                <a:lnTo>
                  <a:pt x="303802" y="428207"/>
                </a:lnTo>
                <a:lnTo>
                  <a:pt x="295806" y="337599"/>
                </a:lnTo>
                <a:lnTo>
                  <a:pt x="298471" y="252322"/>
                </a:lnTo>
                <a:lnTo>
                  <a:pt x="309132" y="169710"/>
                </a:lnTo>
                <a:lnTo>
                  <a:pt x="333116" y="89761"/>
                </a:lnTo>
                <a:lnTo>
                  <a:pt x="367761" y="23140"/>
                </a:lnTo>
                <a:close/>
              </a:path>
            </a:pathLst>
          </a:custGeom>
          <a:ln w="203200">
            <a:noFill/>
          </a:ln>
        </p:spPr>
      </p:pic>
    </p:spTree>
    <p:extLst>
      <p:ext uri="{BB962C8B-B14F-4D97-AF65-F5344CB8AC3E}">
        <p14:creationId xmlns:p14="http://schemas.microsoft.com/office/powerpoint/2010/main" val="6233722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9F388DC-C47F-4048-9B69-F1644A2A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2C035D-D3AD-4301-A1B5-D4C91E3C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4926329"/>
            <a:ext cx="12191996" cy="1931671"/>
          </a:xfrm>
          <a:custGeom>
            <a:avLst/>
            <a:gdLst>
              <a:gd name="connsiteX0" fmla="*/ 619388 w 12191996"/>
              <a:gd name="connsiteY0" fmla="*/ 0 h 1931671"/>
              <a:gd name="connsiteX1" fmla="*/ 687651 w 12191996"/>
              <a:gd name="connsiteY1" fmla="*/ 3175 h 1931671"/>
              <a:gd name="connsiteX2" fmla="*/ 747976 w 12191996"/>
              <a:gd name="connsiteY2" fmla="*/ 9525 h 1931671"/>
              <a:gd name="connsiteX3" fmla="*/ 800363 w 12191996"/>
              <a:gd name="connsiteY3" fmla="*/ 20637 h 1931671"/>
              <a:gd name="connsiteX4" fmla="*/ 846401 w 12191996"/>
              <a:gd name="connsiteY4" fmla="*/ 36512 h 1931671"/>
              <a:gd name="connsiteX5" fmla="*/ 887676 w 12191996"/>
              <a:gd name="connsiteY5" fmla="*/ 52387 h 1931671"/>
              <a:gd name="connsiteX6" fmla="*/ 924188 w 12191996"/>
              <a:gd name="connsiteY6" fmla="*/ 68262 h 1931671"/>
              <a:gd name="connsiteX7" fmla="*/ 962288 w 12191996"/>
              <a:gd name="connsiteY7" fmla="*/ 87312 h 1931671"/>
              <a:gd name="connsiteX8" fmla="*/ 1000388 w 12191996"/>
              <a:gd name="connsiteY8" fmla="*/ 106362 h 1931671"/>
              <a:gd name="connsiteX9" fmla="*/ 1036901 w 12191996"/>
              <a:gd name="connsiteY9" fmla="*/ 125412 h 1931671"/>
              <a:gd name="connsiteX10" fmla="*/ 1078176 w 12191996"/>
              <a:gd name="connsiteY10" fmla="*/ 141287 h 1931671"/>
              <a:gd name="connsiteX11" fmla="*/ 1124213 w 12191996"/>
              <a:gd name="connsiteY11" fmla="*/ 155575 h 1931671"/>
              <a:gd name="connsiteX12" fmla="*/ 1176601 w 12191996"/>
              <a:gd name="connsiteY12" fmla="*/ 166687 h 1931671"/>
              <a:gd name="connsiteX13" fmla="*/ 1236926 w 12191996"/>
              <a:gd name="connsiteY13" fmla="*/ 174625 h 1931671"/>
              <a:gd name="connsiteX14" fmla="*/ 1305188 w 12191996"/>
              <a:gd name="connsiteY14" fmla="*/ 176212 h 1931671"/>
              <a:gd name="connsiteX15" fmla="*/ 1373451 w 12191996"/>
              <a:gd name="connsiteY15" fmla="*/ 174625 h 1931671"/>
              <a:gd name="connsiteX16" fmla="*/ 1433776 w 12191996"/>
              <a:gd name="connsiteY16" fmla="*/ 166687 h 1931671"/>
              <a:gd name="connsiteX17" fmla="*/ 1486163 w 12191996"/>
              <a:gd name="connsiteY17" fmla="*/ 155575 h 1931671"/>
              <a:gd name="connsiteX18" fmla="*/ 1532201 w 12191996"/>
              <a:gd name="connsiteY18" fmla="*/ 141287 h 1931671"/>
              <a:gd name="connsiteX19" fmla="*/ 1573476 w 12191996"/>
              <a:gd name="connsiteY19" fmla="*/ 125412 h 1931671"/>
              <a:gd name="connsiteX20" fmla="*/ 1609988 w 12191996"/>
              <a:gd name="connsiteY20" fmla="*/ 106362 h 1931671"/>
              <a:gd name="connsiteX21" fmla="*/ 1648088 w 12191996"/>
              <a:gd name="connsiteY21" fmla="*/ 87312 h 1931671"/>
              <a:gd name="connsiteX22" fmla="*/ 1686188 w 12191996"/>
              <a:gd name="connsiteY22" fmla="*/ 68262 h 1931671"/>
              <a:gd name="connsiteX23" fmla="*/ 1722701 w 12191996"/>
              <a:gd name="connsiteY23" fmla="*/ 52387 h 1931671"/>
              <a:gd name="connsiteX24" fmla="*/ 1763976 w 12191996"/>
              <a:gd name="connsiteY24" fmla="*/ 36512 h 1931671"/>
              <a:gd name="connsiteX25" fmla="*/ 1810013 w 12191996"/>
              <a:gd name="connsiteY25" fmla="*/ 20637 h 1931671"/>
              <a:gd name="connsiteX26" fmla="*/ 1862401 w 12191996"/>
              <a:gd name="connsiteY26" fmla="*/ 9525 h 1931671"/>
              <a:gd name="connsiteX27" fmla="*/ 1922726 w 12191996"/>
              <a:gd name="connsiteY27" fmla="*/ 3175 h 1931671"/>
              <a:gd name="connsiteX28" fmla="*/ 1990988 w 12191996"/>
              <a:gd name="connsiteY28" fmla="*/ 0 h 1931671"/>
              <a:gd name="connsiteX29" fmla="*/ 2059251 w 12191996"/>
              <a:gd name="connsiteY29" fmla="*/ 3175 h 1931671"/>
              <a:gd name="connsiteX30" fmla="*/ 2119576 w 12191996"/>
              <a:gd name="connsiteY30" fmla="*/ 9525 h 1931671"/>
              <a:gd name="connsiteX31" fmla="*/ 2171963 w 12191996"/>
              <a:gd name="connsiteY31" fmla="*/ 20637 h 1931671"/>
              <a:gd name="connsiteX32" fmla="*/ 2218001 w 12191996"/>
              <a:gd name="connsiteY32" fmla="*/ 36512 h 1931671"/>
              <a:gd name="connsiteX33" fmla="*/ 2259276 w 12191996"/>
              <a:gd name="connsiteY33" fmla="*/ 52387 h 1931671"/>
              <a:gd name="connsiteX34" fmla="*/ 2295788 w 12191996"/>
              <a:gd name="connsiteY34" fmla="*/ 68262 h 1931671"/>
              <a:gd name="connsiteX35" fmla="*/ 2333888 w 12191996"/>
              <a:gd name="connsiteY35" fmla="*/ 87312 h 1931671"/>
              <a:gd name="connsiteX36" fmla="*/ 2371988 w 12191996"/>
              <a:gd name="connsiteY36" fmla="*/ 106362 h 1931671"/>
              <a:gd name="connsiteX37" fmla="*/ 2408501 w 12191996"/>
              <a:gd name="connsiteY37" fmla="*/ 125412 h 1931671"/>
              <a:gd name="connsiteX38" fmla="*/ 2449776 w 12191996"/>
              <a:gd name="connsiteY38" fmla="*/ 141287 h 1931671"/>
              <a:gd name="connsiteX39" fmla="*/ 2495813 w 12191996"/>
              <a:gd name="connsiteY39" fmla="*/ 155575 h 1931671"/>
              <a:gd name="connsiteX40" fmla="*/ 2548201 w 12191996"/>
              <a:gd name="connsiteY40" fmla="*/ 166687 h 1931671"/>
              <a:gd name="connsiteX41" fmla="*/ 2608526 w 12191996"/>
              <a:gd name="connsiteY41" fmla="*/ 174625 h 1931671"/>
              <a:gd name="connsiteX42" fmla="*/ 2676788 w 12191996"/>
              <a:gd name="connsiteY42" fmla="*/ 176212 h 1931671"/>
              <a:gd name="connsiteX43" fmla="*/ 2745051 w 12191996"/>
              <a:gd name="connsiteY43" fmla="*/ 174625 h 1931671"/>
              <a:gd name="connsiteX44" fmla="*/ 2805376 w 12191996"/>
              <a:gd name="connsiteY44" fmla="*/ 166687 h 1931671"/>
              <a:gd name="connsiteX45" fmla="*/ 2857763 w 12191996"/>
              <a:gd name="connsiteY45" fmla="*/ 155575 h 1931671"/>
              <a:gd name="connsiteX46" fmla="*/ 2903801 w 12191996"/>
              <a:gd name="connsiteY46" fmla="*/ 141287 h 1931671"/>
              <a:gd name="connsiteX47" fmla="*/ 2945076 w 12191996"/>
              <a:gd name="connsiteY47" fmla="*/ 125412 h 1931671"/>
              <a:gd name="connsiteX48" fmla="*/ 2981588 w 12191996"/>
              <a:gd name="connsiteY48" fmla="*/ 106362 h 1931671"/>
              <a:gd name="connsiteX49" fmla="*/ 3019688 w 12191996"/>
              <a:gd name="connsiteY49" fmla="*/ 87312 h 1931671"/>
              <a:gd name="connsiteX50" fmla="*/ 3057788 w 12191996"/>
              <a:gd name="connsiteY50" fmla="*/ 68262 h 1931671"/>
              <a:gd name="connsiteX51" fmla="*/ 3094301 w 12191996"/>
              <a:gd name="connsiteY51" fmla="*/ 52387 h 1931671"/>
              <a:gd name="connsiteX52" fmla="*/ 3135576 w 12191996"/>
              <a:gd name="connsiteY52" fmla="*/ 36512 h 1931671"/>
              <a:gd name="connsiteX53" fmla="*/ 3181613 w 12191996"/>
              <a:gd name="connsiteY53" fmla="*/ 20637 h 1931671"/>
              <a:gd name="connsiteX54" fmla="*/ 3234001 w 12191996"/>
              <a:gd name="connsiteY54" fmla="*/ 9525 h 1931671"/>
              <a:gd name="connsiteX55" fmla="*/ 3294326 w 12191996"/>
              <a:gd name="connsiteY55" fmla="*/ 3175 h 1931671"/>
              <a:gd name="connsiteX56" fmla="*/ 3361001 w 12191996"/>
              <a:gd name="connsiteY56" fmla="*/ 0 h 1931671"/>
              <a:gd name="connsiteX57" fmla="*/ 3430851 w 12191996"/>
              <a:gd name="connsiteY57" fmla="*/ 3175 h 1931671"/>
              <a:gd name="connsiteX58" fmla="*/ 3491176 w 12191996"/>
              <a:gd name="connsiteY58" fmla="*/ 9525 h 1931671"/>
              <a:gd name="connsiteX59" fmla="*/ 3543563 w 12191996"/>
              <a:gd name="connsiteY59" fmla="*/ 20637 h 1931671"/>
              <a:gd name="connsiteX60" fmla="*/ 3589601 w 12191996"/>
              <a:gd name="connsiteY60" fmla="*/ 36512 h 1931671"/>
              <a:gd name="connsiteX61" fmla="*/ 3630876 w 12191996"/>
              <a:gd name="connsiteY61" fmla="*/ 52387 h 1931671"/>
              <a:gd name="connsiteX62" fmla="*/ 3667388 w 12191996"/>
              <a:gd name="connsiteY62" fmla="*/ 68262 h 1931671"/>
              <a:gd name="connsiteX63" fmla="*/ 3705488 w 12191996"/>
              <a:gd name="connsiteY63" fmla="*/ 87312 h 1931671"/>
              <a:gd name="connsiteX64" fmla="*/ 3743588 w 12191996"/>
              <a:gd name="connsiteY64" fmla="*/ 106362 h 1931671"/>
              <a:gd name="connsiteX65" fmla="*/ 3780101 w 12191996"/>
              <a:gd name="connsiteY65" fmla="*/ 125412 h 1931671"/>
              <a:gd name="connsiteX66" fmla="*/ 3821376 w 12191996"/>
              <a:gd name="connsiteY66" fmla="*/ 141287 h 1931671"/>
              <a:gd name="connsiteX67" fmla="*/ 3867413 w 12191996"/>
              <a:gd name="connsiteY67" fmla="*/ 155575 h 1931671"/>
              <a:gd name="connsiteX68" fmla="*/ 3919801 w 12191996"/>
              <a:gd name="connsiteY68" fmla="*/ 166687 h 1931671"/>
              <a:gd name="connsiteX69" fmla="*/ 3980126 w 12191996"/>
              <a:gd name="connsiteY69" fmla="*/ 174625 h 1931671"/>
              <a:gd name="connsiteX70" fmla="*/ 4048388 w 12191996"/>
              <a:gd name="connsiteY70" fmla="*/ 176212 h 1931671"/>
              <a:gd name="connsiteX71" fmla="*/ 4116651 w 12191996"/>
              <a:gd name="connsiteY71" fmla="*/ 174625 h 1931671"/>
              <a:gd name="connsiteX72" fmla="*/ 4176976 w 12191996"/>
              <a:gd name="connsiteY72" fmla="*/ 166687 h 1931671"/>
              <a:gd name="connsiteX73" fmla="*/ 4229363 w 12191996"/>
              <a:gd name="connsiteY73" fmla="*/ 155575 h 1931671"/>
              <a:gd name="connsiteX74" fmla="*/ 4275401 w 12191996"/>
              <a:gd name="connsiteY74" fmla="*/ 141287 h 1931671"/>
              <a:gd name="connsiteX75" fmla="*/ 4316676 w 12191996"/>
              <a:gd name="connsiteY75" fmla="*/ 125412 h 1931671"/>
              <a:gd name="connsiteX76" fmla="*/ 4353188 w 12191996"/>
              <a:gd name="connsiteY76" fmla="*/ 106362 h 1931671"/>
              <a:gd name="connsiteX77" fmla="*/ 4429388 w 12191996"/>
              <a:gd name="connsiteY77" fmla="*/ 68262 h 1931671"/>
              <a:gd name="connsiteX78" fmla="*/ 4465901 w 12191996"/>
              <a:gd name="connsiteY78" fmla="*/ 52387 h 1931671"/>
              <a:gd name="connsiteX79" fmla="*/ 4507176 w 12191996"/>
              <a:gd name="connsiteY79" fmla="*/ 36512 h 1931671"/>
              <a:gd name="connsiteX80" fmla="*/ 4553214 w 12191996"/>
              <a:gd name="connsiteY80" fmla="*/ 20637 h 1931671"/>
              <a:gd name="connsiteX81" fmla="*/ 4605601 w 12191996"/>
              <a:gd name="connsiteY81" fmla="*/ 9525 h 1931671"/>
              <a:gd name="connsiteX82" fmla="*/ 4665927 w 12191996"/>
              <a:gd name="connsiteY82" fmla="*/ 3175 h 1931671"/>
              <a:gd name="connsiteX83" fmla="*/ 4734188 w 12191996"/>
              <a:gd name="connsiteY83" fmla="*/ 0 h 1931671"/>
              <a:gd name="connsiteX84" fmla="*/ 4802452 w 12191996"/>
              <a:gd name="connsiteY84" fmla="*/ 3175 h 1931671"/>
              <a:gd name="connsiteX85" fmla="*/ 4862776 w 12191996"/>
              <a:gd name="connsiteY85" fmla="*/ 9525 h 1931671"/>
              <a:gd name="connsiteX86" fmla="*/ 4915164 w 12191996"/>
              <a:gd name="connsiteY86" fmla="*/ 20637 h 1931671"/>
              <a:gd name="connsiteX87" fmla="*/ 4961200 w 12191996"/>
              <a:gd name="connsiteY87" fmla="*/ 36512 h 1931671"/>
              <a:gd name="connsiteX88" fmla="*/ 5002476 w 12191996"/>
              <a:gd name="connsiteY88" fmla="*/ 52387 h 1931671"/>
              <a:gd name="connsiteX89" fmla="*/ 5038988 w 12191996"/>
              <a:gd name="connsiteY89" fmla="*/ 68262 h 1931671"/>
              <a:gd name="connsiteX90" fmla="*/ 5077089 w 12191996"/>
              <a:gd name="connsiteY90" fmla="*/ 87312 h 1931671"/>
              <a:gd name="connsiteX91" fmla="*/ 5115188 w 12191996"/>
              <a:gd name="connsiteY91" fmla="*/ 106362 h 1931671"/>
              <a:gd name="connsiteX92" fmla="*/ 5151700 w 12191996"/>
              <a:gd name="connsiteY92" fmla="*/ 125412 h 1931671"/>
              <a:gd name="connsiteX93" fmla="*/ 5192976 w 12191996"/>
              <a:gd name="connsiteY93" fmla="*/ 141287 h 1931671"/>
              <a:gd name="connsiteX94" fmla="*/ 5239013 w 12191996"/>
              <a:gd name="connsiteY94" fmla="*/ 155575 h 1931671"/>
              <a:gd name="connsiteX95" fmla="*/ 5291400 w 12191996"/>
              <a:gd name="connsiteY95" fmla="*/ 166687 h 1931671"/>
              <a:gd name="connsiteX96" fmla="*/ 5351726 w 12191996"/>
              <a:gd name="connsiteY96" fmla="*/ 174625 h 1931671"/>
              <a:gd name="connsiteX97" fmla="*/ 5410198 w 12191996"/>
              <a:gd name="connsiteY97" fmla="*/ 175985 h 1931671"/>
              <a:gd name="connsiteX98" fmla="*/ 5468670 w 12191996"/>
              <a:gd name="connsiteY98" fmla="*/ 174625 h 1931671"/>
              <a:gd name="connsiteX99" fmla="*/ 5528995 w 12191996"/>
              <a:gd name="connsiteY99" fmla="*/ 166687 h 1931671"/>
              <a:gd name="connsiteX100" fmla="*/ 5581382 w 12191996"/>
              <a:gd name="connsiteY100" fmla="*/ 155575 h 1931671"/>
              <a:gd name="connsiteX101" fmla="*/ 5627420 w 12191996"/>
              <a:gd name="connsiteY101" fmla="*/ 141287 h 1931671"/>
              <a:gd name="connsiteX102" fmla="*/ 5668695 w 12191996"/>
              <a:gd name="connsiteY102" fmla="*/ 125412 h 1931671"/>
              <a:gd name="connsiteX103" fmla="*/ 5705208 w 12191996"/>
              <a:gd name="connsiteY103" fmla="*/ 106362 h 1931671"/>
              <a:gd name="connsiteX104" fmla="*/ 5743307 w 12191996"/>
              <a:gd name="connsiteY104" fmla="*/ 87312 h 1931671"/>
              <a:gd name="connsiteX105" fmla="*/ 5781407 w 12191996"/>
              <a:gd name="connsiteY105" fmla="*/ 68262 h 1931671"/>
              <a:gd name="connsiteX106" fmla="*/ 5817920 w 12191996"/>
              <a:gd name="connsiteY106" fmla="*/ 52387 h 1931671"/>
              <a:gd name="connsiteX107" fmla="*/ 5859195 w 12191996"/>
              <a:gd name="connsiteY107" fmla="*/ 36512 h 1931671"/>
              <a:gd name="connsiteX108" fmla="*/ 5905233 w 12191996"/>
              <a:gd name="connsiteY108" fmla="*/ 20637 h 1931671"/>
              <a:gd name="connsiteX109" fmla="*/ 5957620 w 12191996"/>
              <a:gd name="connsiteY109" fmla="*/ 9525 h 1931671"/>
              <a:gd name="connsiteX110" fmla="*/ 6017946 w 12191996"/>
              <a:gd name="connsiteY110" fmla="*/ 3175 h 1931671"/>
              <a:gd name="connsiteX111" fmla="*/ 6086208 w 12191996"/>
              <a:gd name="connsiteY111" fmla="*/ 0 h 1931671"/>
              <a:gd name="connsiteX112" fmla="*/ 6095998 w 12191996"/>
              <a:gd name="connsiteY112" fmla="*/ 455 h 1931671"/>
              <a:gd name="connsiteX113" fmla="*/ 6105788 w 12191996"/>
              <a:gd name="connsiteY113" fmla="*/ 0 h 1931671"/>
              <a:gd name="connsiteX114" fmla="*/ 6174051 w 12191996"/>
              <a:gd name="connsiteY114" fmla="*/ 3175 h 1931671"/>
              <a:gd name="connsiteX115" fmla="*/ 6234376 w 12191996"/>
              <a:gd name="connsiteY115" fmla="*/ 9525 h 1931671"/>
              <a:gd name="connsiteX116" fmla="*/ 6286763 w 12191996"/>
              <a:gd name="connsiteY116" fmla="*/ 20637 h 1931671"/>
              <a:gd name="connsiteX117" fmla="*/ 6332801 w 12191996"/>
              <a:gd name="connsiteY117" fmla="*/ 36512 h 1931671"/>
              <a:gd name="connsiteX118" fmla="*/ 6374076 w 12191996"/>
              <a:gd name="connsiteY118" fmla="*/ 52387 h 1931671"/>
              <a:gd name="connsiteX119" fmla="*/ 6410588 w 12191996"/>
              <a:gd name="connsiteY119" fmla="*/ 68262 h 1931671"/>
              <a:gd name="connsiteX120" fmla="*/ 6448688 w 12191996"/>
              <a:gd name="connsiteY120" fmla="*/ 87312 h 1931671"/>
              <a:gd name="connsiteX121" fmla="*/ 6486788 w 12191996"/>
              <a:gd name="connsiteY121" fmla="*/ 106362 h 1931671"/>
              <a:gd name="connsiteX122" fmla="*/ 6523301 w 12191996"/>
              <a:gd name="connsiteY122" fmla="*/ 125412 h 1931671"/>
              <a:gd name="connsiteX123" fmla="*/ 6564576 w 12191996"/>
              <a:gd name="connsiteY123" fmla="*/ 141287 h 1931671"/>
              <a:gd name="connsiteX124" fmla="*/ 6610613 w 12191996"/>
              <a:gd name="connsiteY124" fmla="*/ 155575 h 1931671"/>
              <a:gd name="connsiteX125" fmla="*/ 6663001 w 12191996"/>
              <a:gd name="connsiteY125" fmla="*/ 166687 h 1931671"/>
              <a:gd name="connsiteX126" fmla="*/ 6723326 w 12191996"/>
              <a:gd name="connsiteY126" fmla="*/ 174625 h 1931671"/>
              <a:gd name="connsiteX127" fmla="*/ 6781798 w 12191996"/>
              <a:gd name="connsiteY127" fmla="*/ 175985 h 1931671"/>
              <a:gd name="connsiteX128" fmla="*/ 6840270 w 12191996"/>
              <a:gd name="connsiteY128" fmla="*/ 174625 h 1931671"/>
              <a:gd name="connsiteX129" fmla="*/ 6900595 w 12191996"/>
              <a:gd name="connsiteY129" fmla="*/ 166687 h 1931671"/>
              <a:gd name="connsiteX130" fmla="*/ 6952982 w 12191996"/>
              <a:gd name="connsiteY130" fmla="*/ 155575 h 1931671"/>
              <a:gd name="connsiteX131" fmla="*/ 6999020 w 12191996"/>
              <a:gd name="connsiteY131" fmla="*/ 141287 h 1931671"/>
              <a:gd name="connsiteX132" fmla="*/ 7040295 w 12191996"/>
              <a:gd name="connsiteY132" fmla="*/ 125412 h 1931671"/>
              <a:gd name="connsiteX133" fmla="*/ 7076807 w 12191996"/>
              <a:gd name="connsiteY133" fmla="*/ 106362 h 1931671"/>
              <a:gd name="connsiteX134" fmla="*/ 7114907 w 12191996"/>
              <a:gd name="connsiteY134" fmla="*/ 87312 h 1931671"/>
              <a:gd name="connsiteX135" fmla="*/ 7153007 w 12191996"/>
              <a:gd name="connsiteY135" fmla="*/ 68262 h 1931671"/>
              <a:gd name="connsiteX136" fmla="*/ 7189520 w 12191996"/>
              <a:gd name="connsiteY136" fmla="*/ 52387 h 1931671"/>
              <a:gd name="connsiteX137" fmla="*/ 7230795 w 12191996"/>
              <a:gd name="connsiteY137" fmla="*/ 36512 h 1931671"/>
              <a:gd name="connsiteX138" fmla="*/ 7276832 w 12191996"/>
              <a:gd name="connsiteY138" fmla="*/ 20637 h 1931671"/>
              <a:gd name="connsiteX139" fmla="*/ 7329220 w 12191996"/>
              <a:gd name="connsiteY139" fmla="*/ 9525 h 1931671"/>
              <a:gd name="connsiteX140" fmla="*/ 7389545 w 12191996"/>
              <a:gd name="connsiteY140" fmla="*/ 3175 h 1931671"/>
              <a:gd name="connsiteX141" fmla="*/ 7457807 w 12191996"/>
              <a:gd name="connsiteY141" fmla="*/ 0 h 1931671"/>
              <a:gd name="connsiteX142" fmla="*/ 7526070 w 12191996"/>
              <a:gd name="connsiteY142" fmla="*/ 3175 h 1931671"/>
              <a:gd name="connsiteX143" fmla="*/ 7586395 w 12191996"/>
              <a:gd name="connsiteY143" fmla="*/ 9525 h 1931671"/>
              <a:gd name="connsiteX144" fmla="*/ 7638782 w 12191996"/>
              <a:gd name="connsiteY144" fmla="*/ 20637 h 1931671"/>
              <a:gd name="connsiteX145" fmla="*/ 7684820 w 12191996"/>
              <a:gd name="connsiteY145" fmla="*/ 36512 h 1931671"/>
              <a:gd name="connsiteX146" fmla="*/ 7726095 w 12191996"/>
              <a:gd name="connsiteY146" fmla="*/ 52387 h 1931671"/>
              <a:gd name="connsiteX147" fmla="*/ 7762607 w 12191996"/>
              <a:gd name="connsiteY147" fmla="*/ 68262 h 1931671"/>
              <a:gd name="connsiteX148" fmla="*/ 7800707 w 12191996"/>
              <a:gd name="connsiteY148" fmla="*/ 87312 h 1931671"/>
              <a:gd name="connsiteX149" fmla="*/ 7838807 w 12191996"/>
              <a:gd name="connsiteY149" fmla="*/ 106362 h 1931671"/>
              <a:gd name="connsiteX150" fmla="*/ 7875320 w 12191996"/>
              <a:gd name="connsiteY150" fmla="*/ 125412 h 1931671"/>
              <a:gd name="connsiteX151" fmla="*/ 7916595 w 12191996"/>
              <a:gd name="connsiteY151" fmla="*/ 141287 h 1931671"/>
              <a:gd name="connsiteX152" fmla="*/ 7962632 w 12191996"/>
              <a:gd name="connsiteY152" fmla="*/ 155575 h 1931671"/>
              <a:gd name="connsiteX153" fmla="*/ 8015020 w 12191996"/>
              <a:gd name="connsiteY153" fmla="*/ 166687 h 1931671"/>
              <a:gd name="connsiteX154" fmla="*/ 8075345 w 12191996"/>
              <a:gd name="connsiteY154" fmla="*/ 174625 h 1931671"/>
              <a:gd name="connsiteX155" fmla="*/ 8143607 w 12191996"/>
              <a:gd name="connsiteY155" fmla="*/ 176212 h 1931671"/>
              <a:gd name="connsiteX156" fmla="*/ 8211870 w 12191996"/>
              <a:gd name="connsiteY156" fmla="*/ 174625 h 1931671"/>
              <a:gd name="connsiteX157" fmla="*/ 8272195 w 12191996"/>
              <a:gd name="connsiteY157" fmla="*/ 166687 h 1931671"/>
              <a:gd name="connsiteX158" fmla="*/ 8324582 w 12191996"/>
              <a:gd name="connsiteY158" fmla="*/ 155575 h 1931671"/>
              <a:gd name="connsiteX159" fmla="*/ 8370620 w 12191996"/>
              <a:gd name="connsiteY159" fmla="*/ 141287 h 1931671"/>
              <a:gd name="connsiteX160" fmla="*/ 8411895 w 12191996"/>
              <a:gd name="connsiteY160" fmla="*/ 125412 h 1931671"/>
              <a:gd name="connsiteX161" fmla="*/ 8448407 w 12191996"/>
              <a:gd name="connsiteY161" fmla="*/ 106362 h 1931671"/>
              <a:gd name="connsiteX162" fmla="*/ 8486507 w 12191996"/>
              <a:gd name="connsiteY162" fmla="*/ 87312 h 1931671"/>
              <a:gd name="connsiteX163" fmla="*/ 8524607 w 12191996"/>
              <a:gd name="connsiteY163" fmla="*/ 68262 h 1931671"/>
              <a:gd name="connsiteX164" fmla="*/ 8561119 w 12191996"/>
              <a:gd name="connsiteY164" fmla="*/ 52387 h 1931671"/>
              <a:gd name="connsiteX165" fmla="*/ 8602395 w 12191996"/>
              <a:gd name="connsiteY165" fmla="*/ 36512 h 1931671"/>
              <a:gd name="connsiteX166" fmla="*/ 8648431 w 12191996"/>
              <a:gd name="connsiteY166" fmla="*/ 20637 h 1931671"/>
              <a:gd name="connsiteX167" fmla="*/ 8700819 w 12191996"/>
              <a:gd name="connsiteY167" fmla="*/ 9525 h 1931671"/>
              <a:gd name="connsiteX168" fmla="*/ 8761145 w 12191996"/>
              <a:gd name="connsiteY168" fmla="*/ 3175 h 1931671"/>
              <a:gd name="connsiteX169" fmla="*/ 8827819 w 12191996"/>
              <a:gd name="connsiteY169" fmla="*/ 0 h 1931671"/>
              <a:gd name="connsiteX170" fmla="*/ 8897669 w 12191996"/>
              <a:gd name="connsiteY170" fmla="*/ 3175 h 1931671"/>
              <a:gd name="connsiteX171" fmla="*/ 8957995 w 12191996"/>
              <a:gd name="connsiteY171" fmla="*/ 9525 h 1931671"/>
              <a:gd name="connsiteX172" fmla="*/ 9010381 w 12191996"/>
              <a:gd name="connsiteY172" fmla="*/ 20637 h 1931671"/>
              <a:gd name="connsiteX173" fmla="*/ 9056419 w 12191996"/>
              <a:gd name="connsiteY173" fmla="*/ 36512 h 1931671"/>
              <a:gd name="connsiteX174" fmla="*/ 9097695 w 12191996"/>
              <a:gd name="connsiteY174" fmla="*/ 52387 h 1931671"/>
              <a:gd name="connsiteX175" fmla="*/ 9134207 w 12191996"/>
              <a:gd name="connsiteY175" fmla="*/ 68262 h 1931671"/>
              <a:gd name="connsiteX176" fmla="*/ 9172307 w 12191996"/>
              <a:gd name="connsiteY176" fmla="*/ 87312 h 1931671"/>
              <a:gd name="connsiteX177" fmla="*/ 9210407 w 12191996"/>
              <a:gd name="connsiteY177" fmla="*/ 106362 h 1931671"/>
              <a:gd name="connsiteX178" fmla="*/ 9246919 w 12191996"/>
              <a:gd name="connsiteY178" fmla="*/ 125412 h 1931671"/>
              <a:gd name="connsiteX179" fmla="*/ 9288195 w 12191996"/>
              <a:gd name="connsiteY179" fmla="*/ 141287 h 1931671"/>
              <a:gd name="connsiteX180" fmla="*/ 9334231 w 12191996"/>
              <a:gd name="connsiteY180" fmla="*/ 155575 h 1931671"/>
              <a:gd name="connsiteX181" fmla="*/ 9386619 w 12191996"/>
              <a:gd name="connsiteY181" fmla="*/ 166687 h 1931671"/>
              <a:gd name="connsiteX182" fmla="*/ 9446945 w 12191996"/>
              <a:gd name="connsiteY182" fmla="*/ 174625 h 1931671"/>
              <a:gd name="connsiteX183" fmla="*/ 9515207 w 12191996"/>
              <a:gd name="connsiteY183" fmla="*/ 176212 h 1931671"/>
              <a:gd name="connsiteX184" fmla="*/ 9583469 w 12191996"/>
              <a:gd name="connsiteY184" fmla="*/ 174625 h 1931671"/>
              <a:gd name="connsiteX185" fmla="*/ 9643795 w 12191996"/>
              <a:gd name="connsiteY185" fmla="*/ 166687 h 1931671"/>
              <a:gd name="connsiteX186" fmla="*/ 9696181 w 12191996"/>
              <a:gd name="connsiteY186" fmla="*/ 155575 h 1931671"/>
              <a:gd name="connsiteX187" fmla="*/ 9742219 w 12191996"/>
              <a:gd name="connsiteY187" fmla="*/ 141287 h 1931671"/>
              <a:gd name="connsiteX188" fmla="*/ 9783495 w 12191996"/>
              <a:gd name="connsiteY188" fmla="*/ 125412 h 1931671"/>
              <a:gd name="connsiteX189" fmla="*/ 9820007 w 12191996"/>
              <a:gd name="connsiteY189" fmla="*/ 106362 h 1931671"/>
              <a:gd name="connsiteX190" fmla="*/ 9896207 w 12191996"/>
              <a:gd name="connsiteY190" fmla="*/ 68262 h 1931671"/>
              <a:gd name="connsiteX191" fmla="*/ 9932719 w 12191996"/>
              <a:gd name="connsiteY191" fmla="*/ 52387 h 1931671"/>
              <a:gd name="connsiteX192" fmla="*/ 9973995 w 12191996"/>
              <a:gd name="connsiteY192" fmla="*/ 36512 h 1931671"/>
              <a:gd name="connsiteX193" fmla="*/ 10020031 w 12191996"/>
              <a:gd name="connsiteY193" fmla="*/ 20637 h 1931671"/>
              <a:gd name="connsiteX194" fmla="*/ 10072419 w 12191996"/>
              <a:gd name="connsiteY194" fmla="*/ 9525 h 1931671"/>
              <a:gd name="connsiteX195" fmla="*/ 10132745 w 12191996"/>
              <a:gd name="connsiteY195" fmla="*/ 3175 h 1931671"/>
              <a:gd name="connsiteX196" fmla="*/ 10201007 w 12191996"/>
              <a:gd name="connsiteY196" fmla="*/ 0 h 1931671"/>
              <a:gd name="connsiteX197" fmla="*/ 10269269 w 12191996"/>
              <a:gd name="connsiteY197" fmla="*/ 3175 h 1931671"/>
              <a:gd name="connsiteX198" fmla="*/ 10329595 w 12191996"/>
              <a:gd name="connsiteY198" fmla="*/ 9525 h 1931671"/>
              <a:gd name="connsiteX199" fmla="*/ 10381981 w 12191996"/>
              <a:gd name="connsiteY199" fmla="*/ 20637 h 1931671"/>
              <a:gd name="connsiteX200" fmla="*/ 10428019 w 12191996"/>
              <a:gd name="connsiteY200" fmla="*/ 36512 h 1931671"/>
              <a:gd name="connsiteX201" fmla="*/ 10469295 w 12191996"/>
              <a:gd name="connsiteY201" fmla="*/ 52387 h 1931671"/>
              <a:gd name="connsiteX202" fmla="*/ 10505807 w 12191996"/>
              <a:gd name="connsiteY202" fmla="*/ 68262 h 1931671"/>
              <a:gd name="connsiteX203" fmla="*/ 10543907 w 12191996"/>
              <a:gd name="connsiteY203" fmla="*/ 87312 h 1931671"/>
              <a:gd name="connsiteX204" fmla="*/ 10582007 w 12191996"/>
              <a:gd name="connsiteY204" fmla="*/ 106362 h 1931671"/>
              <a:gd name="connsiteX205" fmla="*/ 10618519 w 12191996"/>
              <a:gd name="connsiteY205" fmla="*/ 125412 h 1931671"/>
              <a:gd name="connsiteX206" fmla="*/ 10659795 w 12191996"/>
              <a:gd name="connsiteY206" fmla="*/ 141287 h 1931671"/>
              <a:gd name="connsiteX207" fmla="*/ 10705831 w 12191996"/>
              <a:gd name="connsiteY207" fmla="*/ 155575 h 1931671"/>
              <a:gd name="connsiteX208" fmla="*/ 10758219 w 12191996"/>
              <a:gd name="connsiteY208" fmla="*/ 166687 h 1931671"/>
              <a:gd name="connsiteX209" fmla="*/ 10818545 w 12191996"/>
              <a:gd name="connsiteY209" fmla="*/ 174625 h 1931671"/>
              <a:gd name="connsiteX210" fmla="*/ 10886807 w 12191996"/>
              <a:gd name="connsiteY210" fmla="*/ 176212 h 1931671"/>
              <a:gd name="connsiteX211" fmla="*/ 10955069 w 12191996"/>
              <a:gd name="connsiteY211" fmla="*/ 174625 h 1931671"/>
              <a:gd name="connsiteX212" fmla="*/ 11015395 w 12191996"/>
              <a:gd name="connsiteY212" fmla="*/ 166687 h 1931671"/>
              <a:gd name="connsiteX213" fmla="*/ 11067781 w 12191996"/>
              <a:gd name="connsiteY213" fmla="*/ 155575 h 1931671"/>
              <a:gd name="connsiteX214" fmla="*/ 11113819 w 12191996"/>
              <a:gd name="connsiteY214" fmla="*/ 141287 h 1931671"/>
              <a:gd name="connsiteX215" fmla="*/ 11155095 w 12191996"/>
              <a:gd name="connsiteY215" fmla="*/ 125412 h 1931671"/>
              <a:gd name="connsiteX216" fmla="*/ 11191607 w 12191996"/>
              <a:gd name="connsiteY216" fmla="*/ 106362 h 1931671"/>
              <a:gd name="connsiteX217" fmla="*/ 11229707 w 12191996"/>
              <a:gd name="connsiteY217" fmla="*/ 87312 h 1931671"/>
              <a:gd name="connsiteX218" fmla="*/ 11267807 w 12191996"/>
              <a:gd name="connsiteY218" fmla="*/ 68262 h 1931671"/>
              <a:gd name="connsiteX219" fmla="*/ 11304319 w 12191996"/>
              <a:gd name="connsiteY219" fmla="*/ 52387 h 1931671"/>
              <a:gd name="connsiteX220" fmla="*/ 11345595 w 12191996"/>
              <a:gd name="connsiteY220" fmla="*/ 36512 h 1931671"/>
              <a:gd name="connsiteX221" fmla="*/ 11391631 w 12191996"/>
              <a:gd name="connsiteY221" fmla="*/ 20637 h 1931671"/>
              <a:gd name="connsiteX222" fmla="*/ 11444019 w 12191996"/>
              <a:gd name="connsiteY222" fmla="*/ 9525 h 1931671"/>
              <a:gd name="connsiteX223" fmla="*/ 11504345 w 12191996"/>
              <a:gd name="connsiteY223" fmla="*/ 3175 h 1931671"/>
              <a:gd name="connsiteX224" fmla="*/ 11572607 w 12191996"/>
              <a:gd name="connsiteY224" fmla="*/ 0 h 1931671"/>
              <a:gd name="connsiteX225" fmla="*/ 11640869 w 12191996"/>
              <a:gd name="connsiteY225" fmla="*/ 3175 h 1931671"/>
              <a:gd name="connsiteX226" fmla="*/ 11701195 w 12191996"/>
              <a:gd name="connsiteY226" fmla="*/ 9525 h 1931671"/>
              <a:gd name="connsiteX227" fmla="*/ 11753581 w 12191996"/>
              <a:gd name="connsiteY227" fmla="*/ 20637 h 1931671"/>
              <a:gd name="connsiteX228" fmla="*/ 11799619 w 12191996"/>
              <a:gd name="connsiteY228" fmla="*/ 36512 h 1931671"/>
              <a:gd name="connsiteX229" fmla="*/ 11840895 w 12191996"/>
              <a:gd name="connsiteY229" fmla="*/ 52387 h 1931671"/>
              <a:gd name="connsiteX230" fmla="*/ 11877407 w 12191996"/>
              <a:gd name="connsiteY230" fmla="*/ 68262 h 1931671"/>
              <a:gd name="connsiteX231" fmla="*/ 11915507 w 12191996"/>
              <a:gd name="connsiteY231" fmla="*/ 87312 h 1931671"/>
              <a:gd name="connsiteX232" fmla="*/ 11953607 w 12191996"/>
              <a:gd name="connsiteY232" fmla="*/ 106362 h 1931671"/>
              <a:gd name="connsiteX233" fmla="*/ 11990119 w 12191996"/>
              <a:gd name="connsiteY233" fmla="*/ 125412 h 1931671"/>
              <a:gd name="connsiteX234" fmla="*/ 12031395 w 12191996"/>
              <a:gd name="connsiteY234" fmla="*/ 141287 h 1931671"/>
              <a:gd name="connsiteX235" fmla="*/ 12077431 w 12191996"/>
              <a:gd name="connsiteY235" fmla="*/ 155575 h 1931671"/>
              <a:gd name="connsiteX236" fmla="*/ 12129819 w 12191996"/>
              <a:gd name="connsiteY236" fmla="*/ 166688 h 1931671"/>
              <a:gd name="connsiteX237" fmla="*/ 12190145 w 12191996"/>
              <a:gd name="connsiteY237" fmla="*/ 174625 h 1931671"/>
              <a:gd name="connsiteX238" fmla="*/ 12191996 w 12191996"/>
              <a:gd name="connsiteY238" fmla="*/ 174668 h 1931671"/>
              <a:gd name="connsiteX239" fmla="*/ 12191996 w 12191996"/>
              <a:gd name="connsiteY239" fmla="*/ 1931671 h 1931671"/>
              <a:gd name="connsiteX240" fmla="*/ 0 w 12191996"/>
              <a:gd name="connsiteY240" fmla="*/ 1931671 h 1931671"/>
              <a:gd name="connsiteX241" fmla="*/ 0 w 12191996"/>
              <a:gd name="connsiteY241" fmla="*/ 174668 h 1931671"/>
              <a:gd name="connsiteX242" fmla="*/ 1851 w 12191996"/>
              <a:gd name="connsiteY242" fmla="*/ 174625 h 1931671"/>
              <a:gd name="connsiteX243" fmla="*/ 62176 w 12191996"/>
              <a:gd name="connsiteY243" fmla="*/ 166687 h 1931671"/>
              <a:gd name="connsiteX244" fmla="*/ 114563 w 12191996"/>
              <a:gd name="connsiteY244" fmla="*/ 155575 h 1931671"/>
              <a:gd name="connsiteX245" fmla="*/ 160601 w 12191996"/>
              <a:gd name="connsiteY245" fmla="*/ 141287 h 1931671"/>
              <a:gd name="connsiteX246" fmla="*/ 201876 w 12191996"/>
              <a:gd name="connsiteY246" fmla="*/ 125412 h 1931671"/>
              <a:gd name="connsiteX247" fmla="*/ 238388 w 12191996"/>
              <a:gd name="connsiteY247" fmla="*/ 106362 h 1931671"/>
              <a:gd name="connsiteX248" fmla="*/ 276488 w 12191996"/>
              <a:gd name="connsiteY248" fmla="*/ 87312 h 1931671"/>
              <a:gd name="connsiteX249" fmla="*/ 314588 w 12191996"/>
              <a:gd name="connsiteY249" fmla="*/ 68262 h 1931671"/>
              <a:gd name="connsiteX250" fmla="*/ 351101 w 12191996"/>
              <a:gd name="connsiteY250" fmla="*/ 52387 h 1931671"/>
              <a:gd name="connsiteX251" fmla="*/ 392376 w 12191996"/>
              <a:gd name="connsiteY251" fmla="*/ 36512 h 1931671"/>
              <a:gd name="connsiteX252" fmla="*/ 438413 w 12191996"/>
              <a:gd name="connsiteY252" fmla="*/ 20637 h 1931671"/>
              <a:gd name="connsiteX253" fmla="*/ 490801 w 12191996"/>
              <a:gd name="connsiteY253" fmla="*/ 9525 h 1931671"/>
              <a:gd name="connsiteX254" fmla="*/ 551126 w 12191996"/>
              <a:gd name="connsiteY254" fmla="*/ 3175 h 1931671"/>
              <a:gd name="connsiteX255" fmla="*/ 619388 w 12191996"/>
              <a:gd name="connsiteY255" fmla="*/ 0 h 19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1931671">
                <a:moveTo>
                  <a:pt x="619388" y="0"/>
                </a:moveTo>
                <a:lnTo>
                  <a:pt x="687651" y="3175"/>
                </a:lnTo>
                <a:lnTo>
                  <a:pt x="747976" y="9525"/>
                </a:lnTo>
                <a:lnTo>
                  <a:pt x="800363" y="20637"/>
                </a:lnTo>
                <a:lnTo>
                  <a:pt x="846401" y="36512"/>
                </a:lnTo>
                <a:lnTo>
                  <a:pt x="887676" y="52387"/>
                </a:lnTo>
                <a:lnTo>
                  <a:pt x="924188" y="68262"/>
                </a:lnTo>
                <a:lnTo>
                  <a:pt x="962288" y="87312"/>
                </a:lnTo>
                <a:lnTo>
                  <a:pt x="1000388" y="106362"/>
                </a:lnTo>
                <a:lnTo>
                  <a:pt x="1036901" y="125412"/>
                </a:lnTo>
                <a:lnTo>
                  <a:pt x="1078176" y="141287"/>
                </a:lnTo>
                <a:lnTo>
                  <a:pt x="1124213" y="155575"/>
                </a:lnTo>
                <a:lnTo>
                  <a:pt x="1176601" y="166687"/>
                </a:lnTo>
                <a:lnTo>
                  <a:pt x="1236926" y="174625"/>
                </a:lnTo>
                <a:lnTo>
                  <a:pt x="1305188" y="176212"/>
                </a:lnTo>
                <a:lnTo>
                  <a:pt x="1373451" y="174625"/>
                </a:lnTo>
                <a:lnTo>
                  <a:pt x="1433776" y="166687"/>
                </a:lnTo>
                <a:lnTo>
                  <a:pt x="1486163" y="155575"/>
                </a:lnTo>
                <a:lnTo>
                  <a:pt x="1532201" y="141287"/>
                </a:lnTo>
                <a:lnTo>
                  <a:pt x="1573476" y="125412"/>
                </a:lnTo>
                <a:lnTo>
                  <a:pt x="1609988" y="106362"/>
                </a:lnTo>
                <a:lnTo>
                  <a:pt x="1648088" y="87312"/>
                </a:lnTo>
                <a:lnTo>
                  <a:pt x="1686188" y="68262"/>
                </a:lnTo>
                <a:lnTo>
                  <a:pt x="1722701" y="52387"/>
                </a:lnTo>
                <a:lnTo>
                  <a:pt x="1763976" y="36512"/>
                </a:lnTo>
                <a:lnTo>
                  <a:pt x="1810013" y="20637"/>
                </a:lnTo>
                <a:lnTo>
                  <a:pt x="1862401" y="9525"/>
                </a:lnTo>
                <a:lnTo>
                  <a:pt x="1922726" y="3175"/>
                </a:lnTo>
                <a:lnTo>
                  <a:pt x="1990988" y="0"/>
                </a:lnTo>
                <a:lnTo>
                  <a:pt x="2059251" y="3175"/>
                </a:lnTo>
                <a:lnTo>
                  <a:pt x="2119576" y="9525"/>
                </a:lnTo>
                <a:lnTo>
                  <a:pt x="2171963" y="20637"/>
                </a:lnTo>
                <a:lnTo>
                  <a:pt x="2218001" y="36512"/>
                </a:lnTo>
                <a:lnTo>
                  <a:pt x="2259276" y="52387"/>
                </a:lnTo>
                <a:lnTo>
                  <a:pt x="2295788" y="68262"/>
                </a:lnTo>
                <a:lnTo>
                  <a:pt x="2333888" y="87312"/>
                </a:lnTo>
                <a:lnTo>
                  <a:pt x="2371988" y="106362"/>
                </a:lnTo>
                <a:lnTo>
                  <a:pt x="2408501" y="125412"/>
                </a:lnTo>
                <a:lnTo>
                  <a:pt x="2449776" y="141287"/>
                </a:lnTo>
                <a:lnTo>
                  <a:pt x="2495813" y="155575"/>
                </a:lnTo>
                <a:lnTo>
                  <a:pt x="2548201" y="166687"/>
                </a:lnTo>
                <a:lnTo>
                  <a:pt x="2608526" y="174625"/>
                </a:lnTo>
                <a:lnTo>
                  <a:pt x="2676788" y="176212"/>
                </a:lnTo>
                <a:lnTo>
                  <a:pt x="2745051" y="174625"/>
                </a:lnTo>
                <a:lnTo>
                  <a:pt x="2805376" y="166687"/>
                </a:lnTo>
                <a:lnTo>
                  <a:pt x="2857763" y="155575"/>
                </a:lnTo>
                <a:lnTo>
                  <a:pt x="2903801" y="141287"/>
                </a:lnTo>
                <a:lnTo>
                  <a:pt x="2945076" y="125412"/>
                </a:lnTo>
                <a:lnTo>
                  <a:pt x="2981588" y="106362"/>
                </a:lnTo>
                <a:lnTo>
                  <a:pt x="3019688" y="87312"/>
                </a:lnTo>
                <a:lnTo>
                  <a:pt x="3057788" y="68262"/>
                </a:lnTo>
                <a:lnTo>
                  <a:pt x="3094301" y="52387"/>
                </a:lnTo>
                <a:lnTo>
                  <a:pt x="3135576" y="36512"/>
                </a:lnTo>
                <a:lnTo>
                  <a:pt x="3181613" y="20637"/>
                </a:lnTo>
                <a:lnTo>
                  <a:pt x="3234001" y="9525"/>
                </a:lnTo>
                <a:lnTo>
                  <a:pt x="3294326" y="3175"/>
                </a:lnTo>
                <a:lnTo>
                  <a:pt x="3361001" y="0"/>
                </a:lnTo>
                <a:lnTo>
                  <a:pt x="3430851" y="3175"/>
                </a:lnTo>
                <a:lnTo>
                  <a:pt x="3491176" y="9525"/>
                </a:lnTo>
                <a:lnTo>
                  <a:pt x="3543563" y="20637"/>
                </a:lnTo>
                <a:lnTo>
                  <a:pt x="3589601" y="36512"/>
                </a:lnTo>
                <a:lnTo>
                  <a:pt x="3630876" y="52387"/>
                </a:lnTo>
                <a:lnTo>
                  <a:pt x="3667388" y="68262"/>
                </a:lnTo>
                <a:lnTo>
                  <a:pt x="3705488" y="87312"/>
                </a:lnTo>
                <a:lnTo>
                  <a:pt x="3743588" y="106362"/>
                </a:lnTo>
                <a:lnTo>
                  <a:pt x="3780101" y="125412"/>
                </a:lnTo>
                <a:lnTo>
                  <a:pt x="3821376" y="141287"/>
                </a:lnTo>
                <a:lnTo>
                  <a:pt x="3867413" y="155575"/>
                </a:lnTo>
                <a:lnTo>
                  <a:pt x="3919801" y="166687"/>
                </a:lnTo>
                <a:lnTo>
                  <a:pt x="3980126" y="174625"/>
                </a:lnTo>
                <a:lnTo>
                  <a:pt x="4048388" y="176212"/>
                </a:lnTo>
                <a:lnTo>
                  <a:pt x="4116651" y="174625"/>
                </a:lnTo>
                <a:lnTo>
                  <a:pt x="4176976" y="166687"/>
                </a:lnTo>
                <a:lnTo>
                  <a:pt x="4229363" y="155575"/>
                </a:lnTo>
                <a:lnTo>
                  <a:pt x="4275401" y="141287"/>
                </a:lnTo>
                <a:lnTo>
                  <a:pt x="4316676" y="125412"/>
                </a:lnTo>
                <a:lnTo>
                  <a:pt x="4353188" y="106362"/>
                </a:lnTo>
                <a:lnTo>
                  <a:pt x="4429388" y="68262"/>
                </a:lnTo>
                <a:lnTo>
                  <a:pt x="4465901" y="52387"/>
                </a:lnTo>
                <a:lnTo>
                  <a:pt x="4507176" y="36512"/>
                </a:lnTo>
                <a:lnTo>
                  <a:pt x="4553214" y="20637"/>
                </a:lnTo>
                <a:lnTo>
                  <a:pt x="4605601" y="9525"/>
                </a:lnTo>
                <a:lnTo>
                  <a:pt x="4665927" y="3175"/>
                </a:lnTo>
                <a:lnTo>
                  <a:pt x="4734188" y="0"/>
                </a:lnTo>
                <a:lnTo>
                  <a:pt x="4802452" y="3175"/>
                </a:lnTo>
                <a:lnTo>
                  <a:pt x="4862776" y="9525"/>
                </a:lnTo>
                <a:lnTo>
                  <a:pt x="4915164" y="20637"/>
                </a:lnTo>
                <a:lnTo>
                  <a:pt x="4961200" y="36512"/>
                </a:lnTo>
                <a:lnTo>
                  <a:pt x="5002476" y="52387"/>
                </a:lnTo>
                <a:lnTo>
                  <a:pt x="5038988" y="68262"/>
                </a:lnTo>
                <a:lnTo>
                  <a:pt x="5077089" y="87312"/>
                </a:lnTo>
                <a:lnTo>
                  <a:pt x="5115188" y="106362"/>
                </a:lnTo>
                <a:lnTo>
                  <a:pt x="5151700" y="125412"/>
                </a:lnTo>
                <a:lnTo>
                  <a:pt x="5192976" y="141287"/>
                </a:lnTo>
                <a:lnTo>
                  <a:pt x="5239013" y="155575"/>
                </a:lnTo>
                <a:lnTo>
                  <a:pt x="5291400" y="166687"/>
                </a:lnTo>
                <a:lnTo>
                  <a:pt x="5351726" y="174625"/>
                </a:lnTo>
                <a:lnTo>
                  <a:pt x="5410198" y="175985"/>
                </a:lnTo>
                <a:lnTo>
                  <a:pt x="5468670" y="174625"/>
                </a:lnTo>
                <a:lnTo>
                  <a:pt x="5528995" y="166687"/>
                </a:lnTo>
                <a:lnTo>
                  <a:pt x="5581382" y="155575"/>
                </a:lnTo>
                <a:lnTo>
                  <a:pt x="5627420" y="141287"/>
                </a:lnTo>
                <a:lnTo>
                  <a:pt x="5668695" y="125412"/>
                </a:lnTo>
                <a:lnTo>
                  <a:pt x="5705208" y="106362"/>
                </a:lnTo>
                <a:lnTo>
                  <a:pt x="5743307" y="87312"/>
                </a:lnTo>
                <a:lnTo>
                  <a:pt x="5781407" y="68262"/>
                </a:lnTo>
                <a:lnTo>
                  <a:pt x="5817920" y="52387"/>
                </a:lnTo>
                <a:lnTo>
                  <a:pt x="5859195" y="36512"/>
                </a:lnTo>
                <a:lnTo>
                  <a:pt x="5905233" y="20637"/>
                </a:lnTo>
                <a:lnTo>
                  <a:pt x="5957620" y="9525"/>
                </a:lnTo>
                <a:lnTo>
                  <a:pt x="6017946" y="3175"/>
                </a:lnTo>
                <a:lnTo>
                  <a:pt x="6086208" y="0"/>
                </a:lnTo>
                <a:lnTo>
                  <a:pt x="6095998" y="455"/>
                </a:lnTo>
                <a:lnTo>
                  <a:pt x="6105788" y="0"/>
                </a:lnTo>
                <a:lnTo>
                  <a:pt x="6174051" y="3175"/>
                </a:lnTo>
                <a:lnTo>
                  <a:pt x="6234376" y="9525"/>
                </a:lnTo>
                <a:lnTo>
                  <a:pt x="6286763" y="20637"/>
                </a:lnTo>
                <a:lnTo>
                  <a:pt x="6332801" y="36512"/>
                </a:lnTo>
                <a:lnTo>
                  <a:pt x="6374076" y="52387"/>
                </a:lnTo>
                <a:lnTo>
                  <a:pt x="6410588" y="68262"/>
                </a:lnTo>
                <a:lnTo>
                  <a:pt x="6448688" y="87312"/>
                </a:lnTo>
                <a:lnTo>
                  <a:pt x="6486788" y="106362"/>
                </a:lnTo>
                <a:lnTo>
                  <a:pt x="6523301" y="125412"/>
                </a:lnTo>
                <a:lnTo>
                  <a:pt x="6564576" y="141287"/>
                </a:lnTo>
                <a:lnTo>
                  <a:pt x="6610613" y="155575"/>
                </a:lnTo>
                <a:lnTo>
                  <a:pt x="6663001" y="166687"/>
                </a:lnTo>
                <a:lnTo>
                  <a:pt x="6723326" y="174625"/>
                </a:lnTo>
                <a:lnTo>
                  <a:pt x="6781798" y="175985"/>
                </a:lnTo>
                <a:lnTo>
                  <a:pt x="6840270" y="174625"/>
                </a:lnTo>
                <a:lnTo>
                  <a:pt x="6900595" y="166687"/>
                </a:lnTo>
                <a:lnTo>
                  <a:pt x="6952982" y="155575"/>
                </a:lnTo>
                <a:lnTo>
                  <a:pt x="6999020" y="141287"/>
                </a:lnTo>
                <a:lnTo>
                  <a:pt x="7040295" y="125412"/>
                </a:lnTo>
                <a:lnTo>
                  <a:pt x="7076807" y="106362"/>
                </a:lnTo>
                <a:lnTo>
                  <a:pt x="7114907" y="87312"/>
                </a:lnTo>
                <a:lnTo>
                  <a:pt x="7153007" y="68262"/>
                </a:lnTo>
                <a:lnTo>
                  <a:pt x="7189520" y="52387"/>
                </a:lnTo>
                <a:lnTo>
                  <a:pt x="7230795" y="36512"/>
                </a:lnTo>
                <a:lnTo>
                  <a:pt x="7276832" y="20637"/>
                </a:lnTo>
                <a:lnTo>
                  <a:pt x="7329220" y="9525"/>
                </a:lnTo>
                <a:lnTo>
                  <a:pt x="7389545" y="3175"/>
                </a:lnTo>
                <a:lnTo>
                  <a:pt x="7457807" y="0"/>
                </a:lnTo>
                <a:lnTo>
                  <a:pt x="7526070" y="3175"/>
                </a:lnTo>
                <a:lnTo>
                  <a:pt x="7586395" y="9525"/>
                </a:lnTo>
                <a:lnTo>
                  <a:pt x="7638782" y="20637"/>
                </a:lnTo>
                <a:lnTo>
                  <a:pt x="7684820" y="36512"/>
                </a:lnTo>
                <a:lnTo>
                  <a:pt x="7726095" y="52387"/>
                </a:lnTo>
                <a:lnTo>
                  <a:pt x="7762607" y="68262"/>
                </a:lnTo>
                <a:lnTo>
                  <a:pt x="7800707" y="87312"/>
                </a:lnTo>
                <a:lnTo>
                  <a:pt x="7838807" y="106362"/>
                </a:lnTo>
                <a:lnTo>
                  <a:pt x="7875320" y="125412"/>
                </a:lnTo>
                <a:lnTo>
                  <a:pt x="7916595" y="141287"/>
                </a:lnTo>
                <a:lnTo>
                  <a:pt x="7962632" y="155575"/>
                </a:lnTo>
                <a:lnTo>
                  <a:pt x="8015020" y="166687"/>
                </a:lnTo>
                <a:lnTo>
                  <a:pt x="8075345" y="174625"/>
                </a:lnTo>
                <a:lnTo>
                  <a:pt x="8143607" y="176212"/>
                </a:lnTo>
                <a:lnTo>
                  <a:pt x="8211870" y="174625"/>
                </a:lnTo>
                <a:lnTo>
                  <a:pt x="8272195" y="166687"/>
                </a:lnTo>
                <a:lnTo>
                  <a:pt x="8324582" y="155575"/>
                </a:lnTo>
                <a:lnTo>
                  <a:pt x="8370620" y="141287"/>
                </a:lnTo>
                <a:lnTo>
                  <a:pt x="8411895" y="125412"/>
                </a:lnTo>
                <a:lnTo>
                  <a:pt x="8448407" y="106362"/>
                </a:lnTo>
                <a:lnTo>
                  <a:pt x="8486507" y="87312"/>
                </a:lnTo>
                <a:lnTo>
                  <a:pt x="8524607" y="68262"/>
                </a:lnTo>
                <a:lnTo>
                  <a:pt x="8561119" y="52387"/>
                </a:lnTo>
                <a:lnTo>
                  <a:pt x="8602395" y="36512"/>
                </a:lnTo>
                <a:lnTo>
                  <a:pt x="8648431" y="20637"/>
                </a:lnTo>
                <a:lnTo>
                  <a:pt x="8700819" y="9525"/>
                </a:lnTo>
                <a:lnTo>
                  <a:pt x="8761145" y="3175"/>
                </a:lnTo>
                <a:lnTo>
                  <a:pt x="8827819" y="0"/>
                </a:lnTo>
                <a:lnTo>
                  <a:pt x="8897669" y="3175"/>
                </a:lnTo>
                <a:lnTo>
                  <a:pt x="8957995" y="9525"/>
                </a:lnTo>
                <a:lnTo>
                  <a:pt x="9010381" y="20637"/>
                </a:lnTo>
                <a:lnTo>
                  <a:pt x="9056419" y="36512"/>
                </a:lnTo>
                <a:lnTo>
                  <a:pt x="9097695" y="52387"/>
                </a:lnTo>
                <a:lnTo>
                  <a:pt x="9134207" y="68262"/>
                </a:lnTo>
                <a:lnTo>
                  <a:pt x="9172307" y="87312"/>
                </a:lnTo>
                <a:lnTo>
                  <a:pt x="9210407" y="106362"/>
                </a:lnTo>
                <a:lnTo>
                  <a:pt x="9246919" y="125412"/>
                </a:lnTo>
                <a:lnTo>
                  <a:pt x="9288195" y="141287"/>
                </a:lnTo>
                <a:lnTo>
                  <a:pt x="9334231" y="155575"/>
                </a:lnTo>
                <a:lnTo>
                  <a:pt x="9386619" y="166687"/>
                </a:lnTo>
                <a:lnTo>
                  <a:pt x="9446945" y="174625"/>
                </a:lnTo>
                <a:lnTo>
                  <a:pt x="9515207" y="176212"/>
                </a:lnTo>
                <a:lnTo>
                  <a:pt x="9583469" y="174625"/>
                </a:lnTo>
                <a:lnTo>
                  <a:pt x="9643795" y="166687"/>
                </a:lnTo>
                <a:lnTo>
                  <a:pt x="9696181" y="155575"/>
                </a:lnTo>
                <a:lnTo>
                  <a:pt x="9742219" y="141287"/>
                </a:lnTo>
                <a:lnTo>
                  <a:pt x="9783495" y="125412"/>
                </a:lnTo>
                <a:lnTo>
                  <a:pt x="9820007" y="106362"/>
                </a:lnTo>
                <a:lnTo>
                  <a:pt x="9896207" y="68262"/>
                </a:lnTo>
                <a:lnTo>
                  <a:pt x="9932719" y="52387"/>
                </a:lnTo>
                <a:lnTo>
                  <a:pt x="9973995" y="36512"/>
                </a:lnTo>
                <a:lnTo>
                  <a:pt x="10020031" y="20637"/>
                </a:lnTo>
                <a:lnTo>
                  <a:pt x="10072419" y="9525"/>
                </a:lnTo>
                <a:lnTo>
                  <a:pt x="10132745" y="3175"/>
                </a:lnTo>
                <a:lnTo>
                  <a:pt x="10201007" y="0"/>
                </a:lnTo>
                <a:lnTo>
                  <a:pt x="10269269" y="3175"/>
                </a:lnTo>
                <a:lnTo>
                  <a:pt x="10329595" y="9525"/>
                </a:lnTo>
                <a:lnTo>
                  <a:pt x="10381981" y="20637"/>
                </a:lnTo>
                <a:lnTo>
                  <a:pt x="10428019" y="36512"/>
                </a:lnTo>
                <a:lnTo>
                  <a:pt x="10469295" y="52387"/>
                </a:lnTo>
                <a:lnTo>
                  <a:pt x="10505807" y="68262"/>
                </a:lnTo>
                <a:lnTo>
                  <a:pt x="10543907" y="87312"/>
                </a:lnTo>
                <a:lnTo>
                  <a:pt x="10582007" y="106362"/>
                </a:lnTo>
                <a:lnTo>
                  <a:pt x="10618519" y="125412"/>
                </a:lnTo>
                <a:lnTo>
                  <a:pt x="10659795" y="141287"/>
                </a:lnTo>
                <a:lnTo>
                  <a:pt x="10705831" y="155575"/>
                </a:lnTo>
                <a:lnTo>
                  <a:pt x="10758219" y="166687"/>
                </a:lnTo>
                <a:lnTo>
                  <a:pt x="10818545" y="174625"/>
                </a:lnTo>
                <a:lnTo>
                  <a:pt x="10886807" y="176212"/>
                </a:lnTo>
                <a:lnTo>
                  <a:pt x="10955069" y="174625"/>
                </a:lnTo>
                <a:lnTo>
                  <a:pt x="11015395" y="166687"/>
                </a:lnTo>
                <a:lnTo>
                  <a:pt x="11067781" y="155575"/>
                </a:lnTo>
                <a:lnTo>
                  <a:pt x="11113819" y="141287"/>
                </a:lnTo>
                <a:lnTo>
                  <a:pt x="11155095" y="125412"/>
                </a:lnTo>
                <a:lnTo>
                  <a:pt x="11191607" y="106362"/>
                </a:lnTo>
                <a:lnTo>
                  <a:pt x="11229707" y="87312"/>
                </a:lnTo>
                <a:lnTo>
                  <a:pt x="11267807" y="68262"/>
                </a:lnTo>
                <a:lnTo>
                  <a:pt x="11304319" y="52387"/>
                </a:lnTo>
                <a:lnTo>
                  <a:pt x="11345595" y="36512"/>
                </a:lnTo>
                <a:lnTo>
                  <a:pt x="11391631" y="20637"/>
                </a:lnTo>
                <a:lnTo>
                  <a:pt x="11444019" y="9525"/>
                </a:lnTo>
                <a:lnTo>
                  <a:pt x="11504345" y="3175"/>
                </a:lnTo>
                <a:lnTo>
                  <a:pt x="11572607" y="0"/>
                </a:lnTo>
                <a:lnTo>
                  <a:pt x="11640869" y="3175"/>
                </a:lnTo>
                <a:lnTo>
                  <a:pt x="11701195" y="9525"/>
                </a:lnTo>
                <a:lnTo>
                  <a:pt x="11753581" y="20637"/>
                </a:lnTo>
                <a:lnTo>
                  <a:pt x="11799619" y="36512"/>
                </a:lnTo>
                <a:lnTo>
                  <a:pt x="11840895" y="52387"/>
                </a:lnTo>
                <a:lnTo>
                  <a:pt x="11877407" y="68262"/>
                </a:lnTo>
                <a:lnTo>
                  <a:pt x="11915507" y="87312"/>
                </a:lnTo>
                <a:lnTo>
                  <a:pt x="11953607" y="106362"/>
                </a:lnTo>
                <a:lnTo>
                  <a:pt x="11990119" y="125412"/>
                </a:lnTo>
                <a:lnTo>
                  <a:pt x="12031395" y="141287"/>
                </a:lnTo>
                <a:lnTo>
                  <a:pt x="12077431" y="155575"/>
                </a:lnTo>
                <a:lnTo>
                  <a:pt x="12129819" y="166688"/>
                </a:lnTo>
                <a:lnTo>
                  <a:pt x="12190145" y="174625"/>
                </a:lnTo>
                <a:lnTo>
                  <a:pt x="12191996" y="174668"/>
                </a:lnTo>
                <a:lnTo>
                  <a:pt x="12191996" y="1931671"/>
                </a:lnTo>
                <a:lnTo>
                  <a:pt x="0" y="1931671"/>
                </a:lnTo>
                <a:lnTo>
                  <a:pt x="0" y="174668"/>
                </a:lnTo>
                <a:lnTo>
                  <a:pt x="1851" y="174625"/>
                </a:lnTo>
                <a:lnTo>
                  <a:pt x="62176" y="166687"/>
                </a:lnTo>
                <a:lnTo>
                  <a:pt x="114563" y="155575"/>
                </a:lnTo>
                <a:lnTo>
                  <a:pt x="160601" y="141287"/>
                </a:lnTo>
                <a:lnTo>
                  <a:pt x="201876" y="125412"/>
                </a:lnTo>
                <a:lnTo>
                  <a:pt x="238388" y="106362"/>
                </a:lnTo>
                <a:lnTo>
                  <a:pt x="276488" y="87312"/>
                </a:lnTo>
                <a:lnTo>
                  <a:pt x="314588" y="68262"/>
                </a:lnTo>
                <a:lnTo>
                  <a:pt x="351101" y="52387"/>
                </a:lnTo>
                <a:lnTo>
                  <a:pt x="392376" y="36512"/>
                </a:lnTo>
                <a:lnTo>
                  <a:pt x="438413" y="20637"/>
                </a:lnTo>
                <a:lnTo>
                  <a:pt x="490801" y="9525"/>
                </a:lnTo>
                <a:lnTo>
                  <a:pt x="551126" y="3175"/>
                </a:lnTo>
                <a:lnTo>
                  <a:pt x="619388" y="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9957036-C837-4C4C-BBF0-4A0EC52A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5102540"/>
          </a:xfrm>
          <a:custGeom>
            <a:avLst/>
            <a:gdLst>
              <a:gd name="connsiteX0" fmla="*/ 0 w 12191996"/>
              <a:gd name="connsiteY0" fmla="*/ 0 h 5102540"/>
              <a:gd name="connsiteX1" fmla="*/ 12191996 w 12191996"/>
              <a:gd name="connsiteY1" fmla="*/ 0 h 5102540"/>
              <a:gd name="connsiteX2" fmla="*/ 12191996 w 12191996"/>
              <a:gd name="connsiteY2" fmla="*/ 5100996 h 5102540"/>
              <a:gd name="connsiteX3" fmla="*/ 12190145 w 12191996"/>
              <a:gd name="connsiteY3" fmla="*/ 5100953 h 5102540"/>
              <a:gd name="connsiteX4" fmla="*/ 12129819 w 12191996"/>
              <a:gd name="connsiteY4" fmla="*/ 5093016 h 5102540"/>
              <a:gd name="connsiteX5" fmla="*/ 12077431 w 12191996"/>
              <a:gd name="connsiteY5" fmla="*/ 5081903 h 5102540"/>
              <a:gd name="connsiteX6" fmla="*/ 12031395 w 12191996"/>
              <a:gd name="connsiteY6" fmla="*/ 5067615 h 5102540"/>
              <a:gd name="connsiteX7" fmla="*/ 11990119 w 12191996"/>
              <a:gd name="connsiteY7" fmla="*/ 5051740 h 5102540"/>
              <a:gd name="connsiteX8" fmla="*/ 11953607 w 12191996"/>
              <a:gd name="connsiteY8" fmla="*/ 5032690 h 5102540"/>
              <a:gd name="connsiteX9" fmla="*/ 11915507 w 12191996"/>
              <a:gd name="connsiteY9" fmla="*/ 5013640 h 5102540"/>
              <a:gd name="connsiteX10" fmla="*/ 11877407 w 12191996"/>
              <a:gd name="connsiteY10" fmla="*/ 4994590 h 5102540"/>
              <a:gd name="connsiteX11" fmla="*/ 11840895 w 12191996"/>
              <a:gd name="connsiteY11" fmla="*/ 4978715 h 5102540"/>
              <a:gd name="connsiteX12" fmla="*/ 11799619 w 12191996"/>
              <a:gd name="connsiteY12" fmla="*/ 4962840 h 5102540"/>
              <a:gd name="connsiteX13" fmla="*/ 11753581 w 12191996"/>
              <a:gd name="connsiteY13" fmla="*/ 4946965 h 5102540"/>
              <a:gd name="connsiteX14" fmla="*/ 11701195 w 12191996"/>
              <a:gd name="connsiteY14" fmla="*/ 4935853 h 5102540"/>
              <a:gd name="connsiteX15" fmla="*/ 11640869 w 12191996"/>
              <a:gd name="connsiteY15" fmla="*/ 4929503 h 5102540"/>
              <a:gd name="connsiteX16" fmla="*/ 11572607 w 12191996"/>
              <a:gd name="connsiteY16" fmla="*/ 4926328 h 5102540"/>
              <a:gd name="connsiteX17" fmla="*/ 11504345 w 12191996"/>
              <a:gd name="connsiteY17" fmla="*/ 4929503 h 5102540"/>
              <a:gd name="connsiteX18" fmla="*/ 11444019 w 12191996"/>
              <a:gd name="connsiteY18" fmla="*/ 4935853 h 5102540"/>
              <a:gd name="connsiteX19" fmla="*/ 11391631 w 12191996"/>
              <a:gd name="connsiteY19" fmla="*/ 4946965 h 5102540"/>
              <a:gd name="connsiteX20" fmla="*/ 11345595 w 12191996"/>
              <a:gd name="connsiteY20" fmla="*/ 4962840 h 5102540"/>
              <a:gd name="connsiteX21" fmla="*/ 11304319 w 12191996"/>
              <a:gd name="connsiteY21" fmla="*/ 4978715 h 5102540"/>
              <a:gd name="connsiteX22" fmla="*/ 11267807 w 12191996"/>
              <a:gd name="connsiteY22" fmla="*/ 4994590 h 5102540"/>
              <a:gd name="connsiteX23" fmla="*/ 11229707 w 12191996"/>
              <a:gd name="connsiteY23" fmla="*/ 5013640 h 5102540"/>
              <a:gd name="connsiteX24" fmla="*/ 11191607 w 12191996"/>
              <a:gd name="connsiteY24" fmla="*/ 5032690 h 5102540"/>
              <a:gd name="connsiteX25" fmla="*/ 11155095 w 12191996"/>
              <a:gd name="connsiteY25" fmla="*/ 5051740 h 5102540"/>
              <a:gd name="connsiteX26" fmla="*/ 11113819 w 12191996"/>
              <a:gd name="connsiteY26" fmla="*/ 5067615 h 5102540"/>
              <a:gd name="connsiteX27" fmla="*/ 11067781 w 12191996"/>
              <a:gd name="connsiteY27" fmla="*/ 5081903 h 5102540"/>
              <a:gd name="connsiteX28" fmla="*/ 11015395 w 12191996"/>
              <a:gd name="connsiteY28" fmla="*/ 5093015 h 5102540"/>
              <a:gd name="connsiteX29" fmla="*/ 10955069 w 12191996"/>
              <a:gd name="connsiteY29" fmla="*/ 5100953 h 5102540"/>
              <a:gd name="connsiteX30" fmla="*/ 10886807 w 12191996"/>
              <a:gd name="connsiteY30" fmla="*/ 5102540 h 5102540"/>
              <a:gd name="connsiteX31" fmla="*/ 10818545 w 12191996"/>
              <a:gd name="connsiteY31" fmla="*/ 5100953 h 5102540"/>
              <a:gd name="connsiteX32" fmla="*/ 10758219 w 12191996"/>
              <a:gd name="connsiteY32" fmla="*/ 5093015 h 5102540"/>
              <a:gd name="connsiteX33" fmla="*/ 10705831 w 12191996"/>
              <a:gd name="connsiteY33" fmla="*/ 5081903 h 5102540"/>
              <a:gd name="connsiteX34" fmla="*/ 10659795 w 12191996"/>
              <a:gd name="connsiteY34" fmla="*/ 5067615 h 5102540"/>
              <a:gd name="connsiteX35" fmla="*/ 10618519 w 12191996"/>
              <a:gd name="connsiteY35" fmla="*/ 5051740 h 5102540"/>
              <a:gd name="connsiteX36" fmla="*/ 10582007 w 12191996"/>
              <a:gd name="connsiteY36" fmla="*/ 5032690 h 5102540"/>
              <a:gd name="connsiteX37" fmla="*/ 10543907 w 12191996"/>
              <a:gd name="connsiteY37" fmla="*/ 5013640 h 5102540"/>
              <a:gd name="connsiteX38" fmla="*/ 10505807 w 12191996"/>
              <a:gd name="connsiteY38" fmla="*/ 4994590 h 5102540"/>
              <a:gd name="connsiteX39" fmla="*/ 10469295 w 12191996"/>
              <a:gd name="connsiteY39" fmla="*/ 4978715 h 5102540"/>
              <a:gd name="connsiteX40" fmla="*/ 10428019 w 12191996"/>
              <a:gd name="connsiteY40" fmla="*/ 4962840 h 5102540"/>
              <a:gd name="connsiteX41" fmla="*/ 10381981 w 12191996"/>
              <a:gd name="connsiteY41" fmla="*/ 4946965 h 5102540"/>
              <a:gd name="connsiteX42" fmla="*/ 10329595 w 12191996"/>
              <a:gd name="connsiteY42" fmla="*/ 4935853 h 5102540"/>
              <a:gd name="connsiteX43" fmla="*/ 10269269 w 12191996"/>
              <a:gd name="connsiteY43" fmla="*/ 4929503 h 5102540"/>
              <a:gd name="connsiteX44" fmla="*/ 10201007 w 12191996"/>
              <a:gd name="connsiteY44" fmla="*/ 4926328 h 5102540"/>
              <a:gd name="connsiteX45" fmla="*/ 10132745 w 12191996"/>
              <a:gd name="connsiteY45" fmla="*/ 4929503 h 5102540"/>
              <a:gd name="connsiteX46" fmla="*/ 10072419 w 12191996"/>
              <a:gd name="connsiteY46" fmla="*/ 4935853 h 5102540"/>
              <a:gd name="connsiteX47" fmla="*/ 10020031 w 12191996"/>
              <a:gd name="connsiteY47" fmla="*/ 4946965 h 5102540"/>
              <a:gd name="connsiteX48" fmla="*/ 9973995 w 12191996"/>
              <a:gd name="connsiteY48" fmla="*/ 4962840 h 5102540"/>
              <a:gd name="connsiteX49" fmla="*/ 9932719 w 12191996"/>
              <a:gd name="connsiteY49" fmla="*/ 4978715 h 5102540"/>
              <a:gd name="connsiteX50" fmla="*/ 9896207 w 12191996"/>
              <a:gd name="connsiteY50" fmla="*/ 4994590 h 5102540"/>
              <a:gd name="connsiteX51" fmla="*/ 9820007 w 12191996"/>
              <a:gd name="connsiteY51" fmla="*/ 5032690 h 5102540"/>
              <a:gd name="connsiteX52" fmla="*/ 9783495 w 12191996"/>
              <a:gd name="connsiteY52" fmla="*/ 5051740 h 5102540"/>
              <a:gd name="connsiteX53" fmla="*/ 9742219 w 12191996"/>
              <a:gd name="connsiteY53" fmla="*/ 5067615 h 5102540"/>
              <a:gd name="connsiteX54" fmla="*/ 9696181 w 12191996"/>
              <a:gd name="connsiteY54" fmla="*/ 5081903 h 5102540"/>
              <a:gd name="connsiteX55" fmla="*/ 9643795 w 12191996"/>
              <a:gd name="connsiteY55" fmla="*/ 5093015 h 5102540"/>
              <a:gd name="connsiteX56" fmla="*/ 9583469 w 12191996"/>
              <a:gd name="connsiteY56" fmla="*/ 5100953 h 5102540"/>
              <a:gd name="connsiteX57" fmla="*/ 9515207 w 12191996"/>
              <a:gd name="connsiteY57" fmla="*/ 5102540 h 5102540"/>
              <a:gd name="connsiteX58" fmla="*/ 9446945 w 12191996"/>
              <a:gd name="connsiteY58" fmla="*/ 5100953 h 5102540"/>
              <a:gd name="connsiteX59" fmla="*/ 9386619 w 12191996"/>
              <a:gd name="connsiteY59" fmla="*/ 5093015 h 5102540"/>
              <a:gd name="connsiteX60" fmla="*/ 9334231 w 12191996"/>
              <a:gd name="connsiteY60" fmla="*/ 5081903 h 5102540"/>
              <a:gd name="connsiteX61" fmla="*/ 9288195 w 12191996"/>
              <a:gd name="connsiteY61" fmla="*/ 5067615 h 5102540"/>
              <a:gd name="connsiteX62" fmla="*/ 9246919 w 12191996"/>
              <a:gd name="connsiteY62" fmla="*/ 5051740 h 5102540"/>
              <a:gd name="connsiteX63" fmla="*/ 9210407 w 12191996"/>
              <a:gd name="connsiteY63" fmla="*/ 5032690 h 5102540"/>
              <a:gd name="connsiteX64" fmla="*/ 9172307 w 12191996"/>
              <a:gd name="connsiteY64" fmla="*/ 5013640 h 5102540"/>
              <a:gd name="connsiteX65" fmla="*/ 9134207 w 12191996"/>
              <a:gd name="connsiteY65" fmla="*/ 4994590 h 5102540"/>
              <a:gd name="connsiteX66" fmla="*/ 9097695 w 12191996"/>
              <a:gd name="connsiteY66" fmla="*/ 4978715 h 5102540"/>
              <a:gd name="connsiteX67" fmla="*/ 9056419 w 12191996"/>
              <a:gd name="connsiteY67" fmla="*/ 4962840 h 5102540"/>
              <a:gd name="connsiteX68" fmla="*/ 9010381 w 12191996"/>
              <a:gd name="connsiteY68" fmla="*/ 4946965 h 5102540"/>
              <a:gd name="connsiteX69" fmla="*/ 8957995 w 12191996"/>
              <a:gd name="connsiteY69" fmla="*/ 4935853 h 5102540"/>
              <a:gd name="connsiteX70" fmla="*/ 8897669 w 12191996"/>
              <a:gd name="connsiteY70" fmla="*/ 4929503 h 5102540"/>
              <a:gd name="connsiteX71" fmla="*/ 8827819 w 12191996"/>
              <a:gd name="connsiteY71" fmla="*/ 4926328 h 5102540"/>
              <a:gd name="connsiteX72" fmla="*/ 8761145 w 12191996"/>
              <a:gd name="connsiteY72" fmla="*/ 4929503 h 5102540"/>
              <a:gd name="connsiteX73" fmla="*/ 8700819 w 12191996"/>
              <a:gd name="connsiteY73" fmla="*/ 4935853 h 5102540"/>
              <a:gd name="connsiteX74" fmla="*/ 8648431 w 12191996"/>
              <a:gd name="connsiteY74" fmla="*/ 4946965 h 5102540"/>
              <a:gd name="connsiteX75" fmla="*/ 8602395 w 12191996"/>
              <a:gd name="connsiteY75" fmla="*/ 4962840 h 5102540"/>
              <a:gd name="connsiteX76" fmla="*/ 8561119 w 12191996"/>
              <a:gd name="connsiteY76" fmla="*/ 4978715 h 5102540"/>
              <a:gd name="connsiteX77" fmla="*/ 8524607 w 12191996"/>
              <a:gd name="connsiteY77" fmla="*/ 4994590 h 5102540"/>
              <a:gd name="connsiteX78" fmla="*/ 8486507 w 12191996"/>
              <a:gd name="connsiteY78" fmla="*/ 5013640 h 5102540"/>
              <a:gd name="connsiteX79" fmla="*/ 8448407 w 12191996"/>
              <a:gd name="connsiteY79" fmla="*/ 5032690 h 5102540"/>
              <a:gd name="connsiteX80" fmla="*/ 8411895 w 12191996"/>
              <a:gd name="connsiteY80" fmla="*/ 5051740 h 5102540"/>
              <a:gd name="connsiteX81" fmla="*/ 8370620 w 12191996"/>
              <a:gd name="connsiteY81" fmla="*/ 5067615 h 5102540"/>
              <a:gd name="connsiteX82" fmla="*/ 8324582 w 12191996"/>
              <a:gd name="connsiteY82" fmla="*/ 5081903 h 5102540"/>
              <a:gd name="connsiteX83" fmla="*/ 8272195 w 12191996"/>
              <a:gd name="connsiteY83" fmla="*/ 5093015 h 5102540"/>
              <a:gd name="connsiteX84" fmla="*/ 8211870 w 12191996"/>
              <a:gd name="connsiteY84" fmla="*/ 5100953 h 5102540"/>
              <a:gd name="connsiteX85" fmla="*/ 8143607 w 12191996"/>
              <a:gd name="connsiteY85" fmla="*/ 5102540 h 5102540"/>
              <a:gd name="connsiteX86" fmla="*/ 8075345 w 12191996"/>
              <a:gd name="connsiteY86" fmla="*/ 5100953 h 5102540"/>
              <a:gd name="connsiteX87" fmla="*/ 8015020 w 12191996"/>
              <a:gd name="connsiteY87" fmla="*/ 5093015 h 5102540"/>
              <a:gd name="connsiteX88" fmla="*/ 7962632 w 12191996"/>
              <a:gd name="connsiteY88" fmla="*/ 5081903 h 5102540"/>
              <a:gd name="connsiteX89" fmla="*/ 7916595 w 12191996"/>
              <a:gd name="connsiteY89" fmla="*/ 5067615 h 5102540"/>
              <a:gd name="connsiteX90" fmla="*/ 7875320 w 12191996"/>
              <a:gd name="connsiteY90" fmla="*/ 5051740 h 5102540"/>
              <a:gd name="connsiteX91" fmla="*/ 7838807 w 12191996"/>
              <a:gd name="connsiteY91" fmla="*/ 5032690 h 5102540"/>
              <a:gd name="connsiteX92" fmla="*/ 7800707 w 12191996"/>
              <a:gd name="connsiteY92" fmla="*/ 5013640 h 5102540"/>
              <a:gd name="connsiteX93" fmla="*/ 7762607 w 12191996"/>
              <a:gd name="connsiteY93" fmla="*/ 4994590 h 5102540"/>
              <a:gd name="connsiteX94" fmla="*/ 7726095 w 12191996"/>
              <a:gd name="connsiteY94" fmla="*/ 4978715 h 5102540"/>
              <a:gd name="connsiteX95" fmla="*/ 7684820 w 12191996"/>
              <a:gd name="connsiteY95" fmla="*/ 4962840 h 5102540"/>
              <a:gd name="connsiteX96" fmla="*/ 7638782 w 12191996"/>
              <a:gd name="connsiteY96" fmla="*/ 4946965 h 5102540"/>
              <a:gd name="connsiteX97" fmla="*/ 7586395 w 12191996"/>
              <a:gd name="connsiteY97" fmla="*/ 4935853 h 5102540"/>
              <a:gd name="connsiteX98" fmla="*/ 7526070 w 12191996"/>
              <a:gd name="connsiteY98" fmla="*/ 4929503 h 5102540"/>
              <a:gd name="connsiteX99" fmla="*/ 7457807 w 12191996"/>
              <a:gd name="connsiteY99" fmla="*/ 4926328 h 5102540"/>
              <a:gd name="connsiteX100" fmla="*/ 7389545 w 12191996"/>
              <a:gd name="connsiteY100" fmla="*/ 4929503 h 5102540"/>
              <a:gd name="connsiteX101" fmla="*/ 7329220 w 12191996"/>
              <a:gd name="connsiteY101" fmla="*/ 4935853 h 5102540"/>
              <a:gd name="connsiteX102" fmla="*/ 7276832 w 12191996"/>
              <a:gd name="connsiteY102" fmla="*/ 4946965 h 5102540"/>
              <a:gd name="connsiteX103" fmla="*/ 7230795 w 12191996"/>
              <a:gd name="connsiteY103" fmla="*/ 4962840 h 5102540"/>
              <a:gd name="connsiteX104" fmla="*/ 7189520 w 12191996"/>
              <a:gd name="connsiteY104" fmla="*/ 4978715 h 5102540"/>
              <a:gd name="connsiteX105" fmla="*/ 7153007 w 12191996"/>
              <a:gd name="connsiteY105" fmla="*/ 4994590 h 5102540"/>
              <a:gd name="connsiteX106" fmla="*/ 7114907 w 12191996"/>
              <a:gd name="connsiteY106" fmla="*/ 5013640 h 5102540"/>
              <a:gd name="connsiteX107" fmla="*/ 7076807 w 12191996"/>
              <a:gd name="connsiteY107" fmla="*/ 5032690 h 5102540"/>
              <a:gd name="connsiteX108" fmla="*/ 7040295 w 12191996"/>
              <a:gd name="connsiteY108" fmla="*/ 5051740 h 5102540"/>
              <a:gd name="connsiteX109" fmla="*/ 6999020 w 12191996"/>
              <a:gd name="connsiteY109" fmla="*/ 5067615 h 5102540"/>
              <a:gd name="connsiteX110" fmla="*/ 6952982 w 12191996"/>
              <a:gd name="connsiteY110" fmla="*/ 5081903 h 5102540"/>
              <a:gd name="connsiteX111" fmla="*/ 6900595 w 12191996"/>
              <a:gd name="connsiteY111" fmla="*/ 5093015 h 5102540"/>
              <a:gd name="connsiteX112" fmla="*/ 6840270 w 12191996"/>
              <a:gd name="connsiteY112" fmla="*/ 5100953 h 5102540"/>
              <a:gd name="connsiteX113" fmla="*/ 6781798 w 12191996"/>
              <a:gd name="connsiteY113" fmla="*/ 5102313 h 5102540"/>
              <a:gd name="connsiteX114" fmla="*/ 6723326 w 12191996"/>
              <a:gd name="connsiteY114" fmla="*/ 5100953 h 5102540"/>
              <a:gd name="connsiteX115" fmla="*/ 6663001 w 12191996"/>
              <a:gd name="connsiteY115" fmla="*/ 5093015 h 5102540"/>
              <a:gd name="connsiteX116" fmla="*/ 6610613 w 12191996"/>
              <a:gd name="connsiteY116" fmla="*/ 5081903 h 5102540"/>
              <a:gd name="connsiteX117" fmla="*/ 6564576 w 12191996"/>
              <a:gd name="connsiteY117" fmla="*/ 5067615 h 5102540"/>
              <a:gd name="connsiteX118" fmla="*/ 6523301 w 12191996"/>
              <a:gd name="connsiteY118" fmla="*/ 5051740 h 5102540"/>
              <a:gd name="connsiteX119" fmla="*/ 6486788 w 12191996"/>
              <a:gd name="connsiteY119" fmla="*/ 5032690 h 5102540"/>
              <a:gd name="connsiteX120" fmla="*/ 6448688 w 12191996"/>
              <a:gd name="connsiteY120" fmla="*/ 5013640 h 5102540"/>
              <a:gd name="connsiteX121" fmla="*/ 6410588 w 12191996"/>
              <a:gd name="connsiteY121" fmla="*/ 4994590 h 5102540"/>
              <a:gd name="connsiteX122" fmla="*/ 6374076 w 12191996"/>
              <a:gd name="connsiteY122" fmla="*/ 4978715 h 5102540"/>
              <a:gd name="connsiteX123" fmla="*/ 6332801 w 12191996"/>
              <a:gd name="connsiteY123" fmla="*/ 4962840 h 5102540"/>
              <a:gd name="connsiteX124" fmla="*/ 6286763 w 12191996"/>
              <a:gd name="connsiteY124" fmla="*/ 4946965 h 5102540"/>
              <a:gd name="connsiteX125" fmla="*/ 6234376 w 12191996"/>
              <a:gd name="connsiteY125" fmla="*/ 4935853 h 5102540"/>
              <a:gd name="connsiteX126" fmla="*/ 6174051 w 12191996"/>
              <a:gd name="connsiteY126" fmla="*/ 4929503 h 5102540"/>
              <a:gd name="connsiteX127" fmla="*/ 6105788 w 12191996"/>
              <a:gd name="connsiteY127" fmla="*/ 4926328 h 5102540"/>
              <a:gd name="connsiteX128" fmla="*/ 6095998 w 12191996"/>
              <a:gd name="connsiteY128" fmla="*/ 4926783 h 5102540"/>
              <a:gd name="connsiteX129" fmla="*/ 6086208 w 12191996"/>
              <a:gd name="connsiteY129" fmla="*/ 4926328 h 5102540"/>
              <a:gd name="connsiteX130" fmla="*/ 6017946 w 12191996"/>
              <a:gd name="connsiteY130" fmla="*/ 4929503 h 5102540"/>
              <a:gd name="connsiteX131" fmla="*/ 5957620 w 12191996"/>
              <a:gd name="connsiteY131" fmla="*/ 4935853 h 5102540"/>
              <a:gd name="connsiteX132" fmla="*/ 5905233 w 12191996"/>
              <a:gd name="connsiteY132" fmla="*/ 4946965 h 5102540"/>
              <a:gd name="connsiteX133" fmla="*/ 5859195 w 12191996"/>
              <a:gd name="connsiteY133" fmla="*/ 4962840 h 5102540"/>
              <a:gd name="connsiteX134" fmla="*/ 5817920 w 12191996"/>
              <a:gd name="connsiteY134" fmla="*/ 4978715 h 5102540"/>
              <a:gd name="connsiteX135" fmla="*/ 5781407 w 12191996"/>
              <a:gd name="connsiteY135" fmla="*/ 4994590 h 5102540"/>
              <a:gd name="connsiteX136" fmla="*/ 5743307 w 12191996"/>
              <a:gd name="connsiteY136" fmla="*/ 5013640 h 5102540"/>
              <a:gd name="connsiteX137" fmla="*/ 5705208 w 12191996"/>
              <a:gd name="connsiteY137" fmla="*/ 5032690 h 5102540"/>
              <a:gd name="connsiteX138" fmla="*/ 5668695 w 12191996"/>
              <a:gd name="connsiteY138" fmla="*/ 5051740 h 5102540"/>
              <a:gd name="connsiteX139" fmla="*/ 5627420 w 12191996"/>
              <a:gd name="connsiteY139" fmla="*/ 5067615 h 5102540"/>
              <a:gd name="connsiteX140" fmla="*/ 5581382 w 12191996"/>
              <a:gd name="connsiteY140" fmla="*/ 5081903 h 5102540"/>
              <a:gd name="connsiteX141" fmla="*/ 5528995 w 12191996"/>
              <a:gd name="connsiteY141" fmla="*/ 5093015 h 5102540"/>
              <a:gd name="connsiteX142" fmla="*/ 5468670 w 12191996"/>
              <a:gd name="connsiteY142" fmla="*/ 5100953 h 5102540"/>
              <a:gd name="connsiteX143" fmla="*/ 5410198 w 12191996"/>
              <a:gd name="connsiteY143" fmla="*/ 5102313 h 5102540"/>
              <a:gd name="connsiteX144" fmla="*/ 5351726 w 12191996"/>
              <a:gd name="connsiteY144" fmla="*/ 5100953 h 5102540"/>
              <a:gd name="connsiteX145" fmla="*/ 5291400 w 12191996"/>
              <a:gd name="connsiteY145" fmla="*/ 5093015 h 5102540"/>
              <a:gd name="connsiteX146" fmla="*/ 5239013 w 12191996"/>
              <a:gd name="connsiteY146" fmla="*/ 5081903 h 5102540"/>
              <a:gd name="connsiteX147" fmla="*/ 5192976 w 12191996"/>
              <a:gd name="connsiteY147" fmla="*/ 5067615 h 5102540"/>
              <a:gd name="connsiteX148" fmla="*/ 5151700 w 12191996"/>
              <a:gd name="connsiteY148" fmla="*/ 5051740 h 5102540"/>
              <a:gd name="connsiteX149" fmla="*/ 5115188 w 12191996"/>
              <a:gd name="connsiteY149" fmla="*/ 5032690 h 5102540"/>
              <a:gd name="connsiteX150" fmla="*/ 5077089 w 12191996"/>
              <a:gd name="connsiteY150" fmla="*/ 5013640 h 5102540"/>
              <a:gd name="connsiteX151" fmla="*/ 5038988 w 12191996"/>
              <a:gd name="connsiteY151" fmla="*/ 4994590 h 5102540"/>
              <a:gd name="connsiteX152" fmla="*/ 5002476 w 12191996"/>
              <a:gd name="connsiteY152" fmla="*/ 4978715 h 5102540"/>
              <a:gd name="connsiteX153" fmla="*/ 4961200 w 12191996"/>
              <a:gd name="connsiteY153" fmla="*/ 4962840 h 5102540"/>
              <a:gd name="connsiteX154" fmla="*/ 4915164 w 12191996"/>
              <a:gd name="connsiteY154" fmla="*/ 4946965 h 5102540"/>
              <a:gd name="connsiteX155" fmla="*/ 4862776 w 12191996"/>
              <a:gd name="connsiteY155" fmla="*/ 4935853 h 5102540"/>
              <a:gd name="connsiteX156" fmla="*/ 4802452 w 12191996"/>
              <a:gd name="connsiteY156" fmla="*/ 4929503 h 5102540"/>
              <a:gd name="connsiteX157" fmla="*/ 4734188 w 12191996"/>
              <a:gd name="connsiteY157" fmla="*/ 4926328 h 5102540"/>
              <a:gd name="connsiteX158" fmla="*/ 4665927 w 12191996"/>
              <a:gd name="connsiteY158" fmla="*/ 4929503 h 5102540"/>
              <a:gd name="connsiteX159" fmla="*/ 4605601 w 12191996"/>
              <a:gd name="connsiteY159" fmla="*/ 4935853 h 5102540"/>
              <a:gd name="connsiteX160" fmla="*/ 4553214 w 12191996"/>
              <a:gd name="connsiteY160" fmla="*/ 4946965 h 5102540"/>
              <a:gd name="connsiteX161" fmla="*/ 4507176 w 12191996"/>
              <a:gd name="connsiteY161" fmla="*/ 4962840 h 5102540"/>
              <a:gd name="connsiteX162" fmla="*/ 4465901 w 12191996"/>
              <a:gd name="connsiteY162" fmla="*/ 4978715 h 5102540"/>
              <a:gd name="connsiteX163" fmla="*/ 4429388 w 12191996"/>
              <a:gd name="connsiteY163" fmla="*/ 4994590 h 5102540"/>
              <a:gd name="connsiteX164" fmla="*/ 4353188 w 12191996"/>
              <a:gd name="connsiteY164" fmla="*/ 5032690 h 5102540"/>
              <a:gd name="connsiteX165" fmla="*/ 4316676 w 12191996"/>
              <a:gd name="connsiteY165" fmla="*/ 5051740 h 5102540"/>
              <a:gd name="connsiteX166" fmla="*/ 4275401 w 12191996"/>
              <a:gd name="connsiteY166" fmla="*/ 5067615 h 5102540"/>
              <a:gd name="connsiteX167" fmla="*/ 4229363 w 12191996"/>
              <a:gd name="connsiteY167" fmla="*/ 5081903 h 5102540"/>
              <a:gd name="connsiteX168" fmla="*/ 4176976 w 12191996"/>
              <a:gd name="connsiteY168" fmla="*/ 5093015 h 5102540"/>
              <a:gd name="connsiteX169" fmla="*/ 4116651 w 12191996"/>
              <a:gd name="connsiteY169" fmla="*/ 5100953 h 5102540"/>
              <a:gd name="connsiteX170" fmla="*/ 4048388 w 12191996"/>
              <a:gd name="connsiteY170" fmla="*/ 5102540 h 5102540"/>
              <a:gd name="connsiteX171" fmla="*/ 3980126 w 12191996"/>
              <a:gd name="connsiteY171" fmla="*/ 5100953 h 5102540"/>
              <a:gd name="connsiteX172" fmla="*/ 3919801 w 12191996"/>
              <a:gd name="connsiteY172" fmla="*/ 5093015 h 5102540"/>
              <a:gd name="connsiteX173" fmla="*/ 3867413 w 12191996"/>
              <a:gd name="connsiteY173" fmla="*/ 5081903 h 5102540"/>
              <a:gd name="connsiteX174" fmla="*/ 3821376 w 12191996"/>
              <a:gd name="connsiteY174" fmla="*/ 5067615 h 5102540"/>
              <a:gd name="connsiteX175" fmla="*/ 3780101 w 12191996"/>
              <a:gd name="connsiteY175" fmla="*/ 5051740 h 5102540"/>
              <a:gd name="connsiteX176" fmla="*/ 3743588 w 12191996"/>
              <a:gd name="connsiteY176" fmla="*/ 5032690 h 5102540"/>
              <a:gd name="connsiteX177" fmla="*/ 3705488 w 12191996"/>
              <a:gd name="connsiteY177" fmla="*/ 5013640 h 5102540"/>
              <a:gd name="connsiteX178" fmla="*/ 3667388 w 12191996"/>
              <a:gd name="connsiteY178" fmla="*/ 4994590 h 5102540"/>
              <a:gd name="connsiteX179" fmla="*/ 3630876 w 12191996"/>
              <a:gd name="connsiteY179" fmla="*/ 4978715 h 5102540"/>
              <a:gd name="connsiteX180" fmla="*/ 3589601 w 12191996"/>
              <a:gd name="connsiteY180" fmla="*/ 4962840 h 5102540"/>
              <a:gd name="connsiteX181" fmla="*/ 3543563 w 12191996"/>
              <a:gd name="connsiteY181" fmla="*/ 4946965 h 5102540"/>
              <a:gd name="connsiteX182" fmla="*/ 3491176 w 12191996"/>
              <a:gd name="connsiteY182" fmla="*/ 4935853 h 5102540"/>
              <a:gd name="connsiteX183" fmla="*/ 3430851 w 12191996"/>
              <a:gd name="connsiteY183" fmla="*/ 4929503 h 5102540"/>
              <a:gd name="connsiteX184" fmla="*/ 3361001 w 12191996"/>
              <a:gd name="connsiteY184" fmla="*/ 4926328 h 5102540"/>
              <a:gd name="connsiteX185" fmla="*/ 3294326 w 12191996"/>
              <a:gd name="connsiteY185" fmla="*/ 4929503 h 5102540"/>
              <a:gd name="connsiteX186" fmla="*/ 3234001 w 12191996"/>
              <a:gd name="connsiteY186" fmla="*/ 4935853 h 5102540"/>
              <a:gd name="connsiteX187" fmla="*/ 3181613 w 12191996"/>
              <a:gd name="connsiteY187" fmla="*/ 4946965 h 5102540"/>
              <a:gd name="connsiteX188" fmla="*/ 3135576 w 12191996"/>
              <a:gd name="connsiteY188" fmla="*/ 4962840 h 5102540"/>
              <a:gd name="connsiteX189" fmla="*/ 3094301 w 12191996"/>
              <a:gd name="connsiteY189" fmla="*/ 4978715 h 5102540"/>
              <a:gd name="connsiteX190" fmla="*/ 3057788 w 12191996"/>
              <a:gd name="connsiteY190" fmla="*/ 4994590 h 5102540"/>
              <a:gd name="connsiteX191" fmla="*/ 3019688 w 12191996"/>
              <a:gd name="connsiteY191" fmla="*/ 5013640 h 5102540"/>
              <a:gd name="connsiteX192" fmla="*/ 2981588 w 12191996"/>
              <a:gd name="connsiteY192" fmla="*/ 5032690 h 5102540"/>
              <a:gd name="connsiteX193" fmla="*/ 2945076 w 12191996"/>
              <a:gd name="connsiteY193" fmla="*/ 5051740 h 5102540"/>
              <a:gd name="connsiteX194" fmla="*/ 2903801 w 12191996"/>
              <a:gd name="connsiteY194" fmla="*/ 5067615 h 5102540"/>
              <a:gd name="connsiteX195" fmla="*/ 2857763 w 12191996"/>
              <a:gd name="connsiteY195" fmla="*/ 5081903 h 5102540"/>
              <a:gd name="connsiteX196" fmla="*/ 2805376 w 12191996"/>
              <a:gd name="connsiteY196" fmla="*/ 5093015 h 5102540"/>
              <a:gd name="connsiteX197" fmla="*/ 2745051 w 12191996"/>
              <a:gd name="connsiteY197" fmla="*/ 5100953 h 5102540"/>
              <a:gd name="connsiteX198" fmla="*/ 2676788 w 12191996"/>
              <a:gd name="connsiteY198" fmla="*/ 5102540 h 5102540"/>
              <a:gd name="connsiteX199" fmla="*/ 2608526 w 12191996"/>
              <a:gd name="connsiteY199" fmla="*/ 5100953 h 5102540"/>
              <a:gd name="connsiteX200" fmla="*/ 2548201 w 12191996"/>
              <a:gd name="connsiteY200" fmla="*/ 5093015 h 5102540"/>
              <a:gd name="connsiteX201" fmla="*/ 2495813 w 12191996"/>
              <a:gd name="connsiteY201" fmla="*/ 5081903 h 5102540"/>
              <a:gd name="connsiteX202" fmla="*/ 2449776 w 12191996"/>
              <a:gd name="connsiteY202" fmla="*/ 5067615 h 5102540"/>
              <a:gd name="connsiteX203" fmla="*/ 2408501 w 12191996"/>
              <a:gd name="connsiteY203" fmla="*/ 5051740 h 5102540"/>
              <a:gd name="connsiteX204" fmla="*/ 2371988 w 12191996"/>
              <a:gd name="connsiteY204" fmla="*/ 5032690 h 5102540"/>
              <a:gd name="connsiteX205" fmla="*/ 2333888 w 12191996"/>
              <a:gd name="connsiteY205" fmla="*/ 5013640 h 5102540"/>
              <a:gd name="connsiteX206" fmla="*/ 2295788 w 12191996"/>
              <a:gd name="connsiteY206" fmla="*/ 4994590 h 5102540"/>
              <a:gd name="connsiteX207" fmla="*/ 2259276 w 12191996"/>
              <a:gd name="connsiteY207" fmla="*/ 4978715 h 5102540"/>
              <a:gd name="connsiteX208" fmla="*/ 2218001 w 12191996"/>
              <a:gd name="connsiteY208" fmla="*/ 4962840 h 5102540"/>
              <a:gd name="connsiteX209" fmla="*/ 2171963 w 12191996"/>
              <a:gd name="connsiteY209" fmla="*/ 4946965 h 5102540"/>
              <a:gd name="connsiteX210" fmla="*/ 2119576 w 12191996"/>
              <a:gd name="connsiteY210" fmla="*/ 4935853 h 5102540"/>
              <a:gd name="connsiteX211" fmla="*/ 2059251 w 12191996"/>
              <a:gd name="connsiteY211" fmla="*/ 4929503 h 5102540"/>
              <a:gd name="connsiteX212" fmla="*/ 1990988 w 12191996"/>
              <a:gd name="connsiteY212" fmla="*/ 4926328 h 5102540"/>
              <a:gd name="connsiteX213" fmla="*/ 1922726 w 12191996"/>
              <a:gd name="connsiteY213" fmla="*/ 4929503 h 5102540"/>
              <a:gd name="connsiteX214" fmla="*/ 1862401 w 12191996"/>
              <a:gd name="connsiteY214" fmla="*/ 4935853 h 5102540"/>
              <a:gd name="connsiteX215" fmla="*/ 1810013 w 12191996"/>
              <a:gd name="connsiteY215" fmla="*/ 4946965 h 5102540"/>
              <a:gd name="connsiteX216" fmla="*/ 1763976 w 12191996"/>
              <a:gd name="connsiteY216" fmla="*/ 4962840 h 5102540"/>
              <a:gd name="connsiteX217" fmla="*/ 1722701 w 12191996"/>
              <a:gd name="connsiteY217" fmla="*/ 4978715 h 5102540"/>
              <a:gd name="connsiteX218" fmla="*/ 1686188 w 12191996"/>
              <a:gd name="connsiteY218" fmla="*/ 4994590 h 5102540"/>
              <a:gd name="connsiteX219" fmla="*/ 1648088 w 12191996"/>
              <a:gd name="connsiteY219" fmla="*/ 5013640 h 5102540"/>
              <a:gd name="connsiteX220" fmla="*/ 1609988 w 12191996"/>
              <a:gd name="connsiteY220" fmla="*/ 5032690 h 5102540"/>
              <a:gd name="connsiteX221" fmla="*/ 1573476 w 12191996"/>
              <a:gd name="connsiteY221" fmla="*/ 5051740 h 5102540"/>
              <a:gd name="connsiteX222" fmla="*/ 1532201 w 12191996"/>
              <a:gd name="connsiteY222" fmla="*/ 5067615 h 5102540"/>
              <a:gd name="connsiteX223" fmla="*/ 1486163 w 12191996"/>
              <a:gd name="connsiteY223" fmla="*/ 5081903 h 5102540"/>
              <a:gd name="connsiteX224" fmla="*/ 1433776 w 12191996"/>
              <a:gd name="connsiteY224" fmla="*/ 5093015 h 5102540"/>
              <a:gd name="connsiteX225" fmla="*/ 1373451 w 12191996"/>
              <a:gd name="connsiteY225" fmla="*/ 5100953 h 5102540"/>
              <a:gd name="connsiteX226" fmla="*/ 1305188 w 12191996"/>
              <a:gd name="connsiteY226" fmla="*/ 5102540 h 5102540"/>
              <a:gd name="connsiteX227" fmla="*/ 1236926 w 12191996"/>
              <a:gd name="connsiteY227" fmla="*/ 5100953 h 5102540"/>
              <a:gd name="connsiteX228" fmla="*/ 1176601 w 12191996"/>
              <a:gd name="connsiteY228" fmla="*/ 5093015 h 5102540"/>
              <a:gd name="connsiteX229" fmla="*/ 1124213 w 12191996"/>
              <a:gd name="connsiteY229" fmla="*/ 5081903 h 5102540"/>
              <a:gd name="connsiteX230" fmla="*/ 1078176 w 12191996"/>
              <a:gd name="connsiteY230" fmla="*/ 5067615 h 5102540"/>
              <a:gd name="connsiteX231" fmla="*/ 1036901 w 12191996"/>
              <a:gd name="connsiteY231" fmla="*/ 5051740 h 5102540"/>
              <a:gd name="connsiteX232" fmla="*/ 1000388 w 12191996"/>
              <a:gd name="connsiteY232" fmla="*/ 5032690 h 5102540"/>
              <a:gd name="connsiteX233" fmla="*/ 962288 w 12191996"/>
              <a:gd name="connsiteY233" fmla="*/ 5013640 h 5102540"/>
              <a:gd name="connsiteX234" fmla="*/ 924188 w 12191996"/>
              <a:gd name="connsiteY234" fmla="*/ 4994590 h 5102540"/>
              <a:gd name="connsiteX235" fmla="*/ 887676 w 12191996"/>
              <a:gd name="connsiteY235" fmla="*/ 4978715 h 5102540"/>
              <a:gd name="connsiteX236" fmla="*/ 846401 w 12191996"/>
              <a:gd name="connsiteY236" fmla="*/ 4962840 h 5102540"/>
              <a:gd name="connsiteX237" fmla="*/ 800363 w 12191996"/>
              <a:gd name="connsiteY237" fmla="*/ 4946965 h 5102540"/>
              <a:gd name="connsiteX238" fmla="*/ 747976 w 12191996"/>
              <a:gd name="connsiteY238" fmla="*/ 4935853 h 5102540"/>
              <a:gd name="connsiteX239" fmla="*/ 687651 w 12191996"/>
              <a:gd name="connsiteY239" fmla="*/ 4929503 h 5102540"/>
              <a:gd name="connsiteX240" fmla="*/ 619388 w 12191996"/>
              <a:gd name="connsiteY240" fmla="*/ 4926328 h 5102540"/>
              <a:gd name="connsiteX241" fmla="*/ 551126 w 12191996"/>
              <a:gd name="connsiteY241" fmla="*/ 4929503 h 5102540"/>
              <a:gd name="connsiteX242" fmla="*/ 490801 w 12191996"/>
              <a:gd name="connsiteY242" fmla="*/ 4935853 h 5102540"/>
              <a:gd name="connsiteX243" fmla="*/ 438413 w 12191996"/>
              <a:gd name="connsiteY243" fmla="*/ 4946965 h 5102540"/>
              <a:gd name="connsiteX244" fmla="*/ 392376 w 12191996"/>
              <a:gd name="connsiteY244" fmla="*/ 4962840 h 5102540"/>
              <a:gd name="connsiteX245" fmla="*/ 351101 w 12191996"/>
              <a:gd name="connsiteY245" fmla="*/ 4978715 h 5102540"/>
              <a:gd name="connsiteX246" fmla="*/ 314588 w 12191996"/>
              <a:gd name="connsiteY246" fmla="*/ 4994590 h 5102540"/>
              <a:gd name="connsiteX247" fmla="*/ 276488 w 12191996"/>
              <a:gd name="connsiteY247" fmla="*/ 5013640 h 5102540"/>
              <a:gd name="connsiteX248" fmla="*/ 238388 w 12191996"/>
              <a:gd name="connsiteY248" fmla="*/ 5032690 h 5102540"/>
              <a:gd name="connsiteX249" fmla="*/ 201876 w 12191996"/>
              <a:gd name="connsiteY249" fmla="*/ 5051740 h 5102540"/>
              <a:gd name="connsiteX250" fmla="*/ 160601 w 12191996"/>
              <a:gd name="connsiteY250" fmla="*/ 5067615 h 5102540"/>
              <a:gd name="connsiteX251" fmla="*/ 114563 w 12191996"/>
              <a:gd name="connsiteY251" fmla="*/ 5081903 h 5102540"/>
              <a:gd name="connsiteX252" fmla="*/ 62176 w 12191996"/>
              <a:gd name="connsiteY252" fmla="*/ 5093015 h 5102540"/>
              <a:gd name="connsiteX253" fmla="*/ 1851 w 12191996"/>
              <a:gd name="connsiteY253" fmla="*/ 5100953 h 5102540"/>
              <a:gd name="connsiteX254" fmla="*/ 0 w 12191996"/>
              <a:gd name="connsiteY254" fmla="*/ 5100996 h 5102540"/>
              <a:gd name="connsiteX255" fmla="*/ 0 w 12191996"/>
              <a:gd name="connsiteY255" fmla="*/ 0 h 510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5102540">
                <a:moveTo>
                  <a:pt x="0" y="0"/>
                </a:moveTo>
                <a:lnTo>
                  <a:pt x="12191996" y="0"/>
                </a:lnTo>
                <a:lnTo>
                  <a:pt x="12191996" y="5100996"/>
                </a:lnTo>
                <a:lnTo>
                  <a:pt x="12190145" y="5100953"/>
                </a:lnTo>
                <a:lnTo>
                  <a:pt x="12129819" y="5093016"/>
                </a:lnTo>
                <a:lnTo>
                  <a:pt x="12077431" y="5081903"/>
                </a:lnTo>
                <a:lnTo>
                  <a:pt x="12031395" y="5067615"/>
                </a:lnTo>
                <a:lnTo>
                  <a:pt x="11990119" y="5051740"/>
                </a:lnTo>
                <a:lnTo>
                  <a:pt x="11953607" y="5032690"/>
                </a:lnTo>
                <a:lnTo>
                  <a:pt x="11915507" y="5013640"/>
                </a:lnTo>
                <a:lnTo>
                  <a:pt x="11877407" y="4994590"/>
                </a:lnTo>
                <a:lnTo>
                  <a:pt x="11840895" y="4978715"/>
                </a:lnTo>
                <a:lnTo>
                  <a:pt x="11799619" y="4962840"/>
                </a:lnTo>
                <a:lnTo>
                  <a:pt x="11753581" y="4946965"/>
                </a:lnTo>
                <a:lnTo>
                  <a:pt x="11701195" y="4935853"/>
                </a:lnTo>
                <a:lnTo>
                  <a:pt x="11640869" y="4929503"/>
                </a:lnTo>
                <a:lnTo>
                  <a:pt x="11572607" y="4926328"/>
                </a:lnTo>
                <a:lnTo>
                  <a:pt x="11504345" y="4929503"/>
                </a:lnTo>
                <a:lnTo>
                  <a:pt x="11444019" y="4935853"/>
                </a:lnTo>
                <a:lnTo>
                  <a:pt x="11391631" y="4946965"/>
                </a:lnTo>
                <a:lnTo>
                  <a:pt x="11345595" y="4962840"/>
                </a:lnTo>
                <a:lnTo>
                  <a:pt x="11304319" y="4978715"/>
                </a:lnTo>
                <a:lnTo>
                  <a:pt x="11267807" y="4994590"/>
                </a:lnTo>
                <a:lnTo>
                  <a:pt x="11229707" y="5013640"/>
                </a:lnTo>
                <a:lnTo>
                  <a:pt x="11191607" y="5032690"/>
                </a:lnTo>
                <a:lnTo>
                  <a:pt x="11155095" y="5051740"/>
                </a:lnTo>
                <a:lnTo>
                  <a:pt x="11113819" y="5067615"/>
                </a:lnTo>
                <a:lnTo>
                  <a:pt x="11067781" y="5081903"/>
                </a:lnTo>
                <a:lnTo>
                  <a:pt x="11015395" y="5093015"/>
                </a:lnTo>
                <a:lnTo>
                  <a:pt x="10955069" y="5100953"/>
                </a:lnTo>
                <a:lnTo>
                  <a:pt x="10886807" y="5102540"/>
                </a:lnTo>
                <a:lnTo>
                  <a:pt x="10818545" y="5100953"/>
                </a:lnTo>
                <a:lnTo>
                  <a:pt x="10758219" y="5093015"/>
                </a:lnTo>
                <a:lnTo>
                  <a:pt x="10705831" y="5081903"/>
                </a:lnTo>
                <a:lnTo>
                  <a:pt x="10659795" y="5067615"/>
                </a:lnTo>
                <a:lnTo>
                  <a:pt x="10618519" y="5051740"/>
                </a:lnTo>
                <a:lnTo>
                  <a:pt x="10582007" y="5032690"/>
                </a:lnTo>
                <a:lnTo>
                  <a:pt x="10543907" y="5013640"/>
                </a:lnTo>
                <a:lnTo>
                  <a:pt x="10505807" y="4994590"/>
                </a:lnTo>
                <a:lnTo>
                  <a:pt x="10469295" y="4978715"/>
                </a:lnTo>
                <a:lnTo>
                  <a:pt x="10428019" y="4962840"/>
                </a:lnTo>
                <a:lnTo>
                  <a:pt x="10381981" y="4946965"/>
                </a:lnTo>
                <a:lnTo>
                  <a:pt x="10329595" y="4935853"/>
                </a:lnTo>
                <a:lnTo>
                  <a:pt x="10269269" y="4929503"/>
                </a:lnTo>
                <a:lnTo>
                  <a:pt x="10201007" y="4926328"/>
                </a:lnTo>
                <a:lnTo>
                  <a:pt x="10132745" y="4929503"/>
                </a:lnTo>
                <a:lnTo>
                  <a:pt x="10072419" y="4935853"/>
                </a:lnTo>
                <a:lnTo>
                  <a:pt x="10020031" y="4946965"/>
                </a:lnTo>
                <a:lnTo>
                  <a:pt x="9973995" y="4962840"/>
                </a:lnTo>
                <a:lnTo>
                  <a:pt x="9932719" y="4978715"/>
                </a:lnTo>
                <a:lnTo>
                  <a:pt x="9896207" y="4994590"/>
                </a:lnTo>
                <a:lnTo>
                  <a:pt x="9820007" y="5032690"/>
                </a:lnTo>
                <a:lnTo>
                  <a:pt x="9783495" y="5051740"/>
                </a:lnTo>
                <a:lnTo>
                  <a:pt x="9742219" y="5067615"/>
                </a:lnTo>
                <a:lnTo>
                  <a:pt x="9696181" y="5081903"/>
                </a:lnTo>
                <a:lnTo>
                  <a:pt x="9643795" y="5093015"/>
                </a:lnTo>
                <a:lnTo>
                  <a:pt x="9583469" y="5100953"/>
                </a:lnTo>
                <a:lnTo>
                  <a:pt x="9515207" y="5102540"/>
                </a:lnTo>
                <a:lnTo>
                  <a:pt x="9446945" y="5100953"/>
                </a:lnTo>
                <a:lnTo>
                  <a:pt x="9386619" y="5093015"/>
                </a:lnTo>
                <a:lnTo>
                  <a:pt x="9334231" y="5081903"/>
                </a:lnTo>
                <a:lnTo>
                  <a:pt x="9288195" y="5067615"/>
                </a:lnTo>
                <a:lnTo>
                  <a:pt x="9246919" y="5051740"/>
                </a:lnTo>
                <a:lnTo>
                  <a:pt x="9210407" y="5032690"/>
                </a:lnTo>
                <a:lnTo>
                  <a:pt x="9172307" y="5013640"/>
                </a:lnTo>
                <a:lnTo>
                  <a:pt x="9134207" y="4994590"/>
                </a:lnTo>
                <a:lnTo>
                  <a:pt x="9097695" y="4978715"/>
                </a:lnTo>
                <a:lnTo>
                  <a:pt x="9056419" y="4962840"/>
                </a:lnTo>
                <a:lnTo>
                  <a:pt x="9010381" y="4946965"/>
                </a:lnTo>
                <a:lnTo>
                  <a:pt x="8957995" y="4935853"/>
                </a:lnTo>
                <a:lnTo>
                  <a:pt x="8897669" y="4929503"/>
                </a:lnTo>
                <a:lnTo>
                  <a:pt x="8827819" y="4926328"/>
                </a:lnTo>
                <a:lnTo>
                  <a:pt x="8761145" y="4929503"/>
                </a:lnTo>
                <a:lnTo>
                  <a:pt x="8700819" y="4935853"/>
                </a:lnTo>
                <a:lnTo>
                  <a:pt x="8648431" y="4946965"/>
                </a:lnTo>
                <a:lnTo>
                  <a:pt x="8602395" y="4962840"/>
                </a:lnTo>
                <a:lnTo>
                  <a:pt x="8561119" y="4978715"/>
                </a:lnTo>
                <a:lnTo>
                  <a:pt x="8524607" y="4994590"/>
                </a:lnTo>
                <a:lnTo>
                  <a:pt x="8486507" y="5013640"/>
                </a:lnTo>
                <a:lnTo>
                  <a:pt x="8448407" y="5032690"/>
                </a:lnTo>
                <a:lnTo>
                  <a:pt x="8411895" y="5051740"/>
                </a:lnTo>
                <a:lnTo>
                  <a:pt x="8370620" y="5067615"/>
                </a:lnTo>
                <a:lnTo>
                  <a:pt x="8324582" y="5081903"/>
                </a:lnTo>
                <a:lnTo>
                  <a:pt x="8272195" y="5093015"/>
                </a:lnTo>
                <a:lnTo>
                  <a:pt x="8211870" y="5100953"/>
                </a:lnTo>
                <a:lnTo>
                  <a:pt x="8143607" y="5102540"/>
                </a:lnTo>
                <a:lnTo>
                  <a:pt x="8075345" y="5100953"/>
                </a:lnTo>
                <a:lnTo>
                  <a:pt x="8015020" y="5093015"/>
                </a:lnTo>
                <a:lnTo>
                  <a:pt x="7962632" y="5081903"/>
                </a:lnTo>
                <a:lnTo>
                  <a:pt x="7916595" y="5067615"/>
                </a:lnTo>
                <a:lnTo>
                  <a:pt x="7875320" y="5051740"/>
                </a:lnTo>
                <a:lnTo>
                  <a:pt x="7838807" y="5032690"/>
                </a:lnTo>
                <a:lnTo>
                  <a:pt x="7800707" y="5013640"/>
                </a:lnTo>
                <a:lnTo>
                  <a:pt x="7762607" y="4994590"/>
                </a:lnTo>
                <a:lnTo>
                  <a:pt x="7726095" y="4978715"/>
                </a:lnTo>
                <a:lnTo>
                  <a:pt x="7684820" y="4962840"/>
                </a:lnTo>
                <a:lnTo>
                  <a:pt x="7638782" y="4946965"/>
                </a:lnTo>
                <a:lnTo>
                  <a:pt x="7586395" y="4935853"/>
                </a:lnTo>
                <a:lnTo>
                  <a:pt x="7526070" y="4929503"/>
                </a:lnTo>
                <a:lnTo>
                  <a:pt x="7457807" y="4926328"/>
                </a:lnTo>
                <a:lnTo>
                  <a:pt x="7389545" y="4929503"/>
                </a:lnTo>
                <a:lnTo>
                  <a:pt x="7329220" y="4935853"/>
                </a:lnTo>
                <a:lnTo>
                  <a:pt x="7276832" y="4946965"/>
                </a:lnTo>
                <a:lnTo>
                  <a:pt x="7230795" y="4962840"/>
                </a:lnTo>
                <a:lnTo>
                  <a:pt x="7189520" y="4978715"/>
                </a:lnTo>
                <a:lnTo>
                  <a:pt x="7153007" y="4994590"/>
                </a:lnTo>
                <a:lnTo>
                  <a:pt x="7114907" y="5013640"/>
                </a:lnTo>
                <a:lnTo>
                  <a:pt x="7076807" y="5032690"/>
                </a:lnTo>
                <a:lnTo>
                  <a:pt x="7040295" y="5051740"/>
                </a:lnTo>
                <a:lnTo>
                  <a:pt x="6999020" y="5067615"/>
                </a:lnTo>
                <a:lnTo>
                  <a:pt x="6952982" y="5081903"/>
                </a:lnTo>
                <a:lnTo>
                  <a:pt x="6900595" y="5093015"/>
                </a:lnTo>
                <a:lnTo>
                  <a:pt x="6840270" y="5100953"/>
                </a:lnTo>
                <a:lnTo>
                  <a:pt x="6781798" y="5102313"/>
                </a:lnTo>
                <a:lnTo>
                  <a:pt x="6723326" y="5100953"/>
                </a:lnTo>
                <a:lnTo>
                  <a:pt x="6663001" y="5093015"/>
                </a:lnTo>
                <a:lnTo>
                  <a:pt x="6610613" y="5081903"/>
                </a:lnTo>
                <a:lnTo>
                  <a:pt x="6564576" y="5067615"/>
                </a:lnTo>
                <a:lnTo>
                  <a:pt x="6523301" y="5051740"/>
                </a:lnTo>
                <a:lnTo>
                  <a:pt x="6486788" y="5032690"/>
                </a:lnTo>
                <a:lnTo>
                  <a:pt x="6448688" y="5013640"/>
                </a:lnTo>
                <a:lnTo>
                  <a:pt x="6410588" y="4994590"/>
                </a:lnTo>
                <a:lnTo>
                  <a:pt x="6374076" y="4978715"/>
                </a:lnTo>
                <a:lnTo>
                  <a:pt x="6332801" y="4962840"/>
                </a:lnTo>
                <a:lnTo>
                  <a:pt x="6286763" y="4946965"/>
                </a:lnTo>
                <a:lnTo>
                  <a:pt x="6234376" y="4935853"/>
                </a:lnTo>
                <a:lnTo>
                  <a:pt x="6174051" y="4929503"/>
                </a:lnTo>
                <a:lnTo>
                  <a:pt x="6105788" y="4926328"/>
                </a:lnTo>
                <a:lnTo>
                  <a:pt x="6095998" y="4926783"/>
                </a:lnTo>
                <a:lnTo>
                  <a:pt x="6086208" y="4926328"/>
                </a:lnTo>
                <a:lnTo>
                  <a:pt x="6017946" y="4929503"/>
                </a:lnTo>
                <a:lnTo>
                  <a:pt x="5957620" y="4935853"/>
                </a:lnTo>
                <a:lnTo>
                  <a:pt x="5905233" y="4946965"/>
                </a:lnTo>
                <a:lnTo>
                  <a:pt x="5859195" y="4962840"/>
                </a:lnTo>
                <a:lnTo>
                  <a:pt x="5817920" y="4978715"/>
                </a:lnTo>
                <a:lnTo>
                  <a:pt x="5781407" y="4994590"/>
                </a:lnTo>
                <a:lnTo>
                  <a:pt x="5743307" y="5013640"/>
                </a:lnTo>
                <a:lnTo>
                  <a:pt x="5705208" y="5032690"/>
                </a:lnTo>
                <a:lnTo>
                  <a:pt x="5668695" y="5051740"/>
                </a:lnTo>
                <a:lnTo>
                  <a:pt x="5627420" y="5067615"/>
                </a:lnTo>
                <a:lnTo>
                  <a:pt x="5581382" y="5081903"/>
                </a:lnTo>
                <a:lnTo>
                  <a:pt x="5528995" y="5093015"/>
                </a:lnTo>
                <a:lnTo>
                  <a:pt x="5468670" y="5100953"/>
                </a:lnTo>
                <a:lnTo>
                  <a:pt x="5410198" y="5102313"/>
                </a:lnTo>
                <a:lnTo>
                  <a:pt x="5351726" y="5100953"/>
                </a:lnTo>
                <a:lnTo>
                  <a:pt x="5291400" y="5093015"/>
                </a:lnTo>
                <a:lnTo>
                  <a:pt x="5239013" y="5081903"/>
                </a:lnTo>
                <a:lnTo>
                  <a:pt x="5192976" y="5067615"/>
                </a:lnTo>
                <a:lnTo>
                  <a:pt x="5151700" y="5051740"/>
                </a:lnTo>
                <a:lnTo>
                  <a:pt x="5115188" y="5032690"/>
                </a:lnTo>
                <a:lnTo>
                  <a:pt x="5077089" y="5013640"/>
                </a:lnTo>
                <a:lnTo>
                  <a:pt x="5038988" y="4994590"/>
                </a:lnTo>
                <a:lnTo>
                  <a:pt x="5002476" y="4978715"/>
                </a:lnTo>
                <a:lnTo>
                  <a:pt x="4961200" y="4962840"/>
                </a:lnTo>
                <a:lnTo>
                  <a:pt x="4915164" y="4946965"/>
                </a:lnTo>
                <a:lnTo>
                  <a:pt x="4862776" y="4935853"/>
                </a:lnTo>
                <a:lnTo>
                  <a:pt x="4802452" y="4929503"/>
                </a:lnTo>
                <a:lnTo>
                  <a:pt x="4734188" y="4926328"/>
                </a:lnTo>
                <a:lnTo>
                  <a:pt x="4665927" y="4929503"/>
                </a:lnTo>
                <a:lnTo>
                  <a:pt x="4605601" y="4935853"/>
                </a:lnTo>
                <a:lnTo>
                  <a:pt x="4553214" y="4946965"/>
                </a:lnTo>
                <a:lnTo>
                  <a:pt x="4507176" y="4962840"/>
                </a:lnTo>
                <a:lnTo>
                  <a:pt x="4465901" y="4978715"/>
                </a:lnTo>
                <a:lnTo>
                  <a:pt x="4429388" y="4994590"/>
                </a:lnTo>
                <a:lnTo>
                  <a:pt x="4353188" y="5032690"/>
                </a:lnTo>
                <a:lnTo>
                  <a:pt x="4316676" y="5051740"/>
                </a:lnTo>
                <a:lnTo>
                  <a:pt x="4275401" y="5067615"/>
                </a:lnTo>
                <a:lnTo>
                  <a:pt x="4229363" y="5081903"/>
                </a:lnTo>
                <a:lnTo>
                  <a:pt x="4176976" y="5093015"/>
                </a:lnTo>
                <a:lnTo>
                  <a:pt x="4116651" y="5100953"/>
                </a:lnTo>
                <a:lnTo>
                  <a:pt x="4048388" y="5102540"/>
                </a:lnTo>
                <a:lnTo>
                  <a:pt x="3980126" y="5100953"/>
                </a:lnTo>
                <a:lnTo>
                  <a:pt x="3919801" y="5093015"/>
                </a:lnTo>
                <a:lnTo>
                  <a:pt x="3867413" y="5081903"/>
                </a:lnTo>
                <a:lnTo>
                  <a:pt x="3821376" y="5067615"/>
                </a:lnTo>
                <a:lnTo>
                  <a:pt x="3780101" y="5051740"/>
                </a:lnTo>
                <a:lnTo>
                  <a:pt x="3743588" y="5032690"/>
                </a:lnTo>
                <a:lnTo>
                  <a:pt x="3705488" y="5013640"/>
                </a:lnTo>
                <a:lnTo>
                  <a:pt x="3667388" y="4994590"/>
                </a:lnTo>
                <a:lnTo>
                  <a:pt x="3630876" y="4978715"/>
                </a:lnTo>
                <a:lnTo>
                  <a:pt x="3589601" y="4962840"/>
                </a:lnTo>
                <a:lnTo>
                  <a:pt x="3543563" y="4946965"/>
                </a:lnTo>
                <a:lnTo>
                  <a:pt x="3491176" y="4935853"/>
                </a:lnTo>
                <a:lnTo>
                  <a:pt x="3430851" y="4929503"/>
                </a:lnTo>
                <a:lnTo>
                  <a:pt x="3361001" y="4926328"/>
                </a:lnTo>
                <a:lnTo>
                  <a:pt x="3294326" y="4929503"/>
                </a:lnTo>
                <a:lnTo>
                  <a:pt x="3234001" y="4935853"/>
                </a:lnTo>
                <a:lnTo>
                  <a:pt x="3181613" y="4946965"/>
                </a:lnTo>
                <a:lnTo>
                  <a:pt x="3135576" y="4962840"/>
                </a:lnTo>
                <a:lnTo>
                  <a:pt x="3094301" y="4978715"/>
                </a:lnTo>
                <a:lnTo>
                  <a:pt x="3057788" y="4994590"/>
                </a:lnTo>
                <a:lnTo>
                  <a:pt x="3019688" y="5013640"/>
                </a:lnTo>
                <a:lnTo>
                  <a:pt x="2981588" y="5032690"/>
                </a:lnTo>
                <a:lnTo>
                  <a:pt x="2945076" y="5051740"/>
                </a:lnTo>
                <a:lnTo>
                  <a:pt x="2903801" y="5067615"/>
                </a:lnTo>
                <a:lnTo>
                  <a:pt x="2857763" y="5081903"/>
                </a:lnTo>
                <a:lnTo>
                  <a:pt x="2805376" y="5093015"/>
                </a:lnTo>
                <a:lnTo>
                  <a:pt x="2745051" y="5100953"/>
                </a:lnTo>
                <a:lnTo>
                  <a:pt x="2676788" y="5102540"/>
                </a:lnTo>
                <a:lnTo>
                  <a:pt x="2608526" y="5100953"/>
                </a:lnTo>
                <a:lnTo>
                  <a:pt x="2548201" y="5093015"/>
                </a:lnTo>
                <a:lnTo>
                  <a:pt x="2495813" y="5081903"/>
                </a:lnTo>
                <a:lnTo>
                  <a:pt x="2449776" y="5067615"/>
                </a:lnTo>
                <a:lnTo>
                  <a:pt x="2408501" y="5051740"/>
                </a:lnTo>
                <a:lnTo>
                  <a:pt x="2371988" y="5032690"/>
                </a:lnTo>
                <a:lnTo>
                  <a:pt x="2333888" y="5013640"/>
                </a:lnTo>
                <a:lnTo>
                  <a:pt x="2295788" y="4994590"/>
                </a:lnTo>
                <a:lnTo>
                  <a:pt x="2259276" y="4978715"/>
                </a:lnTo>
                <a:lnTo>
                  <a:pt x="2218001" y="4962840"/>
                </a:lnTo>
                <a:lnTo>
                  <a:pt x="2171963" y="4946965"/>
                </a:lnTo>
                <a:lnTo>
                  <a:pt x="2119576" y="4935853"/>
                </a:lnTo>
                <a:lnTo>
                  <a:pt x="2059251" y="4929503"/>
                </a:lnTo>
                <a:lnTo>
                  <a:pt x="1990988" y="4926328"/>
                </a:lnTo>
                <a:lnTo>
                  <a:pt x="1922726" y="4929503"/>
                </a:lnTo>
                <a:lnTo>
                  <a:pt x="1862401" y="4935853"/>
                </a:lnTo>
                <a:lnTo>
                  <a:pt x="1810013" y="4946965"/>
                </a:lnTo>
                <a:lnTo>
                  <a:pt x="1763976" y="4962840"/>
                </a:lnTo>
                <a:lnTo>
                  <a:pt x="1722701" y="4978715"/>
                </a:lnTo>
                <a:lnTo>
                  <a:pt x="1686188" y="4994590"/>
                </a:lnTo>
                <a:lnTo>
                  <a:pt x="1648088" y="5013640"/>
                </a:lnTo>
                <a:lnTo>
                  <a:pt x="1609988" y="5032690"/>
                </a:lnTo>
                <a:lnTo>
                  <a:pt x="1573476" y="5051740"/>
                </a:lnTo>
                <a:lnTo>
                  <a:pt x="1532201" y="5067615"/>
                </a:lnTo>
                <a:lnTo>
                  <a:pt x="1486163" y="5081903"/>
                </a:lnTo>
                <a:lnTo>
                  <a:pt x="1433776" y="5093015"/>
                </a:lnTo>
                <a:lnTo>
                  <a:pt x="1373451" y="5100953"/>
                </a:lnTo>
                <a:lnTo>
                  <a:pt x="1305188" y="5102540"/>
                </a:lnTo>
                <a:lnTo>
                  <a:pt x="1236926" y="5100953"/>
                </a:lnTo>
                <a:lnTo>
                  <a:pt x="1176601" y="5093015"/>
                </a:lnTo>
                <a:lnTo>
                  <a:pt x="1124213" y="5081903"/>
                </a:lnTo>
                <a:lnTo>
                  <a:pt x="1078176" y="5067615"/>
                </a:lnTo>
                <a:lnTo>
                  <a:pt x="1036901" y="5051740"/>
                </a:lnTo>
                <a:lnTo>
                  <a:pt x="1000388" y="5032690"/>
                </a:lnTo>
                <a:lnTo>
                  <a:pt x="962288" y="5013640"/>
                </a:lnTo>
                <a:lnTo>
                  <a:pt x="924188" y="4994590"/>
                </a:lnTo>
                <a:lnTo>
                  <a:pt x="887676" y="4978715"/>
                </a:lnTo>
                <a:lnTo>
                  <a:pt x="846401" y="4962840"/>
                </a:lnTo>
                <a:lnTo>
                  <a:pt x="800363" y="4946965"/>
                </a:lnTo>
                <a:lnTo>
                  <a:pt x="747976" y="4935853"/>
                </a:lnTo>
                <a:lnTo>
                  <a:pt x="687651" y="4929503"/>
                </a:lnTo>
                <a:lnTo>
                  <a:pt x="619388" y="4926328"/>
                </a:lnTo>
                <a:lnTo>
                  <a:pt x="551126" y="4929503"/>
                </a:lnTo>
                <a:lnTo>
                  <a:pt x="490801" y="4935853"/>
                </a:lnTo>
                <a:lnTo>
                  <a:pt x="438413" y="4946965"/>
                </a:lnTo>
                <a:lnTo>
                  <a:pt x="392376" y="4962840"/>
                </a:lnTo>
                <a:lnTo>
                  <a:pt x="351101" y="4978715"/>
                </a:lnTo>
                <a:lnTo>
                  <a:pt x="314588" y="4994590"/>
                </a:lnTo>
                <a:lnTo>
                  <a:pt x="276488" y="5013640"/>
                </a:lnTo>
                <a:lnTo>
                  <a:pt x="238388" y="5032690"/>
                </a:lnTo>
                <a:lnTo>
                  <a:pt x="201876" y="5051740"/>
                </a:lnTo>
                <a:lnTo>
                  <a:pt x="160601" y="5067615"/>
                </a:lnTo>
                <a:lnTo>
                  <a:pt x="114563" y="5081903"/>
                </a:lnTo>
                <a:lnTo>
                  <a:pt x="62176" y="5093015"/>
                </a:lnTo>
                <a:lnTo>
                  <a:pt x="1851" y="5100953"/>
                </a:lnTo>
                <a:lnTo>
                  <a:pt x="0" y="51009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35A95-7282-2A49-9A90-B4BE9ADD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 Package Manager Console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8C1887B-FB03-4296-8352-8CFA0080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4926330"/>
            <a:ext cx="12191996" cy="320591"/>
          </a:xfrm>
          <a:custGeom>
            <a:avLst/>
            <a:gdLst>
              <a:gd name="connsiteX0" fmla="*/ 619389 w 12191996"/>
              <a:gd name="connsiteY0" fmla="*/ 0 h 320591"/>
              <a:gd name="connsiteX1" fmla="*/ 687652 w 12191996"/>
              <a:gd name="connsiteY1" fmla="*/ 3175 h 320591"/>
              <a:gd name="connsiteX2" fmla="*/ 747977 w 12191996"/>
              <a:gd name="connsiteY2" fmla="*/ 9525 h 320591"/>
              <a:gd name="connsiteX3" fmla="*/ 800364 w 12191996"/>
              <a:gd name="connsiteY3" fmla="*/ 20637 h 320591"/>
              <a:gd name="connsiteX4" fmla="*/ 846402 w 12191996"/>
              <a:gd name="connsiteY4" fmla="*/ 36512 h 320591"/>
              <a:gd name="connsiteX5" fmla="*/ 887677 w 12191996"/>
              <a:gd name="connsiteY5" fmla="*/ 52387 h 320591"/>
              <a:gd name="connsiteX6" fmla="*/ 924189 w 12191996"/>
              <a:gd name="connsiteY6" fmla="*/ 68262 h 320591"/>
              <a:gd name="connsiteX7" fmla="*/ 962289 w 12191996"/>
              <a:gd name="connsiteY7" fmla="*/ 87312 h 320591"/>
              <a:gd name="connsiteX8" fmla="*/ 1000389 w 12191996"/>
              <a:gd name="connsiteY8" fmla="*/ 106362 h 320591"/>
              <a:gd name="connsiteX9" fmla="*/ 1036902 w 12191996"/>
              <a:gd name="connsiteY9" fmla="*/ 125412 h 320591"/>
              <a:gd name="connsiteX10" fmla="*/ 1078177 w 12191996"/>
              <a:gd name="connsiteY10" fmla="*/ 141287 h 320591"/>
              <a:gd name="connsiteX11" fmla="*/ 1124214 w 12191996"/>
              <a:gd name="connsiteY11" fmla="*/ 155575 h 320591"/>
              <a:gd name="connsiteX12" fmla="*/ 1176602 w 12191996"/>
              <a:gd name="connsiteY12" fmla="*/ 166687 h 320591"/>
              <a:gd name="connsiteX13" fmla="*/ 1236927 w 12191996"/>
              <a:gd name="connsiteY13" fmla="*/ 174625 h 320591"/>
              <a:gd name="connsiteX14" fmla="*/ 1305189 w 12191996"/>
              <a:gd name="connsiteY14" fmla="*/ 176212 h 320591"/>
              <a:gd name="connsiteX15" fmla="*/ 1373452 w 12191996"/>
              <a:gd name="connsiteY15" fmla="*/ 174625 h 320591"/>
              <a:gd name="connsiteX16" fmla="*/ 1433777 w 12191996"/>
              <a:gd name="connsiteY16" fmla="*/ 166687 h 320591"/>
              <a:gd name="connsiteX17" fmla="*/ 1486164 w 12191996"/>
              <a:gd name="connsiteY17" fmla="*/ 155575 h 320591"/>
              <a:gd name="connsiteX18" fmla="*/ 1532202 w 12191996"/>
              <a:gd name="connsiteY18" fmla="*/ 141287 h 320591"/>
              <a:gd name="connsiteX19" fmla="*/ 1573477 w 12191996"/>
              <a:gd name="connsiteY19" fmla="*/ 125412 h 320591"/>
              <a:gd name="connsiteX20" fmla="*/ 1609989 w 12191996"/>
              <a:gd name="connsiteY20" fmla="*/ 106362 h 320591"/>
              <a:gd name="connsiteX21" fmla="*/ 1648089 w 12191996"/>
              <a:gd name="connsiteY21" fmla="*/ 87312 h 320591"/>
              <a:gd name="connsiteX22" fmla="*/ 1686189 w 12191996"/>
              <a:gd name="connsiteY22" fmla="*/ 68262 h 320591"/>
              <a:gd name="connsiteX23" fmla="*/ 1722702 w 12191996"/>
              <a:gd name="connsiteY23" fmla="*/ 52387 h 320591"/>
              <a:gd name="connsiteX24" fmla="*/ 1763977 w 12191996"/>
              <a:gd name="connsiteY24" fmla="*/ 36512 h 320591"/>
              <a:gd name="connsiteX25" fmla="*/ 1810014 w 12191996"/>
              <a:gd name="connsiteY25" fmla="*/ 20637 h 320591"/>
              <a:gd name="connsiteX26" fmla="*/ 1862402 w 12191996"/>
              <a:gd name="connsiteY26" fmla="*/ 9525 h 320591"/>
              <a:gd name="connsiteX27" fmla="*/ 1922727 w 12191996"/>
              <a:gd name="connsiteY27" fmla="*/ 3175 h 320591"/>
              <a:gd name="connsiteX28" fmla="*/ 1990989 w 12191996"/>
              <a:gd name="connsiteY28" fmla="*/ 0 h 320591"/>
              <a:gd name="connsiteX29" fmla="*/ 2059252 w 12191996"/>
              <a:gd name="connsiteY29" fmla="*/ 3175 h 320591"/>
              <a:gd name="connsiteX30" fmla="*/ 2119577 w 12191996"/>
              <a:gd name="connsiteY30" fmla="*/ 9525 h 320591"/>
              <a:gd name="connsiteX31" fmla="*/ 2171964 w 12191996"/>
              <a:gd name="connsiteY31" fmla="*/ 20637 h 320591"/>
              <a:gd name="connsiteX32" fmla="*/ 2218002 w 12191996"/>
              <a:gd name="connsiteY32" fmla="*/ 36512 h 320591"/>
              <a:gd name="connsiteX33" fmla="*/ 2259277 w 12191996"/>
              <a:gd name="connsiteY33" fmla="*/ 52387 h 320591"/>
              <a:gd name="connsiteX34" fmla="*/ 2295789 w 12191996"/>
              <a:gd name="connsiteY34" fmla="*/ 68262 h 320591"/>
              <a:gd name="connsiteX35" fmla="*/ 2333889 w 12191996"/>
              <a:gd name="connsiteY35" fmla="*/ 87312 h 320591"/>
              <a:gd name="connsiteX36" fmla="*/ 2371989 w 12191996"/>
              <a:gd name="connsiteY36" fmla="*/ 106362 h 320591"/>
              <a:gd name="connsiteX37" fmla="*/ 2408502 w 12191996"/>
              <a:gd name="connsiteY37" fmla="*/ 125412 h 320591"/>
              <a:gd name="connsiteX38" fmla="*/ 2449777 w 12191996"/>
              <a:gd name="connsiteY38" fmla="*/ 141287 h 320591"/>
              <a:gd name="connsiteX39" fmla="*/ 2495814 w 12191996"/>
              <a:gd name="connsiteY39" fmla="*/ 155575 h 320591"/>
              <a:gd name="connsiteX40" fmla="*/ 2548202 w 12191996"/>
              <a:gd name="connsiteY40" fmla="*/ 166687 h 320591"/>
              <a:gd name="connsiteX41" fmla="*/ 2608527 w 12191996"/>
              <a:gd name="connsiteY41" fmla="*/ 174625 h 320591"/>
              <a:gd name="connsiteX42" fmla="*/ 2676789 w 12191996"/>
              <a:gd name="connsiteY42" fmla="*/ 176212 h 320591"/>
              <a:gd name="connsiteX43" fmla="*/ 2745052 w 12191996"/>
              <a:gd name="connsiteY43" fmla="*/ 174625 h 320591"/>
              <a:gd name="connsiteX44" fmla="*/ 2805377 w 12191996"/>
              <a:gd name="connsiteY44" fmla="*/ 166687 h 320591"/>
              <a:gd name="connsiteX45" fmla="*/ 2857764 w 12191996"/>
              <a:gd name="connsiteY45" fmla="*/ 155575 h 320591"/>
              <a:gd name="connsiteX46" fmla="*/ 2903802 w 12191996"/>
              <a:gd name="connsiteY46" fmla="*/ 141287 h 320591"/>
              <a:gd name="connsiteX47" fmla="*/ 2945077 w 12191996"/>
              <a:gd name="connsiteY47" fmla="*/ 125412 h 320591"/>
              <a:gd name="connsiteX48" fmla="*/ 2981589 w 12191996"/>
              <a:gd name="connsiteY48" fmla="*/ 106362 h 320591"/>
              <a:gd name="connsiteX49" fmla="*/ 3019689 w 12191996"/>
              <a:gd name="connsiteY49" fmla="*/ 87312 h 320591"/>
              <a:gd name="connsiteX50" fmla="*/ 3057789 w 12191996"/>
              <a:gd name="connsiteY50" fmla="*/ 68262 h 320591"/>
              <a:gd name="connsiteX51" fmla="*/ 3094302 w 12191996"/>
              <a:gd name="connsiteY51" fmla="*/ 52387 h 320591"/>
              <a:gd name="connsiteX52" fmla="*/ 3135577 w 12191996"/>
              <a:gd name="connsiteY52" fmla="*/ 36512 h 320591"/>
              <a:gd name="connsiteX53" fmla="*/ 3181614 w 12191996"/>
              <a:gd name="connsiteY53" fmla="*/ 20637 h 320591"/>
              <a:gd name="connsiteX54" fmla="*/ 3234002 w 12191996"/>
              <a:gd name="connsiteY54" fmla="*/ 9525 h 320591"/>
              <a:gd name="connsiteX55" fmla="*/ 3294327 w 12191996"/>
              <a:gd name="connsiteY55" fmla="*/ 3175 h 320591"/>
              <a:gd name="connsiteX56" fmla="*/ 3361002 w 12191996"/>
              <a:gd name="connsiteY56" fmla="*/ 0 h 320591"/>
              <a:gd name="connsiteX57" fmla="*/ 3430852 w 12191996"/>
              <a:gd name="connsiteY57" fmla="*/ 3175 h 320591"/>
              <a:gd name="connsiteX58" fmla="*/ 3491177 w 12191996"/>
              <a:gd name="connsiteY58" fmla="*/ 9525 h 320591"/>
              <a:gd name="connsiteX59" fmla="*/ 3543564 w 12191996"/>
              <a:gd name="connsiteY59" fmla="*/ 20637 h 320591"/>
              <a:gd name="connsiteX60" fmla="*/ 3589602 w 12191996"/>
              <a:gd name="connsiteY60" fmla="*/ 36512 h 320591"/>
              <a:gd name="connsiteX61" fmla="*/ 3630877 w 12191996"/>
              <a:gd name="connsiteY61" fmla="*/ 52387 h 320591"/>
              <a:gd name="connsiteX62" fmla="*/ 3667389 w 12191996"/>
              <a:gd name="connsiteY62" fmla="*/ 68262 h 320591"/>
              <a:gd name="connsiteX63" fmla="*/ 3705489 w 12191996"/>
              <a:gd name="connsiteY63" fmla="*/ 87312 h 320591"/>
              <a:gd name="connsiteX64" fmla="*/ 3743589 w 12191996"/>
              <a:gd name="connsiteY64" fmla="*/ 106362 h 320591"/>
              <a:gd name="connsiteX65" fmla="*/ 3780102 w 12191996"/>
              <a:gd name="connsiteY65" fmla="*/ 125412 h 320591"/>
              <a:gd name="connsiteX66" fmla="*/ 3821377 w 12191996"/>
              <a:gd name="connsiteY66" fmla="*/ 141287 h 320591"/>
              <a:gd name="connsiteX67" fmla="*/ 3867414 w 12191996"/>
              <a:gd name="connsiteY67" fmla="*/ 155575 h 320591"/>
              <a:gd name="connsiteX68" fmla="*/ 3919802 w 12191996"/>
              <a:gd name="connsiteY68" fmla="*/ 166687 h 320591"/>
              <a:gd name="connsiteX69" fmla="*/ 3980127 w 12191996"/>
              <a:gd name="connsiteY69" fmla="*/ 174625 h 320591"/>
              <a:gd name="connsiteX70" fmla="*/ 4048389 w 12191996"/>
              <a:gd name="connsiteY70" fmla="*/ 176212 h 320591"/>
              <a:gd name="connsiteX71" fmla="*/ 4116652 w 12191996"/>
              <a:gd name="connsiteY71" fmla="*/ 174625 h 320591"/>
              <a:gd name="connsiteX72" fmla="*/ 4176977 w 12191996"/>
              <a:gd name="connsiteY72" fmla="*/ 166687 h 320591"/>
              <a:gd name="connsiteX73" fmla="*/ 4229364 w 12191996"/>
              <a:gd name="connsiteY73" fmla="*/ 155575 h 320591"/>
              <a:gd name="connsiteX74" fmla="*/ 4275402 w 12191996"/>
              <a:gd name="connsiteY74" fmla="*/ 141287 h 320591"/>
              <a:gd name="connsiteX75" fmla="*/ 4316677 w 12191996"/>
              <a:gd name="connsiteY75" fmla="*/ 125412 h 320591"/>
              <a:gd name="connsiteX76" fmla="*/ 4353189 w 12191996"/>
              <a:gd name="connsiteY76" fmla="*/ 106362 h 320591"/>
              <a:gd name="connsiteX77" fmla="*/ 4429389 w 12191996"/>
              <a:gd name="connsiteY77" fmla="*/ 68262 h 320591"/>
              <a:gd name="connsiteX78" fmla="*/ 4465902 w 12191996"/>
              <a:gd name="connsiteY78" fmla="*/ 52387 h 320591"/>
              <a:gd name="connsiteX79" fmla="*/ 4507177 w 12191996"/>
              <a:gd name="connsiteY79" fmla="*/ 36512 h 320591"/>
              <a:gd name="connsiteX80" fmla="*/ 4553215 w 12191996"/>
              <a:gd name="connsiteY80" fmla="*/ 20637 h 320591"/>
              <a:gd name="connsiteX81" fmla="*/ 4605602 w 12191996"/>
              <a:gd name="connsiteY81" fmla="*/ 9525 h 320591"/>
              <a:gd name="connsiteX82" fmla="*/ 4665928 w 12191996"/>
              <a:gd name="connsiteY82" fmla="*/ 3175 h 320591"/>
              <a:gd name="connsiteX83" fmla="*/ 4734189 w 12191996"/>
              <a:gd name="connsiteY83" fmla="*/ 0 h 320591"/>
              <a:gd name="connsiteX84" fmla="*/ 4802453 w 12191996"/>
              <a:gd name="connsiteY84" fmla="*/ 3175 h 320591"/>
              <a:gd name="connsiteX85" fmla="*/ 4862777 w 12191996"/>
              <a:gd name="connsiteY85" fmla="*/ 9525 h 320591"/>
              <a:gd name="connsiteX86" fmla="*/ 4915165 w 12191996"/>
              <a:gd name="connsiteY86" fmla="*/ 20637 h 320591"/>
              <a:gd name="connsiteX87" fmla="*/ 4961201 w 12191996"/>
              <a:gd name="connsiteY87" fmla="*/ 36512 h 320591"/>
              <a:gd name="connsiteX88" fmla="*/ 5002477 w 12191996"/>
              <a:gd name="connsiteY88" fmla="*/ 52387 h 320591"/>
              <a:gd name="connsiteX89" fmla="*/ 5038989 w 12191996"/>
              <a:gd name="connsiteY89" fmla="*/ 68262 h 320591"/>
              <a:gd name="connsiteX90" fmla="*/ 5077090 w 12191996"/>
              <a:gd name="connsiteY90" fmla="*/ 87312 h 320591"/>
              <a:gd name="connsiteX91" fmla="*/ 5115189 w 12191996"/>
              <a:gd name="connsiteY91" fmla="*/ 106362 h 320591"/>
              <a:gd name="connsiteX92" fmla="*/ 5151701 w 12191996"/>
              <a:gd name="connsiteY92" fmla="*/ 125412 h 320591"/>
              <a:gd name="connsiteX93" fmla="*/ 5192977 w 12191996"/>
              <a:gd name="connsiteY93" fmla="*/ 141287 h 320591"/>
              <a:gd name="connsiteX94" fmla="*/ 5239014 w 12191996"/>
              <a:gd name="connsiteY94" fmla="*/ 155575 h 320591"/>
              <a:gd name="connsiteX95" fmla="*/ 5291401 w 12191996"/>
              <a:gd name="connsiteY95" fmla="*/ 166687 h 320591"/>
              <a:gd name="connsiteX96" fmla="*/ 5351727 w 12191996"/>
              <a:gd name="connsiteY96" fmla="*/ 174625 h 320591"/>
              <a:gd name="connsiteX97" fmla="*/ 5410199 w 12191996"/>
              <a:gd name="connsiteY97" fmla="*/ 175985 h 320591"/>
              <a:gd name="connsiteX98" fmla="*/ 5468671 w 12191996"/>
              <a:gd name="connsiteY98" fmla="*/ 174625 h 320591"/>
              <a:gd name="connsiteX99" fmla="*/ 5528996 w 12191996"/>
              <a:gd name="connsiteY99" fmla="*/ 166687 h 320591"/>
              <a:gd name="connsiteX100" fmla="*/ 5581383 w 12191996"/>
              <a:gd name="connsiteY100" fmla="*/ 155575 h 320591"/>
              <a:gd name="connsiteX101" fmla="*/ 5627421 w 12191996"/>
              <a:gd name="connsiteY101" fmla="*/ 141287 h 320591"/>
              <a:gd name="connsiteX102" fmla="*/ 5668696 w 12191996"/>
              <a:gd name="connsiteY102" fmla="*/ 125412 h 320591"/>
              <a:gd name="connsiteX103" fmla="*/ 5705209 w 12191996"/>
              <a:gd name="connsiteY103" fmla="*/ 106362 h 320591"/>
              <a:gd name="connsiteX104" fmla="*/ 5743308 w 12191996"/>
              <a:gd name="connsiteY104" fmla="*/ 87312 h 320591"/>
              <a:gd name="connsiteX105" fmla="*/ 5781408 w 12191996"/>
              <a:gd name="connsiteY105" fmla="*/ 68262 h 320591"/>
              <a:gd name="connsiteX106" fmla="*/ 5817921 w 12191996"/>
              <a:gd name="connsiteY106" fmla="*/ 52387 h 320591"/>
              <a:gd name="connsiteX107" fmla="*/ 5859196 w 12191996"/>
              <a:gd name="connsiteY107" fmla="*/ 36512 h 320591"/>
              <a:gd name="connsiteX108" fmla="*/ 5905234 w 12191996"/>
              <a:gd name="connsiteY108" fmla="*/ 20637 h 320591"/>
              <a:gd name="connsiteX109" fmla="*/ 5957621 w 12191996"/>
              <a:gd name="connsiteY109" fmla="*/ 9525 h 320591"/>
              <a:gd name="connsiteX110" fmla="*/ 6017947 w 12191996"/>
              <a:gd name="connsiteY110" fmla="*/ 3175 h 320591"/>
              <a:gd name="connsiteX111" fmla="*/ 6086209 w 12191996"/>
              <a:gd name="connsiteY111" fmla="*/ 0 h 320591"/>
              <a:gd name="connsiteX112" fmla="*/ 6095999 w 12191996"/>
              <a:gd name="connsiteY112" fmla="*/ 455 h 320591"/>
              <a:gd name="connsiteX113" fmla="*/ 6105789 w 12191996"/>
              <a:gd name="connsiteY113" fmla="*/ 0 h 320591"/>
              <a:gd name="connsiteX114" fmla="*/ 6174052 w 12191996"/>
              <a:gd name="connsiteY114" fmla="*/ 3175 h 320591"/>
              <a:gd name="connsiteX115" fmla="*/ 6234377 w 12191996"/>
              <a:gd name="connsiteY115" fmla="*/ 9525 h 320591"/>
              <a:gd name="connsiteX116" fmla="*/ 6286764 w 12191996"/>
              <a:gd name="connsiteY116" fmla="*/ 20637 h 320591"/>
              <a:gd name="connsiteX117" fmla="*/ 6332802 w 12191996"/>
              <a:gd name="connsiteY117" fmla="*/ 36512 h 320591"/>
              <a:gd name="connsiteX118" fmla="*/ 6374077 w 12191996"/>
              <a:gd name="connsiteY118" fmla="*/ 52387 h 320591"/>
              <a:gd name="connsiteX119" fmla="*/ 6410589 w 12191996"/>
              <a:gd name="connsiteY119" fmla="*/ 68262 h 320591"/>
              <a:gd name="connsiteX120" fmla="*/ 6448689 w 12191996"/>
              <a:gd name="connsiteY120" fmla="*/ 87312 h 320591"/>
              <a:gd name="connsiteX121" fmla="*/ 6486789 w 12191996"/>
              <a:gd name="connsiteY121" fmla="*/ 106362 h 320591"/>
              <a:gd name="connsiteX122" fmla="*/ 6523302 w 12191996"/>
              <a:gd name="connsiteY122" fmla="*/ 125412 h 320591"/>
              <a:gd name="connsiteX123" fmla="*/ 6564577 w 12191996"/>
              <a:gd name="connsiteY123" fmla="*/ 141287 h 320591"/>
              <a:gd name="connsiteX124" fmla="*/ 6610614 w 12191996"/>
              <a:gd name="connsiteY124" fmla="*/ 155575 h 320591"/>
              <a:gd name="connsiteX125" fmla="*/ 6663002 w 12191996"/>
              <a:gd name="connsiteY125" fmla="*/ 166687 h 320591"/>
              <a:gd name="connsiteX126" fmla="*/ 6723327 w 12191996"/>
              <a:gd name="connsiteY126" fmla="*/ 174625 h 320591"/>
              <a:gd name="connsiteX127" fmla="*/ 6781799 w 12191996"/>
              <a:gd name="connsiteY127" fmla="*/ 175985 h 320591"/>
              <a:gd name="connsiteX128" fmla="*/ 6840271 w 12191996"/>
              <a:gd name="connsiteY128" fmla="*/ 174625 h 320591"/>
              <a:gd name="connsiteX129" fmla="*/ 6900596 w 12191996"/>
              <a:gd name="connsiteY129" fmla="*/ 166687 h 320591"/>
              <a:gd name="connsiteX130" fmla="*/ 6952983 w 12191996"/>
              <a:gd name="connsiteY130" fmla="*/ 155575 h 320591"/>
              <a:gd name="connsiteX131" fmla="*/ 6999021 w 12191996"/>
              <a:gd name="connsiteY131" fmla="*/ 141287 h 320591"/>
              <a:gd name="connsiteX132" fmla="*/ 7040296 w 12191996"/>
              <a:gd name="connsiteY132" fmla="*/ 125412 h 320591"/>
              <a:gd name="connsiteX133" fmla="*/ 7076808 w 12191996"/>
              <a:gd name="connsiteY133" fmla="*/ 106362 h 320591"/>
              <a:gd name="connsiteX134" fmla="*/ 7114908 w 12191996"/>
              <a:gd name="connsiteY134" fmla="*/ 87312 h 320591"/>
              <a:gd name="connsiteX135" fmla="*/ 7153008 w 12191996"/>
              <a:gd name="connsiteY135" fmla="*/ 68262 h 320591"/>
              <a:gd name="connsiteX136" fmla="*/ 7189521 w 12191996"/>
              <a:gd name="connsiteY136" fmla="*/ 52387 h 320591"/>
              <a:gd name="connsiteX137" fmla="*/ 7230796 w 12191996"/>
              <a:gd name="connsiteY137" fmla="*/ 36512 h 320591"/>
              <a:gd name="connsiteX138" fmla="*/ 7276833 w 12191996"/>
              <a:gd name="connsiteY138" fmla="*/ 20637 h 320591"/>
              <a:gd name="connsiteX139" fmla="*/ 7329221 w 12191996"/>
              <a:gd name="connsiteY139" fmla="*/ 9525 h 320591"/>
              <a:gd name="connsiteX140" fmla="*/ 7389546 w 12191996"/>
              <a:gd name="connsiteY140" fmla="*/ 3175 h 320591"/>
              <a:gd name="connsiteX141" fmla="*/ 7457808 w 12191996"/>
              <a:gd name="connsiteY141" fmla="*/ 0 h 320591"/>
              <a:gd name="connsiteX142" fmla="*/ 7526071 w 12191996"/>
              <a:gd name="connsiteY142" fmla="*/ 3175 h 320591"/>
              <a:gd name="connsiteX143" fmla="*/ 7586396 w 12191996"/>
              <a:gd name="connsiteY143" fmla="*/ 9525 h 320591"/>
              <a:gd name="connsiteX144" fmla="*/ 7638783 w 12191996"/>
              <a:gd name="connsiteY144" fmla="*/ 20637 h 320591"/>
              <a:gd name="connsiteX145" fmla="*/ 7684821 w 12191996"/>
              <a:gd name="connsiteY145" fmla="*/ 36512 h 320591"/>
              <a:gd name="connsiteX146" fmla="*/ 7726096 w 12191996"/>
              <a:gd name="connsiteY146" fmla="*/ 52387 h 320591"/>
              <a:gd name="connsiteX147" fmla="*/ 7762608 w 12191996"/>
              <a:gd name="connsiteY147" fmla="*/ 68262 h 320591"/>
              <a:gd name="connsiteX148" fmla="*/ 7800708 w 12191996"/>
              <a:gd name="connsiteY148" fmla="*/ 87312 h 320591"/>
              <a:gd name="connsiteX149" fmla="*/ 7838808 w 12191996"/>
              <a:gd name="connsiteY149" fmla="*/ 106362 h 320591"/>
              <a:gd name="connsiteX150" fmla="*/ 7875321 w 12191996"/>
              <a:gd name="connsiteY150" fmla="*/ 125412 h 320591"/>
              <a:gd name="connsiteX151" fmla="*/ 7916596 w 12191996"/>
              <a:gd name="connsiteY151" fmla="*/ 141287 h 320591"/>
              <a:gd name="connsiteX152" fmla="*/ 7962633 w 12191996"/>
              <a:gd name="connsiteY152" fmla="*/ 155575 h 320591"/>
              <a:gd name="connsiteX153" fmla="*/ 8015021 w 12191996"/>
              <a:gd name="connsiteY153" fmla="*/ 166687 h 320591"/>
              <a:gd name="connsiteX154" fmla="*/ 8075346 w 12191996"/>
              <a:gd name="connsiteY154" fmla="*/ 174625 h 320591"/>
              <a:gd name="connsiteX155" fmla="*/ 8143608 w 12191996"/>
              <a:gd name="connsiteY155" fmla="*/ 176212 h 320591"/>
              <a:gd name="connsiteX156" fmla="*/ 8211871 w 12191996"/>
              <a:gd name="connsiteY156" fmla="*/ 174625 h 320591"/>
              <a:gd name="connsiteX157" fmla="*/ 8272196 w 12191996"/>
              <a:gd name="connsiteY157" fmla="*/ 166687 h 320591"/>
              <a:gd name="connsiteX158" fmla="*/ 8324583 w 12191996"/>
              <a:gd name="connsiteY158" fmla="*/ 155575 h 320591"/>
              <a:gd name="connsiteX159" fmla="*/ 8370621 w 12191996"/>
              <a:gd name="connsiteY159" fmla="*/ 141287 h 320591"/>
              <a:gd name="connsiteX160" fmla="*/ 8411896 w 12191996"/>
              <a:gd name="connsiteY160" fmla="*/ 125412 h 320591"/>
              <a:gd name="connsiteX161" fmla="*/ 8448408 w 12191996"/>
              <a:gd name="connsiteY161" fmla="*/ 106362 h 320591"/>
              <a:gd name="connsiteX162" fmla="*/ 8486508 w 12191996"/>
              <a:gd name="connsiteY162" fmla="*/ 87312 h 320591"/>
              <a:gd name="connsiteX163" fmla="*/ 8524608 w 12191996"/>
              <a:gd name="connsiteY163" fmla="*/ 68262 h 320591"/>
              <a:gd name="connsiteX164" fmla="*/ 8561120 w 12191996"/>
              <a:gd name="connsiteY164" fmla="*/ 52387 h 320591"/>
              <a:gd name="connsiteX165" fmla="*/ 8602396 w 12191996"/>
              <a:gd name="connsiteY165" fmla="*/ 36512 h 320591"/>
              <a:gd name="connsiteX166" fmla="*/ 8648432 w 12191996"/>
              <a:gd name="connsiteY166" fmla="*/ 20637 h 320591"/>
              <a:gd name="connsiteX167" fmla="*/ 8700820 w 12191996"/>
              <a:gd name="connsiteY167" fmla="*/ 9525 h 320591"/>
              <a:gd name="connsiteX168" fmla="*/ 8761146 w 12191996"/>
              <a:gd name="connsiteY168" fmla="*/ 3175 h 320591"/>
              <a:gd name="connsiteX169" fmla="*/ 8827820 w 12191996"/>
              <a:gd name="connsiteY169" fmla="*/ 0 h 320591"/>
              <a:gd name="connsiteX170" fmla="*/ 8897670 w 12191996"/>
              <a:gd name="connsiteY170" fmla="*/ 3175 h 320591"/>
              <a:gd name="connsiteX171" fmla="*/ 8957996 w 12191996"/>
              <a:gd name="connsiteY171" fmla="*/ 9525 h 320591"/>
              <a:gd name="connsiteX172" fmla="*/ 9010382 w 12191996"/>
              <a:gd name="connsiteY172" fmla="*/ 20637 h 320591"/>
              <a:gd name="connsiteX173" fmla="*/ 9056420 w 12191996"/>
              <a:gd name="connsiteY173" fmla="*/ 36512 h 320591"/>
              <a:gd name="connsiteX174" fmla="*/ 9097696 w 12191996"/>
              <a:gd name="connsiteY174" fmla="*/ 52387 h 320591"/>
              <a:gd name="connsiteX175" fmla="*/ 9134208 w 12191996"/>
              <a:gd name="connsiteY175" fmla="*/ 68262 h 320591"/>
              <a:gd name="connsiteX176" fmla="*/ 9172308 w 12191996"/>
              <a:gd name="connsiteY176" fmla="*/ 87312 h 320591"/>
              <a:gd name="connsiteX177" fmla="*/ 9210408 w 12191996"/>
              <a:gd name="connsiteY177" fmla="*/ 106362 h 320591"/>
              <a:gd name="connsiteX178" fmla="*/ 9246920 w 12191996"/>
              <a:gd name="connsiteY178" fmla="*/ 125412 h 320591"/>
              <a:gd name="connsiteX179" fmla="*/ 9288196 w 12191996"/>
              <a:gd name="connsiteY179" fmla="*/ 141287 h 320591"/>
              <a:gd name="connsiteX180" fmla="*/ 9334232 w 12191996"/>
              <a:gd name="connsiteY180" fmla="*/ 155575 h 320591"/>
              <a:gd name="connsiteX181" fmla="*/ 9386620 w 12191996"/>
              <a:gd name="connsiteY181" fmla="*/ 166687 h 320591"/>
              <a:gd name="connsiteX182" fmla="*/ 9446946 w 12191996"/>
              <a:gd name="connsiteY182" fmla="*/ 174625 h 320591"/>
              <a:gd name="connsiteX183" fmla="*/ 9515208 w 12191996"/>
              <a:gd name="connsiteY183" fmla="*/ 176212 h 320591"/>
              <a:gd name="connsiteX184" fmla="*/ 9583470 w 12191996"/>
              <a:gd name="connsiteY184" fmla="*/ 174625 h 320591"/>
              <a:gd name="connsiteX185" fmla="*/ 9643796 w 12191996"/>
              <a:gd name="connsiteY185" fmla="*/ 166687 h 320591"/>
              <a:gd name="connsiteX186" fmla="*/ 9696182 w 12191996"/>
              <a:gd name="connsiteY186" fmla="*/ 155575 h 320591"/>
              <a:gd name="connsiteX187" fmla="*/ 9742220 w 12191996"/>
              <a:gd name="connsiteY187" fmla="*/ 141287 h 320591"/>
              <a:gd name="connsiteX188" fmla="*/ 9783496 w 12191996"/>
              <a:gd name="connsiteY188" fmla="*/ 125412 h 320591"/>
              <a:gd name="connsiteX189" fmla="*/ 9820008 w 12191996"/>
              <a:gd name="connsiteY189" fmla="*/ 106362 h 320591"/>
              <a:gd name="connsiteX190" fmla="*/ 9896208 w 12191996"/>
              <a:gd name="connsiteY190" fmla="*/ 68262 h 320591"/>
              <a:gd name="connsiteX191" fmla="*/ 9932720 w 12191996"/>
              <a:gd name="connsiteY191" fmla="*/ 52387 h 320591"/>
              <a:gd name="connsiteX192" fmla="*/ 9973996 w 12191996"/>
              <a:gd name="connsiteY192" fmla="*/ 36512 h 320591"/>
              <a:gd name="connsiteX193" fmla="*/ 10020032 w 12191996"/>
              <a:gd name="connsiteY193" fmla="*/ 20637 h 320591"/>
              <a:gd name="connsiteX194" fmla="*/ 10072420 w 12191996"/>
              <a:gd name="connsiteY194" fmla="*/ 9525 h 320591"/>
              <a:gd name="connsiteX195" fmla="*/ 10132746 w 12191996"/>
              <a:gd name="connsiteY195" fmla="*/ 3175 h 320591"/>
              <a:gd name="connsiteX196" fmla="*/ 10201008 w 12191996"/>
              <a:gd name="connsiteY196" fmla="*/ 0 h 320591"/>
              <a:gd name="connsiteX197" fmla="*/ 10269270 w 12191996"/>
              <a:gd name="connsiteY197" fmla="*/ 3175 h 320591"/>
              <a:gd name="connsiteX198" fmla="*/ 10329596 w 12191996"/>
              <a:gd name="connsiteY198" fmla="*/ 9525 h 320591"/>
              <a:gd name="connsiteX199" fmla="*/ 10381982 w 12191996"/>
              <a:gd name="connsiteY199" fmla="*/ 20637 h 320591"/>
              <a:gd name="connsiteX200" fmla="*/ 10428020 w 12191996"/>
              <a:gd name="connsiteY200" fmla="*/ 36512 h 320591"/>
              <a:gd name="connsiteX201" fmla="*/ 10469296 w 12191996"/>
              <a:gd name="connsiteY201" fmla="*/ 52387 h 320591"/>
              <a:gd name="connsiteX202" fmla="*/ 10505808 w 12191996"/>
              <a:gd name="connsiteY202" fmla="*/ 68262 h 320591"/>
              <a:gd name="connsiteX203" fmla="*/ 10543908 w 12191996"/>
              <a:gd name="connsiteY203" fmla="*/ 87312 h 320591"/>
              <a:gd name="connsiteX204" fmla="*/ 10582008 w 12191996"/>
              <a:gd name="connsiteY204" fmla="*/ 106362 h 320591"/>
              <a:gd name="connsiteX205" fmla="*/ 10618520 w 12191996"/>
              <a:gd name="connsiteY205" fmla="*/ 125412 h 320591"/>
              <a:gd name="connsiteX206" fmla="*/ 10659796 w 12191996"/>
              <a:gd name="connsiteY206" fmla="*/ 141287 h 320591"/>
              <a:gd name="connsiteX207" fmla="*/ 10705832 w 12191996"/>
              <a:gd name="connsiteY207" fmla="*/ 155575 h 320591"/>
              <a:gd name="connsiteX208" fmla="*/ 10758220 w 12191996"/>
              <a:gd name="connsiteY208" fmla="*/ 166687 h 320591"/>
              <a:gd name="connsiteX209" fmla="*/ 10818546 w 12191996"/>
              <a:gd name="connsiteY209" fmla="*/ 174625 h 320591"/>
              <a:gd name="connsiteX210" fmla="*/ 10886808 w 12191996"/>
              <a:gd name="connsiteY210" fmla="*/ 176212 h 320591"/>
              <a:gd name="connsiteX211" fmla="*/ 10955070 w 12191996"/>
              <a:gd name="connsiteY211" fmla="*/ 174625 h 320591"/>
              <a:gd name="connsiteX212" fmla="*/ 11015396 w 12191996"/>
              <a:gd name="connsiteY212" fmla="*/ 166687 h 320591"/>
              <a:gd name="connsiteX213" fmla="*/ 11067782 w 12191996"/>
              <a:gd name="connsiteY213" fmla="*/ 155575 h 320591"/>
              <a:gd name="connsiteX214" fmla="*/ 11113820 w 12191996"/>
              <a:gd name="connsiteY214" fmla="*/ 141287 h 320591"/>
              <a:gd name="connsiteX215" fmla="*/ 11155096 w 12191996"/>
              <a:gd name="connsiteY215" fmla="*/ 125412 h 320591"/>
              <a:gd name="connsiteX216" fmla="*/ 11191608 w 12191996"/>
              <a:gd name="connsiteY216" fmla="*/ 106362 h 320591"/>
              <a:gd name="connsiteX217" fmla="*/ 11229708 w 12191996"/>
              <a:gd name="connsiteY217" fmla="*/ 87312 h 320591"/>
              <a:gd name="connsiteX218" fmla="*/ 11267808 w 12191996"/>
              <a:gd name="connsiteY218" fmla="*/ 68262 h 320591"/>
              <a:gd name="connsiteX219" fmla="*/ 11304320 w 12191996"/>
              <a:gd name="connsiteY219" fmla="*/ 52387 h 320591"/>
              <a:gd name="connsiteX220" fmla="*/ 11345596 w 12191996"/>
              <a:gd name="connsiteY220" fmla="*/ 36512 h 320591"/>
              <a:gd name="connsiteX221" fmla="*/ 11391632 w 12191996"/>
              <a:gd name="connsiteY221" fmla="*/ 20637 h 320591"/>
              <a:gd name="connsiteX222" fmla="*/ 11444020 w 12191996"/>
              <a:gd name="connsiteY222" fmla="*/ 9525 h 320591"/>
              <a:gd name="connsiteX223" fmla="*/ 11504346 w 12191996"/>
              <a:gd name="connsiteY223" fmla="*/ 3175 h 320591"/>
              <a:gd name="connsiteX224" fmla="*/ 11572608 w 12191996"/>
              <a:gd name="connsiteY224" fmla="*/ 0 h 320591"/>
              <a:gd name="connsiteX225" fmla="*/ 11640870 w 12191996"/>
              <a:gd name="connsiteY225" fmla="*/ 3175 h 320591"/>
              <a:gd name="connsiteX226" fmla="*/ 11701196 w 12191996"/>
              <a:gd name="connsiteY226" fmla="*/ 9525 h 320591"/>
              <a:gd name="connsiteX227" fmla="*/ 11753582 w 12191996"/>
              <a:gd name="connsiteY227" fmla="*/ 20637 h 320591"/>
              <a:gd name="connsiteX228" fmla="*/ 11799620 w 12191996"/>
              <a:gd name="connsiteY228" fmla="*/ 36512 h 320591"/>
              <a:gd name="connsiteX229" fmla="*/ 11840896 w 12191996"/>
              <a:gd name="connsiteY229" fmla="*/ 52387 h 320591"/>
              <a:gd name="connsiteX230" fmla="*/ 11877408 w 12191996"/>
              <a:gd name="connsiteY230" fmla="*/ 68262 h 320591"/>
              <a:gd name="connsiteX231" fmla="*/ 11915508 w 12191996"/>
              <a:gd name="connsiteY231" fmla="*/ 87312 h 320591"/>
              <a:gd name="connsiteX232" fmla="*/ 11953608 w 12191996"/>
              <a:gd name="connsiteY232" fmla="*/ 106362 h 320591"/>
              <a:gd name="connsiteX233" fmla="*/ 11990120 w 12191996"/>
              <a:gd name="connsiteY233" fmla="*/ 125412 h 320591"/>
              <a:gd name="connsiteX234" fmla="*/ 12031396 w 12191996"/>
              <a:gd name="connsiteY234" fmla="*/ 141287 h 320591"/>
              <a:gd name="connsiteX235" fmla="*/ 12077432 w 12191996"/>
              <a:gd name="connsiteY235" fmla="*/ 155575 h 320591"/>
              <a:gd name="connsiteX236" fmla="*/ 12129820 w 12191996"/>
              <a:gd name="connsiteY236" fmla="*/ 166688 h 320591"/>
              <a:gd name="connsiteX237" fmla="*/ 12190146 w 12191996"/>
              <a:gd name="connsiteY237" fmla="*/ 174625 h 320591"/>
              <a:gd name="connsiteX238" fmla="*/ 12191996 w 12191996"/>
              <a:gd name="connsiteY238" fmla="*/ 174668 h 320591"/>
              <a:gd name="connsiteX239" fmla="*/ 12191996 w 12191996"/>
              <a:gd name="connsiteY239" fmla="*/ 319047 h 320591"/>
              <a:gd name="connsiteX240" fmla="*/ 12190146 w 12191996"/>
              <a:gd name="connsiteY240" fmla="*/ 319004 h 320591"/>
              <a:gd name="connsiteX241" fmla="*/ 12129820 w 12191996"/>
              <a:gd name="connsiteY241" fmla="*/ 311067 h 320591"/>
              <a:gd name="connsiteX242" fmla="*/ 12077432 w 12191996"/>
              <a:gd name="connsiteY242" fmla="*/ 299954 h 320591"/>
              <a:gd name="connsiteX243" fmla="*/ 12031396 w 12191996"/>
              <a:gd name="connsiteY243" fmla="*/ 285666 h 320591"/>
              <a:gd name="connsiteX244" fmla="*/ 11990120 w 12191996"/>
              <a:gd name="connsiteY244" fmla="*/ 269791 h 320591"/>
              <a:gd name="connsiteX245" fmla="*/ 11953608 w 12191996"/>
              <a:gd name="connsiteY245" fmla="*/ 250741 h 320591"/>
              <a:gd name="connsiteX246" fmla="*/ 11915508 w 12191996"/>
              <a:gd name="connsiteY246" fmla="*/ 231691 h 320591"/>
              <a:gd name="connsiteX247" fmla="*/ 11877408 w 12191996"/>
              <a:gd name="connsiteY247" fmla="*/ 212641 h 320591"/>
              <a:gd name="connsiteX248" fmla="*/ 11840896 w 12191996"/>
              <a:gd name="connsiteY248" fmla="*/ 196766 h 320591"/>
              <a:gd name="connsiteX249" fmla="*/ 11799620 w 12191996"/>
              <a:gd name="connsiteY249" fmla="*/ 180891 h 320591"/>
              <a:gd name="connsiteX250" fmla="*/ 11753582 w 12191996"/>
              <a:gd name="connsiteY250" fmla="*/ 165016 h 320591"/>
              <a:gd name="connsiteX251" fmla="*/ 11701196 w 12191996"/>
              <a:gd name="connsiteY251" fmla="*/ 153904 h 320591"/>
              <a:gd name="connsiteX252" fmla="*/ 11640870 w 12191996"/>
              <a:gd name="connsiteY252" fmla="*/ 147554 h 320591"/>
              <a:gd name="connsiteX253" fmla="*/ 11572608 w 12191996"/>
              <a:gd name="connsiteY253" fmla="*/ 144379 h 320591"/>
              <a:gd name="connsiteX254" fmla="*/ 11504346 w 12191996"/>
              <a:gd name="connsiteY254" fmla="*/ 147554 h 320591"/>
              <a:gd name="connsiteX255" fmla="*/ 11444020 w 12191996"/>
              <a:gd name="connsiteY255" fmla="*/ 153904 h 320591"/>
              <a:gd name="connsiteX256" fmla="*/ 11391632 w 12191996"/>
              <a:gd name="connsiteY256" fmla="*/ 165016 h 320591"/>
              <a:gd name="connsiteX257" fmla="*/ 11345596 w 12191996"/>
              <a:gd name="connsiteY257" fmla="*/ 180891 h 320591"/>
              <a:gd name="connsiteX258" fmla="*/ 11304320 w 12191996"/>
              <a:gd name="connsiteY258" fmla="*/ 196766 h 320591"/>
              <a:gd name="connsiteX259" fmla="*/ 11267808 w 12191996"/>
              <a:gd name="connsiteY259" fmla="*/ 212641 h 320591"/>
              <a:gd name="connsiteX260" fmla="*/ 11229708 w 12191996"/>
              <a:gd name="connsiteY260" fmla="*/ 231691 h 320591"/>
              <a:gd name="connsiteX261" fmla="*/ 11191608 w 12191996"/>
              <a:gd name="connsiteY261" fmla="*/ 250741 h 320591"/>
              <a:gd name="connsiteX262" fmla="*/ 11155096 w 12191996"/>
              <a:gd name="connsiteY262" fmla="*/ 269791 h 320591"/>
              <a:gd name="connsiteX263" fmla="*/ 11113820 w 12191996"/>
              <a:gd name="connsiteY263" fmla="*/ 285666 h 320591"/>
              <a:gd name="connsiteX264" fmla="*/ 11067782 w 12191996"/>
              <a:gd name="connsiteY264" fmla="*/ 299954 h 320591"/>
              <a:gd name="connsiteX265" fmla="*/ 11015396 w 12191996"/>
              <a:gd name="connsiteY265" fmla="*/ 311066 h 320591"/>
              <a:gd name="connsiteX266" fmla="*/ 10955070 w 12191996"/>
              <a:gd name="connsiteY266" fmla="*/ 319004 h 320591"/>
              <a:gd name="connsiteX267" fmla="*/ 10886808 w 12191996"/>
              <a:gd name="connsiteY267" fmla="*/ 320591 h 320591"/>
              <a:gd name="connsiteX268" fmla="*/ 10818546 w 12191996"/>
              <a:gd name="connsiteY268" fmla="*/ 319004 h 320591"/>
              <a:gd name="connsiteX269" fmla="*/ 10758220 w 12191996"/>
              <a:gd name="connsiteY269" fmla="*/ 311066 h 320591"/>
              <a:gd name="connsiteX270" fmla="*/ 10705832 w 12191996"/>
              <a:gd name="connsiteY270" fmla="*/ 299954 h 320591"/>
              <a:gd name="connsiteX271" fmla="*/ 10659796 w 12191996"/>
              <a:gd name="connsiteY271" fmla="*/ 285666 h 320591"/>
              <a:gd name="connsiteX272" fmla="*/ 10618520 w 12191996"/>
              <a:gd name="connsiteY272" fmla="*/ 269791 h 320591"/>
              <a:gd name="connsiteX273" fmla="*/ 10582008 w 12191996"/>
              <a:gd name="connsiteY273" fmla="*/ 250741 h 320591"/>
              <a:gd name="connsiteX274" fmla="*/ 10543908 w 12191996"/>
              <a:gd name="connsiteY274" fmla="*/ 231691 h 320591"/>
              <a:gd name="connsiteX275" fmla="*/ 10505808 w 12191996"/>
              <a:gd name="connsiteY275" fmla="*/ 212641 h 320591"/>
              <a:gd name="connsiteX276" fmla="*/ 10469296 w 12191996"/>
              <a:gd name="connsiteY276" fmla="*/ 196766 h 320591"/>
              <a:gd name="connsiteX277" fmla="*/ 10428020 w 12191996"/>
              <a:gd name="connsiteY277" fmla="*/ 180891 h 320591"/>
              <a:gd name="connsiteX278" fmla="*/ 10381982 w 12191996"/>
              <a:gd name="connsiteY278" fmla="*/ 165016 h 320591"/>
              <a:gd name="connsiteX279" fmla="*/ 10329596 w 12191996"/>
              <a:gd name="connsiteY279" fmla="*/ 153904 h 320591"/>
              <a:gd name="connsiteX280" fmla="*/ 10269270 w 12191996"/>
              <a:gd name="connsiteY280" fmla="*/ 147554 h 320591"/>
              <a:gd name="connsiteX281" fmla="*/ 10201008 w 12191996"/>
              <a:gd name="connsiteY281" fmla="*/ 144379 h 320591"/>
              <a:gd name="connsiteX282" fmla="*/ 10132746 w 12191996"/>
              <a:gd name="connsiteY282" fmla="*/ 147554 h 320591"/>
              <a:gd name="connsiteX283" fmla="*/ 10072420 w 12191996"/>
              <a:gd name="connsiteY283" fmla="*/ 153904 h 320591"/>
              <a:gd name="connsiteX284" fmla="*/ 10020032 w 12191996"/>
              <a:gd name="connsiteY284" fmla="*/ 165016 h 320591"/>
              <a:gd name="connsiteX285" fmla="*/ 9973996 w 12191996"/>
              <a:gd name="connsiteY285" fmla="*/ 180891 h 320591"/>
              <a:gd name="connsiteX286" fmla="*/ 9932720 w 12191996"/>
              <a:gd name="connsiteY286" fmla="*/ 196766 h 320591"/>
              <a:gd name="connsiteX287" fmla="*/ 9896208 w 12191996"/>
              <a:gd name="connsiteY287" fmla="*/ 212641 h 320591"/>
              <a:gd name="connsiteX288" fmla="*/ 9820008 w 12191996"/>
              <a:gd name="connsiteY288" fmla="*/ 250741 h 320591"/>
              <a:gd name="connsiteX289" fmla="*/ 9783496 w 12191996"/>
              <a:gd name="connsiteY289" fmla="*/ 269791 h 320591"/>
              <a:gd name="connsiteX290" fmla="*/ 9742220 w 12191996"/>
              <a:gd name="connsiteY290" fmla="*/ 285666 h 320591"/>
              <a:gd name="connsiteX291" fmla="*/ 9696182 w 12191996"/>
              <a:gd name="connsiteY291" fmla="*/ 299954 h 320591"/>
              <a:gd name="connsiteX292" fmla="*/ 9643796 w 12191996"/>
              <a:gd name="connsiteY292" fmla="*/ 311066 h 320591"/>
              <a:gd name="connsiteX293" fmla="*/ 9583470 w 12191996"/>
              <a:gd name="connsiteY293" fmla="*/ 319004 h 320591"/>
              <a:gd name="connsiteX294" fmla="*/ 9515208 w 12191996"/>
              <a:gd name="connsiteY294" fmla="*/ 320591 h 320591"/>
              <a:gd name="connsiteX295" fmla="*/ 9446946 w 12191996"/>
              <a:gd name="connsiteY295" fmla="*/ 319004 h 320591"/>
              <a:gd name="connsiteX296" fmla="*/ 9386620 w 12191996"/>
              <a:gd name="connsiteY296" fmla="*/ 311066 h 320591"/>
              <a:gd name="connsiteX297" fmla="*/ 9334232 w 12191996"/>
              <a:gd name="connsiteY297" fmla="*/ 299954 h 320591"/>
              <a:gd name="connsiteX298" fmla="*/ 9288196 w 12191996"/>
              <a:gd name="connsiteY298" fmla="*/ 285666 h 320591"/>
              <a:gd name="connsiteX299" fmla="*/ 9246920 w 12191996"/>
              <a:gd name="connsiteY299" fmla="*/ 269791 h 320591"/>
              <a:gd name="connsiteX300" fmla="*/ 9210408 w 12191996"/>
              <a:gd name="connsiteY300" fmla="*/ 250741 h 320591"/>
              <a:gd name="connsiteX301" fmla="*/ 9172308 w 12191996"/>
              <a:gd name="connsiteY301" fmla="*/ 231691 h 320591"/>
              <a:gd name="connsiteX302" fmla="*/ 9134208 w 12191996"/>
              <a:gd name="connsiteY302" fmla="*/ 212641 h 320591"/>
              <a:gd name="connsiteX303" fmla="*/ 9097696 w 12191996"/>
              <a:gd name="connsiteY303" fmla="*/ 196766 h 320591"/>
              <a:gd name="connsiteX304" fmla="*/ 9056420 w 12191996"/>
              <a:gd name="connsiteY304" fmla="*/ 180891 h 320591"/>
              <a:gd name="connsiteX305" fmla="*/ 9010382 w 12191996"/>
              <a:gd name="connsiteY305" fmla="*/ 165016 h 320591"/>
              <a:gd name="connsiteX306" fmla="*/ 8957996 w 12191996"/>
              <a:gd name="connsiteY306" fmla="*/ 153904 h 320591"/>
              <a:gd name="connsiteX307" fmla="*/ 8897670 w 12191996"/>
              <a:gd name="connsiteY307" fmla="*/ 147554 h 320591"/>
              <a:gd name="connsiteX308" fmla="*/ 8827820 w 12191996"/>
              <a:gd name="connsiteY308" fmla="*/ 144379 h 320591"/>
              <a:gd name="connsiteX309" fmla="*/ 8761146 w 12191996"/>
              <a:gd name="connsiteY309" fmla="*/ 147554 h 320591"/>
              <a:gd name="connsiteX310" fmla="*/ 8700820 w 12191996"/>
              <a:gd name="connsiteY310" fmla="*/ 153904 h 320591"/>
              <a:gd name="connsiteX311" fmla="*/ 8648432 w 12191996"/>
              <a:gd name="connsiteY311" fmla="*/ 165016 h 320591"/>
              <a:gd name="connsiteX312" fmla="*/ 8602396 w 12191996"/>
              <a:gd name="connsiteY312" fmla="*/ 180891 h 320591"/>
              <a:gd name="connsiteX313" fmla="*/ 8561120 w 12191996"/>
              <a:gd name="connsiteY313" fmla="*/ 196766 h 320591"/>
              <a:gd name="connsiteX314" fmla="*/ 8524608 w 12191996"/>
              <a:gd name="connsiteY314" fmla="*/ 212641 h 320591"/>
              <a:gd name="connsiteX315" fmla="*/ 8486508 w 12191996"/>
              <a:gd name="connsiteY315" fmla="*/ 231691 h 320591"/>
              <a:gd name="connsiteX316" fmla="*/ 8448408 w 12191996"/>
              <a:gd name="connsiteY316" fmla="*/ 250741 h 320591"/>
              <a:gd name="connsiteX317" fmla="*/ 8411896 w 12191996"/>
              <a:gd name="connsiteY317" fmla="*/ 269791 h 320591"/>
              <a:gd name="connsiteX318" fmla="*/ 8370621 w 12191996"/>
              <a:gd name="connsiteY318" fmla="*/ 285666 h 320591"/>
              <a:gd name="connsiteX319" fmla="*/ 8324583 w 12191996"/>
              <a:gd name="connsiteY319" fmla="*/ 299954 h 320591"/>
              <a:gd name="connsiteX320" fmla="*/ 8272196 w 12191996"/>
              <a:gd name="connsiteY320" fmla="*/ 311066 h 320591"/>
              <a:gd name="connsiteX321" fmla="*/ 8211871 w 12191996"/>
              <a:gd name="connsiteY321" fmla="*/ 319004 h 320591"/>
              <a:gd name="connsiteX322" fmla="*/ 8143608 w 12191996"/>
              <a:gd name="connsiteY322" fmla="*/ 320591 h 320591"/>
              <a:gd name="connsiteX323" fmla="*/ 8075346 w 12191996"/>
              <a:gd name="connsiteY323" fmla="*/ 319004 h 320591"/>
              <a:gd name="connsiteX324" fmla="*/ 8015021 w 12191996"/>
              <a:gd name="connsiteY324" fmla="*/ 311066 h 320591"/>
              <a:gd name="connsiteX325" fmla="*/ 7962633 w 12191996"/>
              <a:gd name="connsiteY325" fmla="*/ 299954 h 320591"/>
              <a:gd name="connsiteX326" fmla="*/ 7916596 w 12191996"/>
              <a:gd name="connsiteY326" fmla="*/ 285666 h 320591"/>
              <a:gd name="connsiteX327" fmla="*/ 7875321 w 12191996"/>
              <a:gd name="connsiteY327" fmla="*/ 269791 h 320591"/>
              <a:gd name="connsiteX328" fmla="*/ 7838808 w 12191996"/>
              <a:gd name="connsiteY328" fmla="*/ 250741 h 320591"/>
              <a:gd name="connsiteX329" fmla="*/ 7800708 w 12191996"/>
              <a:gd name="connsiteY329" fmla="*/ 231691 h 320591"/>
              <a:gd name="connsiteX330" fmla="*/ 7762608 w 12191996"/>
              <a:gd name="connsiteY330" fmla="*/ 212641 h 320591"/>
              <a:gd name="connsiteX331" fmla="*/ 7726096 w 12191996"/>
              <a:gd name="connsiteY331" fmla="*/ 196766 h 320591"/>
              <a:gd name="connsiteX332" fmla="*/ 7684821 w 12191996"/>
              <a:gd name="connsiteY332" fmla="*/ 180891 h 320591"/>
              <a:gd name="connsiteX333" fmla="*/ 7638783 w 12191996"/>
              <a:gd name="connsiteY333" fmla="*/ 165016 h 320591"/>
              <a:gd name="connsiteX334" fmla="*/ 7586396 w 12191996"/>
              <a:gd name="connsiteY334" fmla="*/ 153904 h 320591"/>
              <a:gd name="connsiteX335" fmla="*/ 7526071 w 12191996"/>
              <a:gd name="connsiteY335" fmla="*/ 147554 h 320591"/>
              <a:gd name="connsiteX336" fmla="*/ 7457808 w 12191996"/>
              <a:gd name="connsiteY336" fmla="*/ 144379 h 320591"/>
              <a:gd name="connsiteX337" fmla="*/ 7389546 w 12191996"/>
              <a:gd name="connsiteY337" fmla="*/ 147554 h 320591"/>
              <a:gd name="connsiteX338" fmla="*/ 7329221 w 12191996"/>
              <a:gd name="connsiteY338" fmla="*/ 153904 h 320591"/>
              <a:gd name="connsiteX339" fmla="*/ 7276833 w 12191996"/>
              <a:gd name="connsiteY339" fmla="*/ 165016 h 320591"/>
              <a:gd name="connsiteX340" fmla="*/ 7230796 w 12191996"/>
              <a:gd name="connsiteY340" fmla="*/ 180891 h 320591"/>
              <a:gd name="connsiteX341" fmla="*/ 7189521 w 12191996"/>
              <a:gd name="connsiteY341" fmla="*/ 196766 h 320591"/>
              <a:gd name="connsiteX342" fmla="*/ 7153008 w 12191996"/>
              <a:gd name="connsiteY342" fmla="*/ 212641 h 320591"/>
              <a:gd name="connsiteX343" fmla="*/ 7114908 w 12191996"/>
              <a:gd name="connsiteY343" fmla="*/ 231691 h 320591"/>
              <a:gd name="connsiteX344" fmla="*/ 7076808 w 12191996"/>
              <a:gd name="connsiteY344" fmla="*/ 250741 h 320591"/>
              <a:gd name="connsiteX345" fmla="*/ 7040296 w 12191996"/>
              <a:gd name="connsiteY345" fmla="*/ 269791 h 320591"/>
              <a:gd name="connsiteX346" fmla="*/ 6999021 w 12191996"/>
              <a:gd name="connsiteY346" fmla="*/ 285666 h 320591"/>
              <a:gd name="connsiteX347" fmla="*/ 6952983 w 12191996"/>
              <a:gd name="connsiteY347" fmla="*/ 299954 h 320591"/>
              <a:gd name="connsiteX348" fmla="*/ 6900596 w 12191996"/>
              <a:gd name="connsiteY348" fmla="*/ 311066 h 320591"/>
              <a:gd name="connsiteX349" fmla="*/ 6840271 w 12191996"/>
              <a:gd name="connsiteY349" fmla="*/ 319004 h 320591"/>
              <a:gd name="connsiteX350" fmla="*/ 6781799 w 12191996"/>
              <a:gd name="connsiteY350" fmla="*/ 320364 h 320591"/>
              <a:gd name="connsiteX351" fmla="*/ 6723327 w 12191996"/>
              <a:gd name="connsiteY351" fmla="*/ 319004 h 320591"/>
              <a:gd name="connsiteX352" fmla="*/ 6663002 w 12191996"/>
              <a:gd name="connsiteY352" fmla="*/ 311066 h 320591"/>
              <a:gd name="connsiteX353" fmla="*/ 6610614 w 12191996"/>
              <a:gd name="connsiteY353" fmla="*/ 299954 h 320591"/>
              <a:gd name="connsiteX354" fmla="*/ 6564577 w 12191996"/>
              <a:gd name="connsiteY354" fmla="*/ 285666 h 320591"/>
              <a:gd name="connsiteX355" fmla="*/ 6523302 w 12191996"/>
              <a:gd name="connsiteY355" fmla="*/ 269791 h 320591"/>
              <a:gd name="connsiteX356" fmla="*/ 6486789 w 12191996"/>
              <a:gd name="connsiteY356" fmla="*/ 250741 h 320591"/>
              <a:gd name="connsiteX357" fmla="*/ 6448689 w 12191996"/>
              <a:gd name="connsiteY357" fmla="*/ 231691 h 320591"/>
              <a:gd name="connsiteX358" fmla="*/ 6410589 w 12191996"/>
              <a:gd name="connsiteY358" fmla="*/ 212641 h 320591"/>
              <a:gd name="connsiteX359" fmla="*/ 6374077 w 12191996"/>
              <a:gd name="connsiteY359" fmla="*/ 196766 h 320591"/>
              <a:gd name="connsiteX360" fmla="*/ 6332802 w 12191996"/>
              <a:gd name="connsiteY360" fmla="*/ 180891 h 320591"/>
              <a:gd name="connsiteX361" fmla="*/ 6286764 w 12191996"/>
              <a:gd name="connsiteY361" fmla="*/ 165016 h 320591"/>
              <a:gd name="connsiteX362" fmla="*/ 6234377 w 12191996"/>
              <a:gd name="connsiteY362" fmla="*/ 153904 h 320591"/>
              <a:gd name="connsiteX363" fmla="*/ 6174052 w 12191996"/>
              <a:gd name="connsiteY363" fmla="*/ 147554 h 320591"/>
              <a:gd name="connsiteX364" fmla="*/ 6105789 w 12191996"/>
              <a:gd name="connsiteY364" fmla="*/ 144379 h 320591"/>
              <a:gd name="connsiteX365" fmla="*/ 6095999 w 12191996"/>
              <a:gd name="connsiteY365" fmla="*/ 144834 h 320591"/>
              <a:gd name="connsiteX366" fmla="*/ 6086208 w 12191996"/>
              <a:gd name="connsiteY366" fmla="*/ 144379 h 320591"/>
              <a:gd name="connsiteX367" fmla="*/ 6017947 w 12191996"/>
              <a:gd name="connsiteY367" fmla="*/ 147554 h 320591"/>
              <a:gd name="connsiteX368" fmla="*/ 5957621 w 12191996"/>
              <a:gd name="connsiteY368" fmla="*/ 153904 h 320591"/>
              <a:gd name="connsiteX369" fmla="*/ 5905234 w 12191996"/>
              <a:gd name="connsiteY369" fmla="*/ 165016 h 320591"/>
              <a:gd name="connsiteX370" fmla="*/ 5859196 w 12191996"/>
              <a:gd name="connsiteY370" fmla="*/ 180891 h 320591"/>
              <a:gd name="connsiteX371" fmla="*/ 5817921 w 12191996"/>
              <a:gd name="connsiteY371" fmla="*/ 196766 h 320591"/>
              <a:gd name="connsiteX372" fmla="*/ 5781408 w 12191996"/>
              <a:gd name="connsiteY372" fmla="*/ 212641 h 320591"/>
              <a:gd name="connsiteX373" fmla="*/ 5743308 w 12191996"/>
              <a:gd name="connsiteY373" fmla="*/ 231691 h 320591"/>
              <a:gd name="connsiteX374" fmla="*/ 5705209 w 12191996"/>
              <a:gd name="connsiteY374" fmla="*/ 250741 h 320591"/>
              <a:gd name="connsiteX375" fmla="*/ 5668696 w 12191996"/>
              <a:gd name="connsiteY375" fmla="*/ 269791 h 320591"/>
              <a:gd name="connsiteX376" fmla="*/ 5627421 w 12191996"/>
              <a:gd name="connsiteY376" fmla="*/ 285666 h 320591"/>
              <a:gd name="connsiteX377" fmla="*/ 5581383 w 12191996"/>
              <a:gd name="connsiteY377" fmla="*/ 299954 h 320591"/>
              <a:gd name="connsiteX378" fmla="*/ 5528996 w 12191996"/>
              <a:gd name="connsiteY378" fmla="*/ 311066 h 320591"/>
              <a:gd name="connsiteX379" fmla="*/ 5468671 w 12191996"/>
              <a:gd name="connsiteY379" fmla="*/ 319004 h 320591"/>
              <a:gd name="connsiteX380" fmla="*/ 5410199 w 12191996"/>
              <a:gd name="connsiteY380" fmla="*/ 320364 h 320591"/>
              <a:gd name="connsiteX381" fmla="*/ 5351727 w 12191996"/>
              <a:gd name="connsiteY381" fmla="*/ 319004 h 320591"/>
              <a:gd name="connsiteX382" fmla="*/ 5291401 w 12191996"/>
              <a:gd name="connsiteY382" fmla="*/ 311066 h 320591"/>
              <a:gd name="connsiteX383" fmla="*/ 5239014 w 12191996"/>
              <a:gd name="connsiteY383" fmla="*/ 299954 h 320591"/>
              <a:gd name="connsiteX384" fmla="*/ 5192976 w 12191996"/>
              <a:gd name="connsiteY384" fmla="*/ 285666 h 320591"/>
              <a:gd name="connsiteX385" fmla="*/ 5151701 w 12191996"/>
              <a:gd name="connsiteY385" fmla="*/ 269791 h 320591"/>
              <a:gd name="connsiteX386" fmla="*/ 5115189 w 12191996"/>
              <a:gd name="connsiteY386" fmla="*/ 250741 h 320591"/>
              <a:gd name="connsiteX387" fmla="*/ 5077089 w 12191996"/>
              <a:gd name="connsiteY387" fmla="*/ 231691 h 320591"/>
              <a:gd name="connsiteX388" fmla="*/ 5038989 w 12191996"/>
              <a:gd name="connsiteY388" fmla="*/ 212641 h 320591"/>
              <a:gd name="connsiteX389" fmla="*/ 5002476 w 12191996"/>
              <a:gd name="connsiteY389" fmla="*/ 196766 h 320591"/>
              <a:gd name="connsiteX390" fmla="*/ 4961201 w 12191996"/>
              <a:gd name="connsiteY390" fmla="*/ 180891 h 320591"/>
              <a:gd name="connsiteX391" fmla="*/ 4915165 w 12191996"/>
              <a:gd name="connsiteY391" fmla="*/ 165016 h 320591"/>
              <a:gd name="connsiteX392" fmla="*/ 4862777 w 12191996"/>
              <a:gd name="connsiteY392" fmla="*/ 153904 h 320591"/>
              <a:gd name="connsiteX393" fmla="*/ 4802453 w 12191996"/>
              <a:gd name="connsiteY393" fmla="*/ 147554 h 320591"/>
              <a:gd name="connsiteX394" fmla="*/ 4734189 w 12191996"/>
              <a:gd name="connsiteY394" fmla="*/ 144379 h 320591"/>
              <a:gd name="connsiteX395" fmla="*/ 4665928 w 12191996"/>
              <a:gd name="connsiteY395" fmla="*/ 147554 h 320591"/>
              <a:gd name="connsiteX396" fmla="*/ 4605602 w 12191996"/>
              <a:gd name="connsiteY396" fmla="*/ 153904 h 320591"/>
              <a:gd name="connsiteX397" fmla="*/ 4553214 w 12191996"/>
              <a:gd name="connsiteY397" fmla="*/ 165016 h 320591"/>
              <a:gd name="connsiteX398" fmla="*/ 4507177 w 12191996"/>
              <a:gd name="connsiteY398" fmla="*/ 180891 h 320591"/>
              <a:gd name="connsiteX399" fmla="*/ 4465902 w 12191996"/>
              <a:gd name="connsiteY399" fmla="*/ 196766 h 320591"/>
              <a:gd name="connsiteX400" fmla="*/ 4429389 w 12191996"/>
              <a:gd name="connsiteY400" fmla="*/ 212641 h 320591"/>
              <a:gd name="connsiteX401" fmla="*/ 4353189 w 12191996"/>
              <a:gd name="connsiteY401" fmla="*/ 250741 h 320591"/>
              <a:gd name="connsiteX402" fmla="*/ 4316677 w 12191996"/>
              <a:gd name="connsiteY402" fmla="*/ 269791 h 320591"/>
              <a:gd name="connsiteX403" fmla="*/ 4275402 w 12191996"/>
              <a:gd name="connsiteY403" fmla="*/ 285666 h 320591"/>
              <a:gd name="connsiteX404" fmla="*/ 4229364 w 12191996"/>
              <a:gd name="connsiteY404" fmla="*/ 299954 h 320591"/>
              <a:gd name="connsiteX405" fmla="*/ 4176977 w 12191996"/>
              <a:gd name="connsiteY405" fmla="*/ 311066 h 320591"/>
              <a:gd name="connsiteX406" fmla="*/ 4116652 w 12191996"/>
              <a:gd name="connsiteY406" fmla="*/ 319004 h 320591"/>
              <a:gd name="connsiteX407" fmla="*/ 4048389 w 12191996"/>
              <a:gd name="connsiteY407" fmla="*/ 320591 h 320591"/>
              <a:gd name="connsiteX408" fmla="*/ 3980127 w 12191996"/>
              <a:gd name="connsiteY408" fmla="*/ 319004 h 320591"/>
              <a:gd name="connsiteX409" fmla="*/ 3919802 w 12191996"/>
              <a:gd name="connsiteY409" fmla="*/ 311066 h 320591"/>
              <a:gd name="connsiteX410" fmla="*/ 3867414 w 12191996"/>
              <a:gd name="connsiteY410" fmla="*/ 299954 h 320591"/>
              <a:gd name="connsiteX411" fmla="*/ 3821377 w 12191996"/>
              <a:gd name="connsiteY411" fmla="*/ 285666 h 320591"/>
              <a:gd name="connsiteX412" fmla="*/ 3780102 w 12191996"/>
              <a:gd name="connsiteY412" fmla="*/ 269791 h 320591"/>
              <a:gd name="connsiteX413" fmla="*/ 3743589 w 12191996"/>
              <a:gd name="connsiteY413" fmla="*/ 250741 h 320591"/>
              <a:gd name="connsiteX414" fmla="*/ 3705489 w 12191996"/>
              <a:gd name="connsiteY414" fmla="*/ 231691 h 320591"/>
              <a:gd name="connsiteX415" fmla="*/ 3667389 w 12191996"/>
              <a:gd name="connsiteY415" fmla="*/ 212641 h 320591"/>
              <a:gd name="connsiteX416" fmla="*/ 3630877 w 12191996"/>
              <a:gd name="connsiteY416" fmla="*/ 196766 h 320591"/>
              <a:gd name="connsiteX417" fmla="*/ 3589602 w 12191996"/>
              <a:gd name="connsiteY417" fmla="*/ 180891 h 320591"/>
              <a:gd name="connsiteX418" fmla="*/ 3543564 w 12191996"/>
              <a:gd name="connsiteY418" fmla="*/ 165016 h 320591"/>
              <a:gd name="connsiteX419" fmla="*/ 3491177 w 12191996"/>
              <a:gd name="connsiteY419" fmla="*/ 153904 h 320591"/>
              <a:gd name="connsiteX420" fmla="*/ 3430852 w 12191996"/>
              <a:gd name="connsiteY420" fmla="*/ 147554 h 320591"/>
              <a:gd name="connsiteX421" fmla="*/ 3361002 w 12191996"/>
              <a:gd name="connsiteY421" fmla="*/ 144379 h 320591"/>
              <a:gd name="connsiteX422" fmla="*/ 3294327 w 12191996"/>
              <a:gd name="connsiteY422" fmla="*/ 147554 h 320591"/>
              <a:gd name="connsiteX423" fmla="*/ 3234002 w 12191996"/>
              <a:gd name="connsiteY423" fmla="*/ 153904 h 320591"/>
              <a:gd name="connsiteX424" fmla="*/ 3181614 w 12191996"/>
              <a:gd name="connsiteY424" fmla="*/ 165016 h 320591"/>
              <a:gd name="connsiteX425" fmla="*/ 3135577 w 12191996"/>
              <a:gd name="connsiteY425" fmla="*/ 180891 h 320591"/>
              <a:gd name="connsiteX426" fmla="*/ 3094302 w 12191996"/>
              <a:gd name="connsiteY426" fmla="*/ 196766 h 320591"/>
              <a:gd name="connsiteX427" fmla="*/ 3057789 w 12191996"/>
              <a:gd name="connsiteY427" fmla="*/ 212641 h 320591"/>
              <a:gd name="connsiteX428" fmla="*/ 3019689 w 12191996"/>
              <a:gd name="connsiteY428" fmla="*/ 231691 h 320591"/>
              <a:gd name="connsiteX429" fmla="*/ 2981589 w 12191996"/>
              <a:gd name="connsiteY429" fmla="*/ 250741 h 320591"/>
              <a:gd name="connsiteX430" fmla="*/ 2945077 w 12191996"/>
              <a:gd name="connsiteY430" fmla="*/ 269791 h 320591"/>
              <a:gd name="connsiteX431" fmla="*/ 2903802 w 12191996"/>
              <a:gd name="connsiteY431" fmla="*/ 285666 h 320591"/>
              <a:gd name="connsiteX432" fmla="*/ 2857764 w 12191996"/>
              <a:gd name="connsiteY432" fmla="*/ 299954 h 320591"/>
              <a:gd name="connsiteX433" fmla="*/ 2805377 w 12191996"/>
              <a:gd name="connsiteY433" fmla="*/ 311066 h 320591"/>
              <a:gd name="connsiteX434" fmla="*/ 2745052 w 12191996"/>
              <a:gd name="connsiteY434" fmla="*/ 319004 h 320591"/>
              <a:gd name="connsiteX435" fmla="*/ 2676789 w 12191996"/>
              <a:gd name="connsiteY435" fmla="*/ 320591 h 320591"/>
              <a:gd name="connsiteX436" fmla="*/ 2608527 w 12191996"/>
              <a:gd name="connsiteY436" fmla="*/ 319004 h 320591"/>
              <a:gd name="connsiteX437" fmla="*/ 2548202 w 12191996"/>
              <a:gd name="connsiteY437" fmla="*/ 311066 h 320591"/>
              <a:gd name="connsiteX438" fmla="*/ 2495814 w 12191996"/>
              <a:gd name="connsiteY438" fmla="*/ 299954 h 320591"/>
              <a:gd name="connsiteX439" fmla="*/ 2449777 w 12191996"/>
              <a:gd name="connsiteY439" fmla="*/ 285666 h 320591"/>
              <a:gd name="connsiteX440" fmla="*/ 2408502 w 12191996"/>
              <a:gd name="connsiteY440" fmla="*/ 269791 h 320591"/>
              <a:gd name="connsiteX441" fmla="*/ 2371989 w 12191996"/>
              <a:gd name="connsiteY441" fmla="*/ 250741 h 320591"/>
              <a:gd name="connsiteX442" fmla="*/ 2333889 w 12191996"/>
              <a:gd name="connsiteY442" fmla="*/ 231691 h 320591"/>
              <a:gd name="connsiteX443" fmla="*/ 2295789 w 12191996"/>
              <a:gd name="connsiteY443" fmla="*/ 212641 h 320591"/>
              <a:gd name="connsiteX444" fmla="*/ 2259277 w 12191996"/>
              <a:gd name="connsiteY444" fmla="*/ 196766 h 320591"/>
              <a:gd name="connsiteX445" fmla="*/ 2218002 w 12191996"/>
              <a:gd name="connsiteY445" fmla="*/ 180891 h 320591"/>
              <a:gd name="connsiteX446" fmla="*/ 2171964 w 12191996"/>
              <a:gd name="connsiteY446" fmla="*/ 165016 h 320591"/>
              <a:gd name="connsiteX447" fmla="*/ 2119577 w 12191996"/>
              <a:gd name="connsiteY447" fmla="*/ 153904 h 320591"/>
              <a:gd name="connsiteX448" fmla="*/ 2059252 w 12191996"/>
              <a:gd name="connsiteY448" fmla="*/ 147554 h 320591"/>
              <a:gd name="connsiteX449" fmla="*/ 1990989 w 12191996"/>
              <a:gd name="connsiteY449" fmla="*/ 144379 h 320591"/>
              <a:gd name="connsiteX450" fmla="*/ 1922727 w 12191996"/>
              <a:gd name="connsiteY450" fmla="*/ 147554 h 320591"/>
              <a:gd name="connsiteX451" fmla="*/ 1862402 w 12191996"/>
              <a:gd name="connsiteY451" fmla="*/ 153904 h 320591"/>
              <a:gd name="connsiteX452" fmla="*/ 1810014 w 12191996"/>
              <a:gd name="connsiteY452" fmla="*/ 165016 h 320591"/>
              <a:gd name="connsiteX453" fmla="*/ 1763977 w 12191996"/>
              <a:gd name="connsiteY453" fmla="*/ 180891 h 320591"/>
              <a:gd name="connsiteX454" fmla="*/ 1722702 w 12191996"/>
              <a:gd name="connsiteY454" fmla="*/ 196766 h 320591"/>
              <a:gd name="connsiteX455" fmla="*/ 1686189 w 12191996"/>
              <a:gd name="connsiteY455" fmla="*/ 212641 h 320591"/>
              <a:gd name="connsiteX456" fmla="*/ 1648089 w 12191996"/>
              <a:gd name="connsiteY456" fmla="*/ 231691 h 320591"/>
              <a:gd name="connsiteX457" fmla="*/ 1609989 w 12191996"/>
              <a:gd name="connsiteY457" fmla="*/ 250741 h 320591"/>
              <a:gd name="connsiteX458" fmla="*/ 1573477 w 12191996"/>
              <a:gd name="connsiteY458" fmla="*/ 269791 h 320591"/>
              <a:gd name="connsiteX459" fmla="*/ 1532202 w 12191996"/>
              <a:gd name="connsiteY459" fmla="*/ 285666 h 320591"/>
              <a:gd name="connsiteX460" fmla="*/ 1486164 w 12191996"/>
              <a:gd name="connsiteY460" fmla="*/ 299954 h 320591"/>
              <a:gd name="connsiteX461" fmla="*/ 1433777 w 12191996"/>
              <a:gd name="connsiteY461" fmla="*/ 311066 h 320591"/>
              <a:gd name="connsiteX462" fmla="*/ 1373452 w 12191996"/>
              <a:gd name="connsiteY462" fmla="*/ 319004 h 320591"/>
              <a:gd name="connsiteX463" fmla="*/ 1305189 w 12191996"/>
              <a:gd name="connsiteY463" fmla="*/ 320591 h 320591"/>
              <a:gd name="connsiteX464" fmla="*/ 1236927 w 12191996"/>
              <a:gd name="connsiteY464" fmla="*/ 319004 h 320591"/>
              <a:gd name="connsiteX465" fmla="*/ 1176602 w 12191996"/>
              <a:gd name="connsiteY465" fmla="*/ 311066 h 320591"/>
              <a:gd name="connsiteX466" fmla="*/ 1124214 w 12191996"/>
              <a:gd name="connsiteY466" fmla="*/ 299954 h 320591"/>
              <a:gd name="connsiteX467" fmla="*/ 1078177 w 12191996"/>
              <a:gd name="connsiteY467" fmla="*/ 285666 h 320591"/>
              <a:gd name="connsiteX468" fmla="*/ 1036902 w 12191996"/>
              <a:gd name="connsiteY468" fmla="*/ 269791 h 320591"/>
              <a:gd name="connsiteX469" fmla="*/ 1000389 w 12191996"/>
              <a:gd name="connsiteY469" fmla="*/ 250741 h 320591"/>
              <a:gd name="connsiteX470" fmla="*/ 962289 w 12191996"/>
              <a:gd name="connsiteY470" fmla="*/ 231691 h 320591"/>
              <a:gd name="connsiteX471" fmla="*/ 924189 w 12191996"/>
              <a:gd name="connsiteY471" fmla="*/ 212641 h 320591"/>
              <a:gd name="connsiteX472" fmla="*/ 887677 w 12191996"/>
              <a:gd name="connsiteY472" fmla="*/ 196766 h 320591"/>
              <a:gd name="connsiteX473" fmla="*/ 846402 w 12191996"/>
              <a:gd name="connsiteY473" fmla="*/ 180891 h 320591"/>
              <a:gd name="connsiteX474" fmla="*/ 800364 w 12191996"/>
              <a:gd name="connsiteY474" fmla="*/ 165016 h 320591"/>
              <a:gd name="connsiteX475" fmla="*/ 747977 w 12191996"/>
              <a:gd name="connsiteY475" fmla="*/ 153904 h 320591"/>
              <a:gd name="connsiteX476" fmla="*/ 687652 w 12191996"/>
              <a:gd name="connsiteY476" fmla="*/ 147554 h 320591"/>
              <a:gd name="connsiteX477" fmla="*/ 619389 w 12191996"/>
              <a:gd name="connsiteY477" fmla="*/ 144379 h 320591"/>
              <a:gd name="connsiteX478" fmla="*/ 551127 w 12191996"/>
              <a:gd name="connsiteY478" fmla="*/ 147554 h 320591"/>
              <a:gd name="connsiteX479" fmla="*/ 490802 w 12191996"/>
              <a:gd name="connsiteY479" fmla="*/ 153904 h 320591"/>
              <a:gd name="connsiteX480" fmla="*/ 438414 w 12191996"/>
              <a:gd name="connsiteY480" fmla="*/ 165016 h 320591"/>
              <a:gd name="connsiteX481" fmla="*/ 392377 w 12191996"/>
              <a:gd name="connsiteY481" fmla="*/ 180891 h 320591"/>
              <a:gd name="connsiteX482" fmla="*/ 351102 w 12191996"/>
              <a:gd name="connsiteY482" fmla="*/ 196766 h 320591"/>
              <a:gd name="connsiteX483" fmla="*/ 314589 w 12191996"/>
              <a:gd name="connsiteY483" fmla="*/ 212641 h 320591"/>
              <a:gd name="connsiteX484" fmla="*/ 276489 w 12191996"/>
              <a:gd name="connsiteY484" fmla="*/ 231691 h 320591"/>
              <a:gd name="connsiteX485" fmla="*/ 238389 w 12191996"/>
              <a:gd name="connsiteY485" fmla="*/ 250741 h 320591"/>
              <a:gd name="connsiteX486" fmla="*/ 201877 w 12191996"/>
              <a:gd name="connsiteY486" fmla="*/ 269791 h 320591"/>
              <a:gd name="connsiteX487" fmla="*/ 160602 w 12191996"/>
              <a:gd name="connsiteY487" fmla="*/ 285666 h 320591"/>
              <a:gd name="connsiteX488" fmla="*/ 114564 w 12191996"/>
              <a:gd name="connsiteY488" fmla="*/ 299954 h 320591"/>
              <a:gd name="connsiteX489" fmla="*/ 62177 w 12191996"/>
              <a:gd name="connsiteY489" fmla="*/ 311066 h 320591"/>
              <a:gd name="connsiteX490" fmla="*/ 1852 w 12191996"/>
              <a:gd name="connsiteY490" fmla="*/ 319004 h 320591"/>
              <a:gd name="connsiteX491" fmla="*/ 0 w 12191996"/>
              <a:gd name="connsiteY491" fmla="*/ 319047 h 320591"/>
              <a:gd name="connsiteX492" fmla="*/ 0 w 12191996"/>
              <a:gd name="connsiteY492" fmla="*/ 174668 h 320591"/>
              <a:gd name="connsiteX493" fmla="*/ 1852 w 12191996"/>
              <a:gd name="connsiteY493" fmla="*/ 174625 h 320591"/>
              <a:gd name="connsiteX494" fmla="*/ 62177 w 12191996"/>
              <a:gd name="connsiteY494" fmla="*/ 166687 h 320591"/>
              <a:gd name="connsiteX495" fmla="*/ 114564 w 12191996"/>
              <a:gd name="connsiteY495" fmla="*/ 155575 h 320591"/>
              <a:gd name="connsiteX496" fmla="*/ 160602 w 12191996"/>
              <a:gd name="connsiteY496" fmla="*/ 141287 h 320591"/>
              <a:gd name="connsiteX497" fmla="*/ 201877 w 12191996"/>
              <a:gd name="connsiteY497" fmla="*/ 125412 h 320591"/>
              <a:gd name="connsiteX498" fmla="*/ 238389 w 12191996"/>
              <a:gd name="connsiteY498" fmla="*/ 106362 h 320591"/>
              <a:gd name="connsiteX499" fmla="*/ 276489 w 12191996"/>
              <a:gd name="connsiteY499" fmla="*/ 87312 h 320591"/>
              <a:gd name="connsiteX500" fmla="*/ 314589 w 12191996"/>
              <a:gd name="connsiteY500" fmla="*/ 68262 h 320591"/>
              <a:gd name="connsiteX501" fmla="*/ 351102 w 12191996"/>
              <a:gd name="connsiteY501" fmla="*/ 52387 h 320591"/>
              <a:gd name="connsiteX502" fmla="*/ 392377 w 12191996"/>
              <a:gd name="connsiteY502" fmla="*/ 36512 h 320591"/>
              <a:gd name="connsiteX503" fmla="*/ 438414 w 12191996"/>
              <a:gd name="connsiteY503" fmla="*/ 20637 h 320591"/>
              <a:gd name="connsiteX504" fmla="*/ 490802 w 12191996"/>
              <a:gd name="connsiteY504" fmla="*/ 9525 h 320591"/>
              <a:gd name="connsiteX505" fmla="*/ 551127 w 12191996"/>
              <a:gd name="connsiteY505" fmla="*/ 3175 h 320591"/>
              <a:gd name="connsiteX506" fmla="*/ 619389 w 12191996"/>
              <a:gd name="connsiteY506" fmla="*/ 0 h 32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</a:cxnLst>
            <a:rect l="l" t="t" r="r" b="b"/>
            <a:pathLst>
              <a:path w="12191996" h="320591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5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7" y="52387"/>
                </a:lnTo>
                <a:lnTo>
                  <a:pt x="5038989" y="68262"/>
                </a:lnTo>
                <a:lnTo>
                  <a:pt x="5077090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7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9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6" y="174668"/>
                </a:lnTo>
                <a:lnTo>
                  <a:pt x="12191996" y="319047"/>
                </a:lnTo>
                <a:lnTo>
                  <a:pt x="12190146" y="319004"/>
                </a:lnTo>
                <a:lnTo>
                  <a:pt x="12129820" y="311067"/>
                </a:lnTo>
                <a:lnTo>
                  <a:pt x="12077432" y="299954"/>
                </a:lnTo>
                <a:lnTo>
                  <a:pt x="12031396" y="285666"/>
                </a:lnTo>
                <a:lnTo>
                  <a:pt x="11990120" y="269791"/>
                </a:lnTo>
                <a:lnTo>
                  <a:pt x="11953608" y="250741"/>
                </a:lnTo>
                <a:lnTo>
                  <a:pt x="11915508" y="231691"/>
                </a:lnTo>
                <a:lnTo>
                  <a:pt x="11877408" y="212641"/>
                </a:lnTo>
                <a:lnTo>
                  <a:pt x="11840896" y="196766"/>
                </a:lnTo>
                <a:lnTo>
                  <a:pt x="11799620" y="180891"/>
                </a:lnTo>
                <a:lnTo>
                  <a:pt x="11753582" y="165016"/>
                </a:lnTo>
                <a:lnTo>
                  <a:pt x="11701196" y="153904"/>
                </a:lnTo>
                <a:lnTo>
                  <a:pt x="11640870" y="147554"/>
                </a:lnTo>
                <a:lnTo>
                  <a:pt x="11572608" y="144379"/>
                </a:lnTo>
                <a:lnTo>
                  <a:pt x="11504346" y="147554"/>
                </a:lnTo>
                <a:lnTo>
                  <a:pt x="11444020" y="153904"/>
                </a:lnTo>
                <a:lnTo>
                  <a:pt x="11391632" y="165016"/>
                </a:lnTo>
                <a:lnTo>
                  <a:pt x="11345596" y="180891"/>
                </a:lnTo>
                <a:lnTo>
                  <a:pt x="11304320" y="196766"/>
                </a:lnTo>
                <a:lnTo>
                  <a:pt x="11267808" y="212641"/>
                </a:lnTo>
                <a:lnTo>
                  <a:pt x="11229708" y="231691"/>
                </a:lnTo>
                <a:lnTo>
                  <a:pt x="11191608" y="250741"/>
                </a:lnTo>
                <a:lnTo>
                  <a:pt x="11155096" y="269791"/>
                </a:lnTo>
                <a:lnTo>
                  <a:pt x="11113820" y="285666"/>
                </a:lnTo>
                <a:lnTo>
                  <a:pt x="11067782" y="299954"/>
                </a:lnTo>
                <a:lnTo>
                  <a:pt x="11015396" y="311066"/>
                </a:lnTo>
                <a:lnTo>
                  <a:pt x="10955070" y="319004"/>
                </a:lnTo>
                <a:lnTo>
                  <a:pt x="10886808" y="320591"/>
                </a:lnTo>
                <a:lnTo>
                  <a:pt x="10818546" y="319004"/>
                </a:lnTo>
                <a:lnTo>
                  <a:pt x="10758220" y="311066"/>
                </a:lnTo>
                <a:lnTo>
                  <a:pt x="10705832" y="299954"/>
                </a:lnTo>
                <a:lnTo>
                  <a:pt x="10659796" y="285666"/>
                </a:lnTo>
                <a:lnTo>
                  <a:pt x="10618520" y="269791"/>
                </a:lnTo>
                <a:lnTo>
                  <a:pt x="10582008" y="250741"/>
                </a:lnTo>
                <a:lnTo>
                  <a:pt x="10543908" y="231691"/>
                </a:lnTo>
                <a:lnTo>
                  <a:pt x="10505808" y="212641"/>
                </a:lnTo>
                <a:lnTo>
                  <a:pt x="10469296" y="196766"/>
                </a:lnTo>
                <a:lnTo>
                  <a:pt x="10428020" y="180891"/>
                </a:lnTo>
                <a:lnTo>
                  <a:pt x="10381982" y="165016"/>
                </a:lnTo>
                <a:lnTo>
                  <a:pt x="10329596" y="153904"/>
                </a:lnTo>
                <a:lnTo>
                  <a:pt x="10269270" y="147554"/>
                </a:lnTo>
                <a:lnTo>
                  <a:pt x="10201008" y="144379"/>
                </a:lnTo>
                <a:lnTo>
                  <a:pt x="10132746" y="147554"/>
                </a:lnTo>
                <a:lnTo>
                  <a:pt x="10072420" y="153904"/>
                </a:lnTo>
                <a:lnTo>
                  <a:pt x="10020032" y="165016"/>
                </a:lnTo>
                <a:lnTo>
                  <a:pt x="9973996" y="180891"/>
                </a:lnTo>
                <a:lnTo>
                  <a:pt x="9932720" y="196766"/>
                </a:lnTo>
                <a:lnTo>
                  <a:pt x="9896208" y="212641"/>
                </a:lnTo>
                <a:lnTo>
                  <a:pt x="9820008" y="250741"/>
                </a:lnTo>
                <a:lnTo>
                  <a:pt x="9783496" y="269791"/>
                </a:lnTo>
                <a:lnTo>
                  <a:pt x="9742220" y="285666"/>
                </a:lnTo>
                <a:lnTo>
                  <a:pt x="9696182" y="299954"/>
                </a:lnTo>
                <a:lnTo>
                  <a:pt x="9643796" y="311066"/>
                </a:lnTo>
                <a:lnTo>
                  <a:pt x="9583470" y="319004"/>
                </a:lnTo>
                <a:lnTo>
                  <a:pt x="9515208" y="320591"/>
                </a:lnTo>
                <a:lnTo>
                  <a:pt x="9446946" y="319004"/>
                </a:lnTo>
                <a:lnTo>
                  <a:pt x="9386620" y="311066"/>
                </a:lnTo>
                <a:lnTo>
                  <a:pt x="9334232" y="299954"/>
                </a:lnTo>
                <a:lnTo>
                  <a:pt x="9288196" y="285666"/>
                </a:lnTo>
                <a:lnTo>
                  <a:pt x="9246920" y="269791"/>
                </a:lnTo>
                <a:lnTo>
                  <a:pt x="9210408" y="250741"/>
                </a:lnTo>
                <a:lnTo>
                  <a:pt x="9172308" y="231691"/>
                </a:lnTo>
                <a:lnTo>
                  <a:pt x="9134208" y="212641"/>
                </a:lnTo>
                <a:lnTo>
                  <a:pt x="9097696" y="196766"/>
                </a:lnTo>
                <a:lnTo>
                  <a:pt x="9056420" y="180891"/>
                </a:lnTo>
                <a:lnTo>
                  <a:pt x="9010382" y="165016"/>
                </a:lnTo>
                <a:lnTo>
                  <a:pt x="8957996" y="153904"/>
                </a:lnTo>
                <a:lnTo>
                  <a:pt x="8897670" y="147554"/>
                </a:lnTo>
                <a:lnTo>
                  <a:pt x="8827820" y="144379"/>
                </a:lnTo>
                <a:lnTo>
                  <a:pt x="8761146" y="147554"/>
                </a:lnTo>
                <a:lnTo>
                  <a:pt x="8700820" y="153904"/>
                </a:lnTo>
                <a:lnTo>
                  <a:pt x="8648432" y="165016"/>
                </a:lnTo>
                <a:lnTo>
                  <a:pt x="8602396" y="180891"/>
                </a:lnTo>
                <a:lnTo>
                  <a:pt x="8561120" y="196766"/>
                </a:lnTo>
                <a:lnTo>
                  <a:pt x="8524608" y="212641"/>
                </a:lnTo>
                <a:lnTo>
                  <a:pt x="8486508" y="231691"/>
                </a:lnTo>
                <a:lnTo>
                  <a:pt x="8448408" y="250741"/>
                </a:lnTo>
                <a:lnTo>
                  <a:pt x="8411896" y="269791"/>
                </a:lnTo>
                <a:lnTo>
                  <a:pt x="8370621" y="285666"/>
                </a:lnTo>
                <a:lnTo>
                  <a:pt x="8324583" y="299954"/>
                </a:lnTo>
                <a:lnTo>
                  <a:pt x="8272196" y="311066"/>
                </a:lnTo>
                <a:lnTo>
                  <a:pt x="8211871" y="319004"/>
                </a:lnTo>
                <a:lnTo>
                  <a:pt x="8143608" y="320591"/>
                </a:lnTo>
                <a:lnTo>
                  <a:pt x="8075346" y="319004"/>
                </a:lnTo>
                <a:lnTo>
                  <a:pt x="8015021" y="311066"/>
                </a:lnTo>
                <a:lnTo>
                  <a:pt x="7962633" y="299954"/>
                </a:lnTo>
                <a:lnTo>
                  <a:pt x="7916596" y="285666"/>
                </a:lnTo>
                <a:lnTo>
                  <a:pt x="7875321" y="269791"/>
                </a:lnTo>
                <a:lnTo>
                  <a:pt x="7838808" y="250741"/>
                </a:lnTo>
                <a:lnTo>
                  <a:pt x="7800708" y="231691"/>
                </a:lnTo>
                <a:lnTo>
                  <a:pt x="7762608" y="212641"/>
                </a:lnTo>
                <a:lnTo>
                  <a:pt x="7726096" y="196766"/>
                </a:lnTo>
                <a:lnTo>
                  <a:pt x="7684821" y="180891"/>
                </a:lnTo>
                <a:lnTo>
                  <a:pt x="7638783" y="165016"/>
                </a:lnTo>
                <a:lnTo>
                  <a:pt x="7586396" y="153904"/>
                </a:lnTo>
                <a:lnTo>
                  <a:pt x="7526071" y="147554"/>
                </a:lnTo>
                <a:lnTo>
                  <a:pt x="7457808" y="144379"/>
                </a:lnTo>
                <a:lnTo>
                  <a:pt x="7389546" y="147554"/>
                </a:lnTo>
                <a:lnTo>
                  <a:pt x="7329221" y="153904"/>
                </a:lnTo>
                <a:lnTo>
                  <a:pt x="7276833" y="165016"/>
                </a:lnTo>
                <a:lnTo>
                  <a:pt x="7230796" y="180891"/>
                </a:lnTo>
                <a:lnTo>
                  <a:pt x="7189521" y="196766"/>
                </a:lnTo>
                <a:lnTo>
                  <a:pt x="7153008" y="212641"/>
                </a:lnTo>
                <a:lnTo>
                  <a:pt x="7114908" y="231691"/>
                </a:lnTo>
                <a:lnTo>
                  <a:pt x="7076808" y="250741"/>
                </a:lnTo>
                <a:lnTo>
                  <a:pt x="7040296" y="269791"/>
                </a:lnTo>
                <a:lnTo>
                  <a:pt x="6999021" y="285666"/>
                </a:lnTo>
                <a:lnTo>
                  <a:pt x="6952983" y="299954"/>
                </a:lnTo>
                <a:lnTo>
                  <a:pt x="6900596" y="311066"/>
                </a:lnTo>
                <a:lnTo>
                  <a:pt x="6840271" y="319004"/>
                </a:lnTo>
                <a:lnTo>
                  <a:pt x="6781799" y="320364"/>
                </a:lnTo>
                <a:lnTo>
                  <a:pt x="6723327" y="319004"/>
                </a:lnTo>
                <a:lnTo>
                  <a:pt x="6663002" y="311066"/>
                </a:lnTo>
                <a:lnTo>
                  <a:pt x="6610614" y="299954"/>
                </a:lnTo>
                <a:lnTo>
                  <a:pt x="6564577" y="285666"/>
                </a:lnTo>
                <a:lnTo>
                  <a:pt x="6523302" y="269791"/>
                </a:lnTo>
                <a:lnTo>
                  <a:pt x="6486789" y="250741"/>
                </a:lnTo>
                <a:lnTo>
                  <a:pt x="6448689" y="231691"/>
                </a:lnTo>
                <a:lnTo>
                  <a:pt x="6410589" y="212641"/>
                </a:lnTo>
                <a:lnTo>
                  <a:pt x="6374077" y="196766"/>
                </a:lnTo>
                <a:lnTo>
                  <a:pt x="6332802" y="180891"/>
                </a:lnTo>
                <a:lnTo>
                  <a:pt x="6286764" y="165016"/>
                </a:lnTo>
                <a:lnTo>
                  <a:pt x="6234377" y="153904"/>
                </a:lnTo>
                <a:lnTo>
                  <a:pt x="6174052" y="147554"/>
                </a:lnTo>
                <a:lnTo>
                  <a:pt x="6105789" y="144379"/>
                </a:lnTo>
                <a:lnTo>
                  <a:pt x="6095999" y="144834"/>
                </a:lnTo>
                <a:lnTo>
                  <a:pt x="6086208" y="144379"/>
                </a:lnTo>
                <a:lnTo>
                  <a:pt x="6017947" y="147554"/>
                </a:lnTo>
                <a:lnTo>
                  <a:pt x="5957621" y="153904"/>
                </a:lnTo>
                <a:lnTo>
                  <a:pt x="5905234" y="165016"/>
                </a:lnTo>
                <a:lnTo>
                  <a:pt x="5859196" y="180891"/>
                </a:lnTo>
                <a:lnTo>
                  <a:pt x="5817921" y="196766"/>
                </a:lnTo>
                <a:lnTo>
                  <a:pt x="5781408" y="212641"/>
                </a:lnTo>
                <a:lnTo>
                  <a:pt x="5743308" y="231691"/>
                </a:lnTo>
                <a:lnTo>
                  <a:pt x="5705209" y="250741"/>
                </a:lnTo>
                <a:lnTo>
                  <a:pt x="5668696" y="269791"/>
                </a:lnTo>
                <a:lnTo>
                  <a:pt x="5627421" y="285666"/>
                </a:lnTo>
                <a:lnTo>
                  <a:pt x="5581383" y="299954"/>
                </a:lnTo>
                <a:lnTo>
                  <a:pt x="5528996" y="311066"/>
                </a:lnTo>
                <a:lnTo>
                  <a:pt x="5468671" y="319004"/>
                </a:lnTo>
                <a:lnTo>
                  <a:pt x="5410199" y="320364"/>
                </a:lnTo>
                <a:lnTo>
                  <a:pt x="5351727" y="319004"/>
                </a:lnTo>
                <a:lnTo>
                  <a:pt x="5291401" y="311066"/>
                </a:lnTo>
                <a:lnTo>
                  <a:pt x="5239014" y="299954"/>
                </a:lnTo>
                <a:lnTo>
                  <a:pt x="5192976" y="285666"/>
                </a:lnTo>
                <a:lnTo>
                  <a:pt x="5151701" y="269791"/>
                </a:lnTo>
                <a:lnTo>
                  <a:pt x="5115189" y="250741"/>
                </a:lnTo>
                <a:lnTo>
                  <a:pt x="5077089" y="231691"/>
                </a:lnTo>
                <a:lnTo>
                  <a:pt x="5038989" y="212641"/>
                </a:lnTo>
                <a:lnTo>
                  <a:pt x="5002476" y="196766"/>
                </a:lnTo>
                <a:lnTo>
                  <a:pt x="4961201" y="180891"/>
                </a:lnTo>
                <a:lnTo>
                  <a:pt x="4915165" y="165016"/>
                </a:lnTo>
                <a:lnTo>
                  <a:pt x="4862777" y="153904"/>
                </a:lnTo>
                <a:lnTo>
                  <a:pt x="4802453" y="147554"/>
                </a:lnTo>
                <a:lnTo>
                  <a:pt x="4734189" y="144379"/>
                </a:lnTo>
                <a:lnTo>
                  <a:pt x="4665928" y="147554"/>
                </a:lnTo>
                <a:lnTo>
                  <a:pt x="4605602" y="153904"/>
                </a:lnTo>
                <a:lnTo>
                  <a:pt x="4553214" y="165016"/>
                </a:lnTo>
                <a:lnTo>
                  <a:pt x="4507177" y="180891"/>
                </a:lnTo>
                <a:lnTo>
                  <a:pt x="4465902" y="196766"/>
                </a:lnTo>
                <a:lnTo>
                  <a:pt x="4429389" y="212641"/>
                </a:lnTo>
                <a:lnTo>
                  <a:pt x="4353189" y="250741"/>
                </a:lnTo>
                <a:lnTo>
                  <a:pt x="4316677" y="269791"/>
                </a:lnTo>
                <a:lnTo>
                  <a:pt x="4275402" y="285666"/>
                </a:lnTo>
                <a:lnTo>
                  <a:pt x="4229364" y="299954"/>
                </a:lnTo>
                <a:lnTo>
                  <a:pt x="4176977" y="311066"/>
                </a:lnTo>
                <a:lnTo>
                  <a:pt x="4116652" y="319004"/>
                </a:lnTo>
                <a:lnTo>
                  <a:pt x="4048389" y="320591"/>
                </a:lnTo>
                <a:lnTo>
                  <a:pt x="3980127" y="319004"/>
                </a:lnTo>
                <a:lnTo>
                  <a:pt x="3919802" y="311066"/>
                </a:lnTo>
                <a:lnTo>
                  <a:pt x="3867414" y="299954"/>
                </a:lnTo>
                <a:lnTo>
                  <a:pt x="3821377" y="285666"/>
                </a:lnTo>
                <a:lnTo>
                  <a:pt x="3780102" y="269791"/>
                </a:lnTo>
                <a:lnTo>
                  <a:pt x="3743589" y="250741"/>
                </a:lnTo>
                <a:lnTo>
                  <a:pt x="3705489" y="231691"/>
                </a:lnTo>
                <a:lnTo>
                  <a:pt x="3667389" y="212641"/>
                </a:lnTo>
                <a:lnTo>
                  <a:pt x="3630877" y="196766"/>
                </a:lnTo>
                <a:lnTo>
                  <a:pt x="3589602" y="180891"/>
                </a:lnTo>
                <a:lnTo>
                  <a:pt x="3543564" y="165016"/>
                </a:lnTo>
                <a:lnTo>
                  <a:pt x="3491177" y="153904"/>
                </a:lnTo>
                <a:lnTo>
                  <a:pt x="3430852" y="147554"/>
                </a:lnTo>
                <a:lnTo>
                  <a:pt x="3361002" y="144379"/>
                </a:lnTo>
                <a:lnTo>
                  <a:pt x="3294327" y="147554"/>
                </a:lnTo>
                <a:lnTo>
                  <a:pt x="3234002" y="153904"/>
                </a:lnTo>
                <a:lnTo>
                  <a:pt x="3181614" y="165016"/>
                </a:lnTo>
                <a:lnTo>
                  <a:pt x="3135577" y="180891"/>
                </a:lnTo>
                <a:lnTo>
                  <a:pt x="3094302" y="196766"/>
                </a:lnTo>
                <a:lnTo>
                  <a:pt x="3057789" y="212641"/>
                </a:lnTo>
                <a:lnTo>
                  <a:pt x="3019689" y="231691"/>
                </a:lnTo>
                <a:lnTo>
                  <a:pt x="2981589" y="250741"/>
                </a:lnTo>
                <a:lnTo>
                  <a:pt x="2945077" y="269791"/>
                </a:lnTo>
                <a:lnTo>
                  <a:pt x="2903802" y="285666"/>
                </a:lnTo>
                <a:lnTo>
                  <a:pt x="2857764" y="299954"/>
                </a:lnTo>
                <a:lnTo>
                  <a:pt x="2805377" y="311066"/>
                </a:lnTo>
                <a:lnTo>
                  <a:pt x="2745052" y="319004"/>
                </a:lnTo>
                <a:lnTo>
                  <a:pt x="2676789" y="320591"/>
                </a:lnTo>
                <a:lnTo>
                  <a:pt x="2608527" y="319004"/>
                </a:lnTo>
                <a:lnTo>
                  <a:pt x="2548202" y="311066"/>
                </a:lnTo>
                <a:lnTo>
                  <a:pt x="2495814" y="299954"/>
                </a:lnTo>
                <a:lnTo>
                  <a:pt x="2449777" y="285666"/>
                </a:lnTo>
                <a:lnTo>
                  <a:pt x="2408502" y="269791"/>
                </a:lnTo>
                <a:lnTo>
                  <a:pt x="2371989" y="250741"/>
                </a:lnTo>
                <a:lnTo>
                  <a:pt x="2333889" y="231691"/>
                </a:lnTo>
                <a:lnTo>
                  <a:pt x="2295789" y="212641"/>
                </a:lnTo>
                <a:lnTo>
                  <a:pt x="2259277" y="196766"/>
                </a:lnTo>
                <a:lnTo>
                  <a:pt x="2218002" y="180891"/>
                </a:lnTo>
                <a:lnTo>
                  <a:pt x="2171964" y="165016"/>
                </a:lnTo>
                <a:lnTo>
                  <a:pt x="2119577" y="153904"/>
                </a:lnTo>
                <a:lnTo>
                  <a:pt x="2059252" y="147554"/>
                </a:lnTo>
                <a:lnTo>
                  <a:pt x="1990989" y="144379"/>
                </a:lnTo>
                <a:lnTo>
                  <a:pt x="1922727" y="147554"/>
                </a:lnTo>
                <a:lnTo>
                  <a:pt x="1862402" y="153904"/>
                </a:lnTo>
                <a:lnTo>
                  <a:pt x="1810014" y="165016"/>
                </a:lnTo>
                <a:lnTo>
                  <a:pt x="1763977" y="180891"/>
                </a:lnTo>
                <a:lnTo>
                  <a:pt x="1722702" y="196766"/>
                </a:lnTo>
                <a:lnTo>
                  <a:pt x="1686189" y="212641"/>
                </a:lnTo>
                <a:lnTo>
                  <a:pt x="1648089" y="231691"/>
                </a:lnTo>
                <a:lnTo>
                  <a:pt x="1609989" y="250741"/>
                </a:lnTo>
                <a:lnTo>
                  <a:pt x="1573477" y="269791"/>
                </a:lnTo>
                <a:lnTo>
                  <a:pt x="1532202" y="285666"/>
                </a:lnTo>
                <a:lnTo>
                  <a:pt x="1486164" y="299954"/>
                </a:lnTo>
                <a:lnTo>
                  <a:pt x="1433777" y="311066"/>
                </a:lnTo>
                <a:lnTo>
                  <a:pt x="1373452" y="319004"/>
                </a:lnTo>
                <a:lnTo>
                  <a:pt x="1305189" y="320591"/>
                </a:lnTo>
                <a:lnTo>
                  <a:pt x="1236927" y="319004"/>
                </a:lnTo>
                <a:lnTo>
                  <a:pt x="1176602" y="311066"/>
                </a:lnTo>
                <a:lnTo>
                  <a:pt x="1124214" y="299954"/>
                </a:lnTo>
                <a:lnTo>
                  <a:pt x="1078177" y="285666"/>
                </a:lnTo>
                <a:lnTo>
                  <a:pt x="1036902" y="269791"/>
                </a:lnTo>
                <a:lnTo>
                  <a:pt x="1000389" y="250741"/>
                </a:lnTo>
                <a:lnTo>
                  <a:pt x="962289" y="231691"/>
                </a:lnTo>
                <a:lnTo>
                  <a:pt x="924189" y="212641"/>
                </a:lnTo>
                <a:lnTo>
                  <a:pt x="887677" y="196766"/>
                </a:lnTo>
                <a:lnTo>
                  <a:pt x="846402" y="180891"/>
                </a:lnTo>
                <a:lnTo>
                  <a:pt x="800364" y="165016"/>
                </a:lnTo>
                <a:lnTo>
                  <a:pt x="747977" y="153904"/>
                </a:lnTo>
                <a:lnTo>
                  <a:pt x="687652" y="147554"/>
                </a:lnTo>
                <a:lnTo>
                  <a:pt x="619389" y="144379"/>
                </a:lnTo>
                <a:lnTo>
                  <a:pt x="551127" y="147554"/>
                </a:lnTo>
                <a:lnTo>
                  <a:pt x="490802" y="153904"/>
                </a:lnTo>
                <a:lnTo>
                  <a:pt x="438414" y="165016"/>
                </a:lnTo>
                <a:lnTo>
                  <a:pt x="392377" y="180891"/>
                </a:lnTo>
                <a:lnTo>
                  <a:pt x="351102" y="196766"/>
                </a:lnTo>
                <a:lnTo>
                  <a:pt x="314589" y="212641"/>
                </a:lnTo>
                <a:lnTo>
                  <a:pt x="276489" y="231691"/>
                </a:lnTo>
                <a:lnTo>
                  <a:pt x="238389" y="250741"/>
                </a:lnTo>
                <a:lnTo>
                  <a:pt x="201877" y="269791"/>
                </a:lnTo>
                <a:lnTo>
                  <a:pt x="160602" y="285666"/>
                </a:lnTo>
                <a:lnTo>
                  <a:pt x="114564" y="299954"/>
                </a:lnTo>
                <a:lnTo>
                  <a:pt x="62177" y="311066"/>
                </a:lnTo>
                <a:lnTo>
                  <a:pt x="1852" y="319004"/>
                </a:lnTo>
                <a:lnTo>
                  <a:pt x="0" y="319047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lnTo>
                  <a:pt x="61938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62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EF4AC-6CF6-3C67-0B96-3FEECFC1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 the Add Migration Command </a:t>
            </a:r>
          </a:p>
        </p:txBody>
      </p:sp>
      <p:pic>
        <p:nvPicPr>
          <p:cNvPr id="4" name="Picture 4" descr="Text&#10;&#10;Description automatically generated">
            <a:extLst>
              <a:ext uri="{FF2B5EF4-FFF2-40B4-BE49-F238E27FC236}">
                <a16:creationId xmlns:a16="http://schemas.microsoft.com/office/drawing/2014/main" id="{3B44753C-E0E6-5EA3-6972-6B1BFF0D0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08" y="718660"/>
            <a:ext cx="6439588" cy="2488023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307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EF4AC-6CF6-3C67-0B96-3FEECFC1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  <a:prstGeom prst="ellipse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100" kern="1200" dirty="0">
                <a:latin typeface="+mj-lt"/>
                <a:ea typeface="+mj-ea"/>
                <a:cs typeface="+mj-cs"/>
              </a:rPr>
              <a:t>Run the</a:t>
            </a:r>
            <a:r>
              <a:rPr lang="en-US" sz="4100" dirty="0"/>
              <a:t> Update Database</a:t>
            </a:r>
            <a:r>
              <a:rPr lang="en-US" sz="4100" kern="1200" dirty="0">
                <a:latin typeface="+mj-lt"/>
                <a:ea typeface="+mj-ea"/>
                <a:cs typeface="+mj-cs"/>
              </a:rPr>
              <a:t> Command 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74FC48-4BD0-97EF-5CCF-7C58CEEDD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663" y="2061788"/>
            <a:ext cx="8092296" cy="1995577"/>
          </a:xfrm>
        </p:spPr>
      </p:pic>
    </p:spTree>
    <p:extLst>
      <p:ext uri="{BB962C8B-B14F-4D97-AF65-F5344CB8AC3E}">
        <p14:creationId xmlns:p14="http://schemas.microsoft.com/office/powerpoint/2010/main" val="1419801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9F388DC-C47F-4048-9B69-F1644A2A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2C035D-D3AD-4301-A1B5-D4C91E3C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4926329"/>
            <a:ext cx="12191996" cy="1931671"/>
          </a:xfrm>
          <a:custGeom>
            <a:avLst/>
            <a:gdLst>
              <a:gd name="connsiteX0" fmla="*/ 619388 w 12191996"/>
              <a:gd name="connsiteY0" fmla="*/ 0 h 1931671"/>
              <a:gd name="connsiteX1" fmla="*/ 687651 w 12191996"/>
              <a:gd name="connsiteY1" fmla="*/ 3175 h 1931671"/>
              <a:gd name="connsiteX2" fmla="*/ 747976 w 12191996"/>
              <a:gd name="connsiteY2" fmla="*/ 9525 h 1931671"/>
              <a:gd name="connsiteX3" fmla="*/ 800363 w 12191996"/>
              <a:gd name="connsiteY3" fmla="*/ 20637 h 1931671"/>
              <a:gd name="connsiteX4" fmla="*/ 846401 w 12191996"/>
              <a:gd name="connsiteY4" fmla="*/ 36512 h 1931671"/>
              <a:gd name="connsiteX5" fmla="*/ 887676 w 12191996"/>
              <a:gd name="connsiteY5" fmla="*/ 52387 h 1931671"/>
              <a:gd name="connsiteX6" fmla="*/ 924188 w 12191996"/>
              <a:gd name="connsiteY6" fmla="*/ 68262 h 1931671"/>
              <a:gd name="connsiteX7" fmla="*/ 962288 w 12191996"/>
              <a:gd name="connsiteY7" fmla="*/ 87312 h 1931671"/>
              <a:gd name="connsiteX8" fmla="*/ 1000388 w 12191996"/>
              <a:gd name="connsiteY8" fmla="*/ 106362 h 1931671"/>
              <a:gd name="connsiteX9" fmla="*/ 1036901 w 12191996"/>
              <a:gd name="connsiteY9" fmla="*/ 125412 h 1931671"/>
              <a:gd name="connsiteX10" fmla="*/ 1078176 w 12191996"/>
              <a:gd name="connsiteY10" fmla="*/ 141287 h 1931671"/>
              <a:gd name="connsiteX11" fmla="*/ 1124213 w 12191996"/>
              <a:gd name="connsiteY11" fmla="*/ 155575 h 1931671"/>
              <a:gd name="connsiteX12" fmla="*/ 1176601 w 12191996"/>
              <a:gd name="connsiteY12" fmla="*/ 166687 h 1931671"/>
              <a:gd name="connsiteX13" fmla="*/ 1236926 w 12191996"/>
              <a:gd name="connsiteY13" fmla="*/ 174625 h 1931671"/>
              <a:gd name="connsiteX14" fmla="*/ 1305188 w 12191996"/>
              <a:gd name="connsiteY14" fmla="*/ 176212 h 1931671"/>
              <a:gd name="connsiteX15" fmla="*/ 1373451 w 12191996"/>
              <a:gd name="connsiteY15" fmla="*/ 174625 h 1931671"/>
              <a:gd name="connsiteX16" fmla="*/ 1433776 w 12191996"/>
              <a:gd name="connsiteY16" fmla="*/ 166687 h 1931671"/>
              <a:gd name="connsiteX17" fmla="*/ 1486163 w 12191996"/>
              <a:gd name="connsiteY17" fmla="*/ 155575 h 1931671"/>
              <a:gd name="connsiteX18" fmla="*/ 1532201 w 12191996"/>
              <a:gd name="connsiteY18" fmla="*/ 141287 h 1931671"/>
              <a:gd name="connsiteX19" fmla="*/ 1573476 w 12191996"/>
              <a:gd name="connsiteY19" fmla="*/ 125412 h 1931671"/>
              <a:gd name="connsiteX20" fmla="*/ 1609988 w 12191996"/>
              <a:gd name="connsiteY20" fmla="*/ 106362 h 1931671"/>
              <a:gd name="connsiteX21" fmla="*/ 1648088 w 12191996"/>
              <a:gd name="connsiteY21" fmla="*/ 87312 h 1931671"/>
              <a:gd name="connsiteX22" fmla="*/ 1686188 w 12191996"/>
              <a:gd name="connsiteY22" fmla="*/ 68262 h 1931671"/>
              <a:gd name="connsiteX23" fmla="*/ 1722701 w 12191996"/>
              <a:gd name="connsiteY23" fmla="*/ 52387 h 1931671"/>
              <a:gd name="connsiteX24" fmla="*/ 1763976 w 12191996"/>
              <a:gd name="connsiteY24" fmla="*/ 36512 h 1931671"/>
              <a:gd name="connsiteX25" fmla="*/ 1810013 w 12191996"/>
              <a:gd name="connsiteY25" fmla="*/ 20637 h 1931671"/>
              <a:gd name="connsiteX26" fmla="*/ 1862401 w 12191996"/>
              <a:gd name="connsiteY26" fmla="*/ 9525 h 1931671"/>
              <a:gd name="connsiteX27" fmla="*/ 1922726 w 12191996"/>
              <a:gd name="connsiteY27" fmla="*/ 3175 h 1931671"/>
              <a:gd name="connsiteX28" fmla="*/ 1990988 w 12191996"/>
              <a:gd name="connsiteY28" fmla="*/ 0 h 1931671"/>
              <a:gd name="connsiteX29" fmla="*/ 2059251 w 12191996"/>
              <a:gd name="connsiteY29" fmla="*/ 3175 h 1931671"/>
              <a:gd name="connsiteX30" fmla="*/ 2119576 w 12191996"/>
              <a:gd name="connsiteY30" fmla="*/ 9525 h 1931671"/>
              <a:gd name="connsiteX31" fmla="*/ 2171963 w 12191996"/>
              <a:gd name="connsiteY31" fmla="*/ 20637 h 1931671"/>
              <a:gd name="connsiteX32" fmla="*/ 2218001 w 12191996"/>
              <a:gd name="connsiteY32" fmla="*/ 36512 h 1931671"/>
              <a:gd name="connsiteX33" fmla="*/ 2259276 w 12191996"/>
              <a:gd name="connsiteY33" fmla="*/ 52387 h 1931671"/>
              <a:gd name="connsiteX34" fmla="*/ 2295788 w 12191996"/>
              <a:gd name="connsiteY34" fmla="*/ 68262 h 1931671"/>
              <a:gd name="connsiteX35" fmla="*/ 2333888 w 12191996"/>
              <a:gd name="connsiteY35" fmla="*/ 87312 h 1931671"/>
              <a:gd name="connsiteX36" fmla="*/ 2371988 w 12191996"/>
              <a:gd name="connsiteY36" fmla="*/ 106362 h 1931671"/>
              <a:gd name="connsiteX37" fmla="*/ 2408501 w 12191996"/>
              <a:gd name="connsiteY37" fmla="*/ 125412 h 1931671"/>
              <a:gd name="connsiteX38" fmla="*/ 2449776 w 12191996"/>
              <a:gd name="connsiteY38" fmla="*/ 141287 h 1931671"/>
              <a:gd name="connsiteX39" fmla="*/ 2495813 w 12191996"/>
              <a:gd name="connsiteY39" fmla="*/ 155575 h 1931671"/>
              <a:gd name="connsiteX40" fmla="*/ 2548201 w 12191996"/>
              <a:gd name="connsiteY40" fmla="*/ 166687 h 1931671"/>
              <a:gd name="connsiteX41" fmla="*/ 2608526 w 12191996"/>
              <a:gd name="connsiteY41" fmla="*/ 174625 h 1931671"/>
              <a:gd name="connsiteX42" fmla="*/ 2676788 w 12191996"/>
              <a:gd name="connsiteY42" fmla="*/ 176212 h 1931671"/>
              <a:gd name="connsiteX43" fmla="*/ 2745051 w 12191996"/>
              <a:gd name="connsiteY43" fmla="*/ 174625 h 1931671"/>
              <a:gd name="connsiteX44" fmla="*/ 2805376 w 12191996"/>
              <a:gd name="connsiteY44" fmla="*/ 166687 h 1931671"/>
              <a:gd name="connsiteX45" fmla="*/ 2857763 w 12191996"/>
              <a:gd name="connsiteY45" fmla="*/ 155575 h 1931671"/>
              <a:gd name="connsiteX46" fmla="*/ 2903801 w 12191996"/>
              <a:gd name="connsiteY46" fmla="*/ 141287 h 1931671"/>
              <a:gd name="connsiteX47" fmla="*/ 2945076 w 12191996"/>
              <a:gd name="connsiteY47" fmla="*/ 125412 h 1931671"/>
              <a:gd name="connsiteX48" fmla="*/ 2981588 w 12191996"/>
              <a:gd name="connsiteY48" fmla="*/ 106362 h 1931671"/>
              <a:gd name="connsiteX49" fmla="*/ 3019688 w 12191996"/>
              <a:gd name="connsiteY49" fmla="*/ 87312 h 1931671"/>
              <a:gd name="connsiteX50" fmla="*/ 3057788 w 12191996"/>
              <a:gd name="connsiteY50" fmla="*/ 68262 h 1931671"/>
              <a:gd name="connsiteX51" fmla="*/ 3094301 w 12191996"/>
              <a:gd name="connsiteY51" fmla="*/ 52387 h 1931671"/>
              <a:gd name="connsiteX52" fmla="*/ 3135576 w 12191996"/>
              <a:gd name="connsiteY52" fmla="*/ 36512 h 1931671"/>
              <a:gd name="connsiteX53" fmla="*/ 3181613 w 12191996"/>
              <a:gd name="connsiteY53" fmla="*/ 20637 h 1931671"/>
              <a:gd name="connsiteX54" fmla="*/ 3234001 w 12191996"/>
              <a:gd name="connsiteY54" fmla="*/ 9525 h 1931671"/>
              <a:gd name="connsiteX55" fmla="*/ 3294326 w 12191996"/>
              <a:gd name="connsiteY55" fmla="*/ 3175 h 1931671"/>
              <a:gd name="connsiteX56" fmla="*/ 3361001 w 12191996"/>
              <a:gd name="connsiteY56" fmla="*/ 0 h 1931671"/>
              <a:gd name="connsiteX57" fmla="*/ 3430851 w 12191996"/>
              <a:gd name="connsiteY57" fmla="*/ 3175 h 1931671"/>
              <a:gd name="connsiteX58" fmla="*/ 3491176 w 12191996"/>
              <a:gd name="connsiteY58" fmla="*/ 9525 h 1931671"/>
              <a:gd name="connsiteX59" fmla="*/ 3543563 w 12191996"/>
              <a:gd name="connsiteY59" fmla="*/ 20637 h 1931671"/>
              <a:gd name="connsiteX60" fmla="*/ 3589601 w 12191996"/>
              <a:gd name="connsiteY60" fmla="*/ 36512 h 1931671"/>
              <a:gd name="connsiteX61" fmla="*/ 3630876 w 12191996"/>
              <a:gd name="connsiteY61" fmla="*/ 52387 h 1931671"/>
              <a:gd name="connsiteX62" fmla="*/ 3667388 w 12191996"/>
              <a:gd name="connsiteY62" fmla="*/ 68262 h 1931671"/>
              <a:gd name="connsiteX63" fmla="*/ 3705488 w 12191996"/>
              <a:gd name="connsiteY63" fmla="*/ 87312 h 1931671"/>
              <a:gd name="connsiteX64" fmla="*/ 3743588 w 12191996"/>
              <a:gd name="connsiteY64" fmla="*/ 106362 h 1931671"/>
              <a:gd name="connsiteX65" fmla="*/ 3780101 w 12191996"/>
              <a:gd name="connsiteY65" fmla="*/ 125412 h 1931671"/>
              <a:gd name="connsiteX66" fmla="*/ 3821376 w 12191996"/>
              <a:gd name="connsiteY66" fmla="*/ 141287 h 1931671"/>
              <a:gd name="connsiteX67" fmla="*/ 3867413 w 12191996"/>
              <a:gd name="connsiteY67" fmla="*/ 155575 h 1931671"/>
              <a:gd name="connsiteX68" fmla="*/ 3919801 w 12191996"/>
              <a:gd name="connsiteY68" fmla="*/ 166687 h 1931671"/>
              <a:gd name="connsiteX69" fmla="*/ 3980126 w 12191996"/>
              <a:gd name="connsiteY69" fmla="*/ 174625 h 1931671"/>
              <a:gd name="connsiteX70" fmla="*/ 4048388 w 12191996"/>
              <a:gd name="connsiteY70" fmla="*/ 176212 h 1931671"/>
              <a:gd name="connsiteX71" fmla="*/ 4116651 w 12191996"/>
              <a:gd name="connsiteY71" fmla="*/ 174625 h 1931671"/>
              <a:gd name="connsiteX72" fmla="*/ 4176976 w 12191996"/>
              <a:gd name="connsiteY72" fmla="*/ 166687 h 1931671"/>
              <a:gd name="connsiteX73" fmla="*/ 4229363 w 12191996"/>
              <a:gd name="connsiteY73" fmla="*/ 155575 h 1931671"/>
              <a:gd name="connsiteX74" fmla="*/ 4275401 w 12191996"/>
              <a:gd name="connsiteY74" fmla="*/ 141287 h 1931671"/>
              <a:gd name="connsiteX75" fmla="*/ 4316676 w 12191996"/>
              <a:gd name="connsiteY75" fmla="*/ 125412 h 1931671"/>
              <a:gd name="connsiteX76" fmla="*/ 4353188 w 12191996"/>
              <a:gd name="connsiteY76" fmla="*/ 106362 h 1931671"/>
              <a:gd name="connsiteX77" fmla="*/ 4429388 w 12191996"/>
              <a:gd name="connsiteY77" fmla="*/ 68262 h 1931671"/>
              <a:gd name="connsiteX78" fmla="*/ 4465901 w 12191996"/>
              <a:gd name="connsiteY78" fmla="*/ 52387 h 1931671"/>
              <a:gd name="connsiteX79" fmla="*/ 4507176 w 12191996"/>
              <a:gd name="connsiteY79" fmla="*/ 36512 h 1931671"/>
              <a:gd name="connsiteX80" fmla="*/ 4553214 w 12191996"/>
              <a:gd name="connsiteY80" fmla="*/ 20637 h 1931671"/>
              <a:gd name="connsiteX81" fmla="*/ 4605601 w 12191996"/>
              <a:gd name="connsiteY81" fmla="*/ 9525 h 1931671"/>
              <a:gd name="connsiteX82" fmla="*/ 4665927 w 12191996"/>
              <a:gd name="connsiteY82" fmla="*/ 3175 h 1931671"/>
              <a:gd name="connsiteX83" fmla="*/ 4734188 w 12191996"/>
              <a:gd name="connsiteY83" fmla="*/ 0 h 1931671"/>
              <a:gd name="connsiteX84" fmla="*/ 4802452 w 12191996"/>
              <a:gd name="connsiteY84" fmla="*/ 3175 h 1931671"/>
              <a:gd name="connsiteX85" fmla="*/ 4862776 w 12191996"/>
              <a:gd name="connsiteY85" fmla="*/ 9525 h 1931671"/>
              <a:gd name="connsiteX86" fmla="*/ 4915164 w 12191996"/>
              <a:gd name="connsiteY86" fmla="*/ 20637 h 1931671"/>
              <a:gd name="connsiteX87" fmla="*/ 4961200 w 12191996"/>
              <a:gd name="connsiteY87" fmla="*/ 36512 h 1931671"/>
              <a:gd name="connsiteX88" fmla="*/ 5002476 w 12191996"/>
              <a:gd name="connsiteY88" fmla="*/ 52387 h 1931671"/>
              <a:gd name="connsiteX89" fmla="*/ 5038988 w 12191996"/>
              <a:gd name="connsiteY89" fmla="*/ 68262 h 1931671"/>
              <a:gd name="connsiteX90" fmla="*/ 5077089 w 12191996"/>
              <a:gd name="connsiteY90" fmla="*/ 87312 h 1931671"/>
              <a:gd name="connsiteX91" fmla="*/ 5115188 w 12191996"/>
              <a:gd name="connsiteY91" fmla="*/ 106362 h 1931671"/>
              <a:gd name="connsiteX92" fmla="*/ 5151700 w 12191996"/>
              <a:gd name="connsiteY92" fmla="*/ 125412 h 1931671"/>
              <a:gd name="connsiteX93" fmla="*/ 5192976 w 12191996"/>
              <a:gd name="connsiteY93" fmla="*/ 141287 h 1931671"/>
              <a:gd name="connsiteX94" fmla="*/ 5239013 w 12191996"/>
              <a:gd name="connsiteY94" fmla="*/ 155575 h 1931671"/>
              <a:gd name="connsiteX95" fmla="*/ 5291400 w 12191996"/>
              <a:gd name="connsiteY95" fmla="*/ 166687 h 1931671"/>
              <a:gd name="connsiteX96" fmla="*/ 5351726 w 12191996"/>
              <a:gd name="connsiteY96" fmla="*/ 174625 h 1931671"/>
              <a:gd name="connsiteX97" fmla="*/ 5410198 w 12191996"/>
              <a:gd name="connsiteY97" fmla="*/ 175985 h 1931671"/>
              <a:gd name="connsiteX98" fmla="*/ 5468670 w 12191996"/>
              <a:gd name="connsiteY98" fmla="*/ 174625 h 1931671"/>
              <a:gd name="connsiteX99" fmla="*/ 5528995 w 12191996"/>
              <a:gd name="connsiteY99" fmla="*/ 166687 h 1931671"/>
              <a:gd name="connsiteX100" fmla="*/ 5581382 w 12191996"/>
              <a:gd name="connsiteY100" fmla="*/ 155575 h 1931671"/>
              <a:gd name="connsiteX101" fmla="*/ 5627420 w 12191996"/>
              <a:gd name="connsiteY101" fmla="*/ 141287 h 1931671"/>
              <a:gd name="connsiteX102" fmla="*/ 5668695 w 12191996"/>
              <a:gd name="connsiteY102" fmla="*/ 125412 h 1931671"/>
              <a:gd name="connsiteX103" fmla="*/ 5705208 w 12191996"/>
              <a:gd name="connsiteY103" fmla="*/ 106362 h 1931671"/>
              <a:gd name="connsiteX104" fmla="*/ 5743307 w 12191996"/>
              <a:gd name="connsiteY104" fmla="*/ 87312 h 1931671"/>
              <a:gd name="connsiteX105" fmla="*/ 5781407 w 12191996"/>
              <a:gd name="connsiteY105" fmla="*/ 68262 h 1931671"/>
              <a:gd name="connsiteX106" fmla="*/ 5817920 w 12191996"/>
              <a:gd name="connsiteY106" fmla="*/ 52387 h 1931671"/>
              <a:gd name="connsiteX107" fmla="*/ 5859195 w 12191996"/>
              <a:gd name="connsiteY107" fmla="*/ 36512 h 1931671"/>
              <a:gd name="connsiteX108" fmla="*/ 5905233 w 12191996"/>
              <a:gd name="connsiteY108" fmla="*/ 20637 h 1931671"/>
              <a:gd name="connsiteX109" fmla="*/ 5957620 w 12191996"/>
              <a:gd name="connsiteY109" fmla="*/ 9525 h 1931671"/>
              <a:gd name="connsiteX110" fmla="*/ 6017946 w 12191996"/>
              <a:gd name="connsiteY110" fmla="*/ 3175 h 1931671"/>
              <a:gd name="connsiteX111" fmla="*/ 6086208 w 12191996"/>
              <a:gd name="connsiteY111" fmla="*/ 0 h 1931671"/>
              <a:gd name="connsiteX112" fmla="*/ 6095998 w 12191996"/>
              <a:gd name="connsiteY112" fmla="*/ 455 h 1931671"/>
              <a:gd name="connsiteX113" fmla="*/ 6105788 w 12191996"/>
              <a:gd name="connsiteY113" fmla="*/ 0 h 1931671"/>
              <a:gd name="connsiteX114" fmla="*/ 6174051 w 12191996"/>
              <a:gd name="connsiteY114" fmla="*/ 3175 h 1931671"/>
              <a:gd name="connsiteX115" fmla="*/ 6234376 w 12191996"/>
              <a:gd name="connsiteY115" fmla="*/ 9525 h 1931671"/>
              <a:gd name="connsiteX116" fmla="*/ 6286763 w 12191996"/>
              <a:gd name="connsiteY116" fmla="*/ 20637 h 1931671"/>
              <a:gd name="connsiteX117" fmla="*/ 6332801 w 12191996"/>
              <a:gd name="connsiteY117" fmla="*/ 36512 h 1931671"/>
              <a:gd name="connsiteX118" fmla="*/ 6374076 w 12191996"/>
              <a:gd name="connsiteY118" fmla="*/ 52387 h 1931671"/>
              <a:gd name="connsiteX119" fmla="*/ 6410588 w 12191996"/>
              <a:gd name="connsiteY119" fmla="*/ 68262 h 1931671"/>
              <a:gd name="connsiteX120" fmla="*/ 6448688 w 12191996"/>
              <a:gd name="connsiteY120" fmla="*/ 87312 h 1931671"/>
              <a:gd name="connsiteX121" fmla="*/ 6486788 w 12191996"/>
              <a:gd name="connsiteY121" fmla="*/ 106362 h 1931671"/>
              <a:gd name="connsiteX122" fmla="*/ 6523301 w 12191996"/>
              <a:gd name="connsiteY122" fmla="*/ 125412 h 1931671"/>
              <a:gd name="connsiteX123" fmla="*/ 6564576 w 12191996"/>
              <a:gd name="connsiteY123" fmla="*/ 141287 h 1931671"/>
              <a:gd name="connsiteX124" fmla="*/ 6610613 w 12191996"/>
              <a:gd name="connsiteY124" fmla="*/ 155575 h 1931671"/>
              <a:gd name="connsiteX125" fmla="*/ 6663001 w 12191996"/>
              <a:gd name="connsiteY125" fmla="*/ 166687 h 1931671"/>
              <a:gd name="connsiteX126" fmla="*/ 6723326 w 12191996"/>
              <a:gd name="connsiteY126" fmla="*/ 174625 h 1931671"/>
              <a:gd name="connsiteX127" fmla="*/ 6781798 w 12191996"/>
              <a:gd name="connsiteY127" fmla="*/ 175985 h 1931671"/>
              <a:gd name="connsiteX128" fmla="*/ 6840270 w 12191996"/>
              <a:gd name="connsiteY128" fmla="*/ 174625 h 1931671"/>
              <a:gd name="connsiteX129" fmla="*/ 6900595 w 12191996"/>
              <a:gd name="connsiteY129" fmla="*/ 166687 h 1931671"/>
              <a:gd name="connsiteX130" fmla="*/ 6952982 w 12191996"/>
              <a:gd name="connsiteY130" fmla="*/ 155575 h 1931671"/>
              <a:gd name="connsiteX131" fmla="*/ 6999020 w 12191996"/>
              <a:gd name="connsiteY131" fmla="*/ 141287 h 1931671"/>
              <a:gd name="connsiteX132" fmla="*/ 7040295 w 12191996"/>
              <a:gd name="connsiteY132" fmla="*/ 125412 h 1931671"/>
              <a:gd name="connsiteX133" fmla="*/ 7076807 w 12191996"/>
              <a:gd name="connsiteY133" fmla="*/ 106362 h 1931671"/>
              <a:gd name="connsiteX134" fmla="*/ 7114907 w 12191996"/>
              <a:gd name="connsiteY134" fmla="*/ 87312 h 1931671"/>
              <a:gd name="connsiteX135" fmla="*/ 7153007 w 12191996"/>
              <a:gd name="connsiteY135" fmla="*/ 68262 h 1931671"/>
              <a:gd name="connsiteX136" fmla="*/ 7189520 w 12191996"/>
              <a:gd name="connsiteY136" fmla="*/ 52387 h 1931671"/>
              <a:gd name="connsiteX137" fmla="*/ 7230795 w 12191996"/>
              <a:gd name="connsiteY137" fmla="*/ 36512 h 1931671"/>
              <a:gd name="connsiteX138" fmla="*/ 7276832 w 12191996"/>
              <a:gd name="connsiteY138" fmla="*/ 20637 h 1931671"/>
              <a:gd name="connsiteX139" fmla="*/ 7329220 w 12191996"/>
              <a:gd name="connsiteY139" fmla="*/ 9525 h 1931671"/>
              <a:gd name="connsiteX140" fmla="*/ 7389545 w 12191996"/>
              <a:gd name="connsiteY140" fmla="*/ 3175 h 1931671"/>
              <a:gd name="connsiteX141" fmla="*/ 7457807 w 12191996"/>
              <a:gd name="connsiteY141" fmla="*/ 0 h 1931671"/>
              <a:gd name="connsiteX142" fmla="*/ 7526070 w 12191996"/>
              <a:gd name="connsiteY142" fmla="*/ 3175 h 1931671"/>
              <a:gd name="connsiteX143" fmla="*/ 7586395 w 12191996"/>
              <a:gd name="connsiteY143" fmla="*/ 9525 h 1931671"/>
              <a:gd name="connsiteX144" fmla="*/ 7638782 w 12191996"/>
              <a:gd name="connsiteY144" fmla="*/ 20637 h 1931671"/>
              <a:gd name="connsiteX145" fmla="*/ 7684820 w 12191996"/>
              <a:gd name="connsiteY145" fmla="*/ 36512 h 1931671"/>
              <a:gd name="connsiteX146" fmla="*/ 7726095 w 12191996"/>
              <a:gd name="connsiteY146" fmla="*/ 52387 h 1931671"/>
              <a:gd name="connsiteX147" fmla="*/ 7762607 w 12191996"/>
              <a:gd name="connsiteY147" fmla="*/ 68262 h 1931671"/>
              <a:gd name="connsiteX148" fmla="*/ 7800707 w 12191996"/>
              <a:gd name="connsiteY148" fmla="*/ 87312 h 1931671"/>
              <a:gd name="connsiteX149" fmla="*/ 7838807 w 12191996"/>
              <a:gd name="connsiteY149" fmla="*/ 106362 h 1931671"/>
              <a:gd name="connsiteX150" fmla="*/ 7875320 w 12191996"/>
              <a:gd name="connsiteY150" fmla="*/ 125412 h 1931671"/>
              <a:gd name="connsiteX151" fmla="*/ 7916595 w 12191996"/>
              <a:gd name="connsiteY151" fmla="*/ 141287 h 1931671"/>
              <a:gd name="connsiteX152" fmla="*/ 7962632 w 12191996"/>
              <a:gd name="connsiteY152" fmla="*/ 155575 h 1931671"/>
              <a:gd name="connsiteX153" fmla="*/ 8015020 w 12191996"/>
              <a:gd name="connsiteY153" fmla="*/ 166687 h 1931671"/>
              <a:gd name="connsiteX154" fmla="*/ 8075345 w 12191996"/>
              <a:gd name="connsiteY154" fmla="*/ 174625 h 1931671"/>
              <a:gd name="connsiteX155" fmla="*/ 8143607 w 12191996"/>
              <a:gd name="connsiteY155" fmla="*/ 176212 h 1931671"/>
              <a:gd name="connsiteX156" fmla="*/ 8211870 w 12191996"/>
              <a:gd name="connsiteY156" fmla="*/ 174625 h 1931671"/>
              <a:gd name="connsiteX157" fmla="*/ 8272195 w 12191996"/>
              <a:gd name="connsiteY157" fmla="*/ 166687 h 1931671"/>
              <a:gd name="connsiteX158" fmla="*/ 8324582 w 12191996"/>
              <a:gd name="connsiteY158" fmla="*/ 155575 h 1931671"/>
              <a:gd name="connsiteX159" fmla="*/ 8370620 w 12191996"/>
              <a:gd name="connsiteY159" fmla="*/ 141287 h 1931671"/>
              <a:gd name="connsiteX160" fmla="*/ 8411895 w 12191996"/>
              <a:gd name="connsiteY160" fmla="*/ 125412 h 1931671"/>
              <a:gd name="connsiteX161" fmla="*/ 8448407 w 12191996"/>
              <a:gd name="connsiteY161" fmla="*/ 106362 h 1931671"/>
              <a:gd name="connsiteX162" fmla="*/ 8486507 w 12191996"/>
              <a:gd name="connsiteY162" fmla="*/ 87312 h 1931671"/>
              <a:gd name="connsiteX163" fmla="*/ 8524607 w 12191996"/>
              <a:gd name="connsiteY163" fmla="*/ 68262 h 1931671"/>
              <a:gd name="connsiteX164" fmla="*/ 8561119 w 12191996"/>
              <a:gd name="connsiteY164" fmla="*/ 52387 h 1931671"/>
              <a:gd name="connsiteX165" fmla="*/ 8602395 w 12191996"/>
              <a:gd name="connsiteY165" fmla="*/ 36512 h 1931671"/>
              <a:gd name="connsiteX166" fmla="*/ 8648431 w 12191996"/>
              <a:gd name="connsiteY166" fmla="*/ 20637 h 1931671"/>
              <a:gd name="connsiteX167" fmla="*/ 8700819 w 12191996"/>
              <a:gd name="connsiteY167" fmla="*/ 9525 h 1931671"/>
              <a:gd name="connsiteX168" fmla="*/ 8761145 w 12191996"/>
              <a:gd name="connsiteY168" fmla="*/ 3175 h 1931671"/>
              <a:gd name="connsiteX169" fmla="*/ 8827819 w 12191996"/>
              <a:gd name="connsiteY169" fmla="*/ 0 h 1931671"/>
              <a:gd name="connsiteX170" fmla="*/ 8897669 w 12191996"/>
              <a:gd name="connsiteY170" fmla="*/ 3175 h 1931671"/>
              <a:gd name="connsiteX171" fmla="*/ 8957995 w 12191996"/>
              <a:gd name="connsiteY171" fmla="*/ 9525 h 1931671"/>
              <a:gd name="connsiteX172" fmla="*/ 9010381 w 12191996"/>
              <a:gd name="connsiteY172" fmla="*/ 20637 h 1931671"/>
              <a:gd name="connsiteX173" fmla="*/ 9056419 w 12191996"/>
              <a:gd name="connsiteY173" fmla="*/ 36512 h 1931671"/>
              <a:gd name="connsiteX174" fmla="*/ 9097695 w 12191996"/>
              <a:gd name="connsiteY174" fmla="*/ 52387 h 1931671"/>
              <a:gd name="connsiteX175" fmla="*/ 9134207 w 12191996"/>
              <a:gd name="connsiteY175" fmla="*/ 68262 h 1931671"/>
              <a:gd name="connsiteX176" fmla="*/ 9172307 w 12191996"/>
              <a:gd name="connsiteY176" fmla="*/ 87312 h 1931671"/>
              <a:gd name="connsiteX177" fmla="*/ 9210407 w 12191996"/>
              <a:gd name="connsiteY177" fmla="*/ 106362 h 1931671"/>
              <a:gd name="connsiteX178" fmla="*/ 9246919 w 12191996"/>
              <a:gd name="connsiteY178" fmla="*/ 125412 h 1931671"/>
              <a:gd name="connsiteX179" fmla="*/ 9288195 w 12191996"/>
              <a:gd name="connsiteY179" fmla="*/ 141287 h 1931671"/>
              <a:gd name="connsiteX180" fmla="*/ 9334231 w 12191996"/>
              <a:gd name="connsiteY180" fmla="*/ 155575 h 1931671"/>
              <a:gd name="connsiteX181" fmla="*/ 9386619 w 12191996"/>
              <a:gd name="connsiteY181" fmla="*/ 166687 h 1931671"/>
              <a:gd name="connsiteX182" fmla="*/ 9446945 w 12191996"/>
              <a:gd name="connsiteY182" fmla="*/ 174625 h 1931671"/>
              <a:gd name="connsiteX183" fmla="*/ 9515207 w 12191996"/>
              <a:gd name="connsiteY183" fmla="*/ 176212 h 1931671"/>
              <a:gd name="connsiteX184" fmla="*/ 9583469 w 12191996"/>
              <a:gd name="connsiteY184" fmla="*/ 174625 h 1931671"/>
              <a:gd name="connsiteX185" fmla="*/ 9643795 w 12191996"/>
              <a:gd name="connsiteY185" fmla="*/ 166687 h 1931671"/>
              <a:gd name="connsiteX186" fmla="*/ 9696181 w 12191996"/>
              <a:gd name="connsiteY186" fmla="*/ 155575 h 1931671"/>
              <a:gd name="connsiteX187" fmla="*/ 9742219 w 12191996"/>
              <a:gd name="connsiteY187" fmla="*/ 141287 h 1931671"/>
              <a:gd name="connsiteX188" fmla="*/ 9783495 w 12191996"/>
              <a:gd name="connsiteY188" fmla="*/ 125412 h 1931671"/>
              <a:gd name="connsiteX189" fmla="*/ 9820007 w 12191996"/>
              <a:gd name="connsiteY189" fmla="*/ 106362 h 1931671"/>
              <a:gd name="connsiteX190" fmla="*/ 9896207 w 12191996"/>
              <a:gd name="connsiteY190" fmla="*/ 68262 h 1931671"/>
              <a:gd name="connsiteX191" fmla="*/ 9932719 w 12191996"/>
              <a:gd name="connsiteY191" fmla="*/ 52387 h 1931671"/>
              <a:gd name="connsiteX192" fmla="*/ 9973995 w 12191996"/>
              <a:gd name="connsiteY192" fmla="*/ 36512 h 1931671"/>
              <a:gd name="connsiteX193" fmla="*/ 10020031 w 12191996"/>
              <a:gd name="connsiteY193" fmla="*/ 20637 h 1931671"/>
              <a:gd name="connsiteX194" fmla="*/ 10072419 w 12191996"/>
              <a:gd name="connsiteY194" fmla="*/ 9525 h 1931671"/>
              <a:gd name="connsiteX195" fmla="*/ 10132745 w 12191996"/>
              <a:gd name="connsiteY195" fmla="*/ 3175 h 1931671"/>
              <a:gd name="connsiteX196" fmla="*/ 10201007 w 12191996"/>
              <a:gd name="connsiteY196" fmla="*/ 0 h 1931671"/>
              <a:gd name="connsiteX197" fmla="*/ 10269269 w 12191996"/>
              <a:gd name="connsiteY197" fmla="*/ 3175 h 1931671"/>
              <a:gd name="connsiteX198" fmla="*/ 10329595 w 12191996"/>
              <a:gd name="connsiteY198" fmla="*/ 9525 h 1931671"/>
              <a:gd name="connsiteX199" fmla="*/ 10381981 w 12191996"/>
              <a:gd name="connsiteY199" fmla="*/ 20637 h 1931671"/>
              <a:gd name="connsiteX200" fmla="*/ 10428019 w 12191996"/>
              <a:gd name="connsiteY200" fmla="*/ 36512 h 1931671"/>
              <a:gd name="connsiteX201" fmla="*/ 10469295 w 12191996"/>
              <a:gd name="connsiteY201" fmla="*/ 52387 h 1931671"/>
              <a:gd name="connsiteX202" fmla="*/ 10505807 w 12191996"/>
              <a:gd name="connsiteY202" fmla="*/ 68262 h 1931671"/>
              <a:gd name="connsiteX203" fmla="*/ 10543907 w 12191996"/>
              <a:gd name="connsiteY203" fmla="*/ 87312 h 1931671"/>
              <a:gd name="connsiteX204" fmla="*/ 10582007 w 12191996"/>
              <a:gd name="connsiteY204" fmla="*/ 106362 h 1931671"/>
              <a:gd name="connsiteX205" fmla="*/ 10618519 w 12191996"/>
              <a:gd name="connsiteY205" fmla="*/ 125412 h 1931671"/>
              <a:gd name="connsiteX206" fmla="*/ 10659795 w 12191996"/>
              <a:gd name="connsiteY206" fmla="*/ 141287 h 1931671"/>
              <a:gd name="connsiteX207" fmla="*/ 10705831 w 12191996"/>
              <a:gd name="connsiteY207" fmla="*/ 155575 h 1931671"/>
              <a:gd name="connsiteX208" fmla="*/ 10758219 w 12191996"/>
              <a:gd name="connsiteY208" fmla="*/ 166687 h 1931671"/>
              <a:gd name="connsiteX209" fmla="*/ 10818545 w 12191996"/>
              <a:gd name="connsiteY209" fmla="*/ 174625 h 1931671"/>
              <a:gd name="connsiteX210" fmla="*/ 10886807 w 12191996"/>
              <a:gd name="connsiteY210" fmla="*/ 176212 h 1931671"/>
              <a:gd name="connsiteX211" fmla="*/ 10955069 w 12191996"/>
              <a:gd name="connsiteY211" fmla="*/ 174625 h 1931671"/>
              <a:gd name="connsiteX212" fmla="*/ 11015395 w 12191996"/>
              <a:gd name="connsiteY212" fmla="*/ 166687 h 1931671"/>
              <a:gd name="connsiteX213" fmla="*/ 11067781 w 12191996"/>
              <a:gd name="connsiteY213" fmla="*/ 155575 h 1931671"/>
              <a:gd name="connsiteX214" fmla="*/ 11113819 w 12191996"/>
              <a:gd name="connsiteY214" fmla="*/ 141287 h 1931671"/>
              <a:gd name="connsiteX215" fmla="*/ 11155095 w 12191996"/>
              <a:gd name="connsiteY215" fmla="*/ 125412 h 1931671"/>
              <a:gd name="connsiteX216" fmla="*/ 11191607 w 12191996"/>
              <a:gd name="connsiteY216" fmla="*/ 106362 h 1931671"/>
              <a:gd name="connsiteX217" fmla="*/ 11229707 w 12191996"/>
              <a:gd name="connsiteY217" fmla="*/ 87312 h 1931671"/>
              <a:gd name="connsiteX218" fmla="*/ 11267807 w 12191996"/>
              <a:gd name="connsiteY218" fmla="*/ 68262 h 1931671"/>
              <a:gd name="connsiteX219" fmla="*/ 11304319 w 12191996"/>
              <a:gd name="connsiteY219" fmla="*/ 52387 h 1931671"/>
              <a:gd name="connsiteX220" fmla="*/ 11345595 w 12191996"/>
              <a:gd name="connsiteY220" fmla="*/ 36512 h 1931671"/>
              <a:gd name="connsiteX221" fmla="*/ 11391631 w 12191996"/>
              <a:gd name="connsiteY221" fmla="*/ 20637 h 1931671"/>
              <a:gd name="connsiteX222" fmla="*/ 11444019 w 12191996"/>
              <a:gd name="connsiteY222" fmla="*/ 9525 h 1931671"/>
              <a:gd name="connsiteX223" fmla="*/ 11504345 w 12191996"/>
              <a:gd name="connsiteY223" fmla="*/ 3175 h 1931671"/>
              <a:gd name="connsiteX224" fmla="*/ 11572607 w 12191996"/>
              <a:gd name="connsiteY224" fmla="*/ 0 h 1931671"/>
              <a:gd name="connsiteX225" fmla="*/ 11640869 w 12191996"/>
              <a:gd name="connsiteY225" fmla="*/ 3175 h 1931671"/>
              <a:gd name="connsiteX226" fmla="*/ 11701195 w 12191996"/>
              <a:gd name="connsiteY226" fmla="*/ 9525 h 1931671"/>
              <a:gd name="connsiteX227" fmla="*/ 11753581 w 12191996"/>
              <a:gd name="connsiteY227" fmla="*/ 20637 h 1931671"/>
              <a:gd name="connsiteX228" fmla="*/ 11799619 w 12191996"/>
              <a:gd name="connsiteY228" fmla="*/ 36512 h 1931671"/>
              <a:gd name="connsiteX229" fmla="*/ 11840895 w 12191996"/>
              <a:gd name="connsiteY229" fmla="*/ 52387 h 1931671"/>
              <a:gd name="connsiteX230" fmla="*/ 11877407 w 12191996"/>
              <a:gd name="connsiteY230" fmla="*/ 68262 h 1931671"/>
              <a:gd name="connsiteX231" fmla="*/ 11915507 w 12191996"/>
              <a:gd name="connsiteY231" fmla="*/ 87312 h 1931671"/>
              <a:gd name="connsiteX232" fmla="*/ 11953607 w 12191996"/>
              <a:gd name="connsiteY232" fmla="*/ 106362 h 1931671"/>
              <a:gd name="connsiteX233" fmla="*/ 11990119 w 12191996"/>
              <a:gd name="connsiteY233" fmla="*/ 125412 h 1931671"/>
              <a:gd name="connsiteX234" fmla="*/ 12031395 w 12191996"/>
              <a:gd name="connsiteY234" fmla="*/ 141287 h 1931671"/>
              <a:gd name="connsiteX235" fmla="*/ 12077431 w 12191996"/>
              <a:gd name="connsiteY235" fmla="*/ 155575 h 1931671"/>
              <a:gd name="connsiteX236" fmla="*/ 12129819 w 12191996"/>
              <a:gd name="connsiteY236" fmla="*/ 166688 h 1931671"/>
              <a:gd name="connsiteX237" fmla="*/ 12190145 w 12191996"/>
              <a:gd name="connsiteY237" fmla="*/ 174625 h 1931671"/>
              <a:gd name="connsiteX238" fmla="*/ 12191996 w 12191996"/>
              <a:gd name="connsiteY238" fmla="*/ 174668 h 1931671"/>
              <a:gd name="connsiteX239" fmla="*/ 12191996 w 12191996"/>
              <a:gd name="connsiteY239" fmla="*/ 1931671 h 1931671"/>
              <a:gd name="connsiteX240" fmla="*/ 0 w 12191996"/>
              <a:gd name="connsiteY240" fmla="*/ 1931671 h 1931671"/>
              <a:gd name="connsiteX241" fmla="*/ 0 w 12191996"/>
              <a:gd name="connsiteY241" fmla="*/ 174668 h 1931671"/>
              <a:gd name="connsiteX242" fmla="*/ 1851 w 12191996"/>
              <a:gd name="connsiteY242" fmla="*/ 174625 h 1931671"/>
              <a:gd name="connsiteX243" fmla="*/ 62176 w 12191996"/>
              <a:gd name="connsiteY243" fmla="*/ 166687 h 1931671"/>
              <a:gd name="connsiteX244" fmla="*/ 114563 w 12191996"/>
              <a:gd name="connsiteY244" fmla="*/ 155575 h 1931671"/>
              <a:gd name="connsiteX245" fmla="*/ 160601 w 12191996"/>
              <a:gd name="connsiteY245" fmla="*/ 141287 h 1931671"/>
              <a:gd name="connsiteX246" fmla="*/ 201876 w 12191996"/>
              <a:gd name="connsiteY246" fmla="*/ 125412 h 1931671"/>
              <a:gd name="connsiteX247" fmla="*/ 238388 w 12191996"/>
              <a:gd name="connsiteY247" fmla="*/ 106362 h 1931671"/>
              <a:gd name="connsiteX248" fmla="*/ 276488 w 12191996"/>
              <a:gd name="connsiteY248" fmla="*/ 87312 h 1931671"/>
              <a:gd name="connsiteX249" fmla="*/ 314588 w 12191996"/>
              <a:gd name="connsiteY249" fmla="*/ 68262 h 1931671"/>
              <a:gd name="connsiteX250" fmla="*/ 351101 w 12191996"/>
              <a:gd name="connsiteY250" fmla="*/ 52387 h 1931671"/>
              <a:gd name="connsiteX251" fmla="*/ 392376 w 12191996"/>
              <a:gd name="connsiteY251" fmla="*/ 36512 h 1931671"/>
              <a:gd name="connsiteX252" fmla="*/ 438413 w 12191996"/>
              <a:gd name="connsiteY252" fmla="*/ 20637 h 1931671"/>
              <a:gd name="connsiteX253" fmla="*/ 490801 w 12191996"/>
              <a:gd name="connsiteY253" fmla="*/ 9525 h 1931671"/>
              <a:gd name="connsiteX254" fmla="*/ 551126 w 12191996"/>
              <a:gd name="connsiteY254" fmla="*/ 3175 h 1931671"/>
              <a:gd name="connsiteX255" fmla="*/ 619388 w 12191996"/>
              <a:gd name="connsiteY255" fmla="*/ 0 h 19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1931671">
                <a:moveTo>
                  <a:pt x="619388" y="0"/>
                </a:moveTo>
                <a:lnTo>
                  <a:pt x="687651" y="3175"/>
                </a:lnTo>
                <a:lnTo>
                  <a:pt x="747976" y="9525"/>
                </a:lnTo>
                <a:lnTo>
                  <a:pt x="800363" y="20637"/>
                </a:lnTo>
                <a:lnTo>
                  <a:pt x="846401" y="36512"/>
                </a:lnTo>
                <a:lnTo>
                  <a:pt x="887676" y="52387"/>
                </a:lnTo>
                <a:lnTo>
                  <a:pt x="924188" y="68262"/>
                </a:lnTo>
                <a:lnTo>
                  <a:pt x="962288" y="87312"/>
                </a:lnTo>
                <a:lnTo>
                  <a:pt x="1000388" y="106362"/>
                </a:lnTo>
                <a:lnTo>
                  <a:pt x="1036901" y="125412"/>
                </a:lnTo>
                <a:lnTo>
                  <a:pt x="1078176" y="141287"/>
                </a:lnTo>
                <a:lnTo>
                  <a:pt x="1124213" y="155575"/>
                </a:lnTo>
                <a:lnTo>
                  <a:pt x="1176601" y="166687"/>
                </a:lnTo>
                <a:lnTo>
                  <a:pt x="1236926" y="174625"/>
                </a:lnTo>
                <a:lnTo>
                  <a:pt x="1305188" y="176212"/>
                </a:lnTo>
                <a:lnTo>
                  <a:pt x="1373451" y="174625"/>
                </a:lnTo>
                <a:lnTo>
                  <a:pt x="1433776" y="166687"/>
                </a:lnTo>
                <a:lnTo>
                  <a:pt x="1486163" y="155575"/>
                </a:lnTo>
                <a:lnTo>
                  <a:pt x="1532201" y="141287"/>
                </a:lnTo>
                <a:lnTo>
                  <a:pt x="1573476" y="125412"/>
                </a:lnTo>
                <a:lnTo>
                  <a:pt x="1609988" y="106362"/>
                </a:lnTo>
                <a:lnTo>
                  <a:pt x="1648088" y="87312"/>
                </a:lnTo>
                <a:lnTo>
                  <a:pt x="1686188" y="68262"/>
                </a:lnTo>
                <a:lnTo>
                  <a:pt x="1722701" y="52387"/>
                </a:lnTo>
                <a:lnTo>
                  <a:pt x="1763976" y="36512"/>
                </a:lnTo>
                <a:lnTo>
                  <a:pt x="1810013" y="20637"/>
                </a:lnTo>
                <a:lnTo>
                  <a:pt x="1862401" y="9525"/>
                </a:lnTo>
                <a:lnTo>
                  <a:pt x="1922726" y="3175"/>
                </a:lnTo>
                <a:lnTo>
                  <a:pt x="1990988" y="0"/>
                </a:lnTo>
                <a:lnTo>
                  <a:pt x="2059251" y="3175"/>
                </a:lnTo>
                <a:lnTo>
                  <a:pt x="2119576" y="9525"/>
                </a:lnTo>
                <a:lnTo>
                  <a:pt x="2171963" y="20637"/>
                </a:lnTo>
                <a:lnTo>
                  <a:pt x="2218001" y="36512"/>
                </a:lnTo>
                <a:lnTo>
                  <a:pt x="2259276" y="52387"/>
                </a:lnTo>
                <a:lnTo>
                  <a:pt x="2295788" y="68262"/>
                </a:lnTo>
                <a:lnTo>
                  <a:pt x="2333888" y="87312"/>
                </a:lnTo>
                <a:lnTo>
                  <a:pt x="2371988" y="106362"/>
                </a:lnTo>
                <a:lnTo>
                  <a:pt x="2408501" y="125412"/>
                </a:lnTo>
                <a:lnTo>
                  <a:pt x="2449776" y="141287"/>
                </a:lnTo>
                <a:lnTo>
                  <a:pt x="2495813" y="155575"/>
                </a:lnTo>
                <a:lnTo>
                  <a:pt x="2548201" y="166687"/>
                </a:lnTo>
                <a:lnTo>
                  <a:pt x="2608526" y="174625"/>
                </a:lnTo>
                <a:lnTo>
                  <a:pt x="2676788" y="176212"/>
                </a:lnTo>
                <a:lnTo>
                  <a:pt x="2745051" y="174625"/>
                </a:lnTo>
                <a:lnTo>
                  <a:pt x="2805376" y="166687"/>
                </a:lnTo>
                <a:lnTo>
                  <a:pt x="2857763" y="155575"/>
                </a:lnTo>
                <a:lnTo>
                  <a:pt x="2903801" y="141287"/>
                </a:lnTo>
                <a:lnTo>
                  <a:pt x="2945076" y="125412"/>
                </a:lnTo>
                <a:lnTo>
                  <a:pt x="2981588" y="106362"/>
                </a:lnTo>
                <a:lnTo>
                  <a:pt x="3019688" y="87312"/>
                </a:lnTo>
                <a:lnTo>
                  <a:pt x="3057788" y="68262"/>
                </a:lnTo>
                <a:lnTo>
                  <a:pt x="3094301" y="52387"/>
                </a:lnTo>
                <a:lnTo>
                  <a:pt x="3135576" y="36512"/>
                </a:lnTo>
                <a:lnTo>
                  <a:pt x="3181613" y="20637"/>
                </a:lnTo>
                <a:lnTo>
                  <a:pt x="3234001" y="9525"/>
                </a:lnTo>
                <a:lnTo>
                  <a:pt x="3294326" y="3175"/>
                </a:lnTo>
                <a:lnTo>
                  <a:pt x="3361001" y="0"/>
                </a:lnTo>
                <a:lnTo>
                  <a:pt x="3430851" y="3175"/>
                </a:lnTo>
                <a:lnTo>
                  <a:pt x="3491176" y="9525"/>
                </a:lnTo>
                <a:lnTo>
                  <a:pt x="3543563" y="20637"/>
                </a:lnTo>
                <a:lnTo>
                  <a:pt x="3589601" y="36512"/>
                </a:lnTo>
                <a:lnTo>
                  <a:pt x="3630876" y="52387"/>
                </a:lnTo>
                <a:lnTo>
                  <a:pt x="3667388" y="68262"/>
                </a:lnTo>
                <a:lnTo>
                  <a:pt x="3705488" y="87312"/>
                </a:lnTo>
                <a:lnTo>
                  <a:pt x="3743588" y="106362"/>
                </a:lnTo>
                <a:lnTo>
                  <a:pt x="3780101" y="125412"/>
                </a:lnTo>
                <a:lnTo>
                  <a:pt x="3821376" y="141287"/>
                </a:lnTo>
                <a:lnTo>
                  <a:pt x="3867413" y="155575"/>
                </a:lnTo>
                <a:lnTo>
                  <a:pt x="3919801" y="166687"/>
                </a:lnTo>
                <a:lnTo>
                  <a:pt x="3980126" y="174625"/>
                </a:lnTo>
                <a:lnTo>
                  <a:pt x="4048388" y="176212"/>
                </a:lnTo>
                <a:lnTo>
                  <a:pt x="4116651" y="174625"/>
                </a:lnTo>
                <a:lnTo>
                  <a:pt x="4176976" y="166687"/>
                </a:lnTo>
                <a:lnTo>
                  <a:pt x="4229363" y="155575"/>
                </a:lnTo>
                <a:lnTo>
                  <a:pt x="4275401" y="141287"/>
                </a:lnTo>
                <a:lnTo>
                  <a:pt x="4316676" y="125412"/>
                </a:lnTo>
                <a:lnTo>
                  <a:pt x="4353188" y="106362"/>
                </a:lnTo>
                <a:lnTo>
                  <a:pt x="4429388" y="68262"/>
                </a:lnTo>
                <a:lnTo>
                  <a:pt x="4465901" y="52387"/>
                </a:lnTo>
                <a:lnTo>
                  <a:pt x="4507176" y="36512"/>
                </a:lnTo>
                <a:lnTo>
                  <a:pt x="4553214" y="20637"/>
                </a:lnTo>
                <a:lnTo>
                  <a:pt x="4605601" y="9525"/>
                </a:lnTo>
                <a:lnTo>
                  <a:pt x="4665927" y="3175"/>
                </a:lnTo>
                <a:lnTo>
                  <a:pt x="4734188" y="0"/>
                </a:lnTo>
                <a:lnTo>
                  <a:pt x="4802452" y="3175"/>
                </a:lnTo>
                <a:lnTo>
                  <a:pt x="4862776" y="9525"/>
                </a:lnTo>
                <a:lnTo>
                  <a:pt x="4915164" y="20637"/>
                </a:lnTo>
                <a:lnTo>
                  <a:pt x="4961200" y="36512"/>
                </a:lnTo>
                <a:lnTo>
                  <a:pt x="5002476" y="52387"/>
                </a:lnTo>
                <a:lnTo>
                  <a:pt x="5038988" y="68262"/>
                </a:lnTo>
                <a:lnTo>
                  <a:pt x="5077089" y="87312"/>
                </a:lnTo>
                <a:lnTo>
                  <a:pt x="5115188" y="106362"/>
                </a:lnTo>
                <a:lnTo>
                  <a:pt x="5151700" y="125412"/>
                </a:lnTo>
                <a:lnTo>
                  <a:pt x="5192976" y="141287"/>
                </a:lnTo>
                <a:lnTo>
                  <a:pt x="5239013" y="155575"/>
                </a:lnTo>
                <a:lnTo>
                  <a:pt x="5291400" y="166687"/>
                </a:lnTo>
                <a:lnTo>
                  <a:pt x="5351726" y="174625"/>
                </a:lnTo>
                <a:lnTo>
                  <a:pt x="5410198" y="175985"/>
                </a:lnTo>
                <a:lnTo>
                  <a:pt x="5468670" y="174625"/>
                </a:lnTo>
                <a:lnTo>
                  <a:pt x="5528995" y="166687"/>
                </a:lnTo>
                <a:lnTo>
                  <a:pt x="5581382" y="155575"/>
                </a:lnTo>
                <a:lnTo>
                  <a:pt x="5627420" y="141287"/>
                </a:lnTo>
                <a:lnTo>
                  <a:pt x="5668695" y="125412"/>
                </a:lnTo>
                <a:lnTo>
                  <a:pt x="5705208" y="106362"/>
                </a:lnTo>
                <a:lnTo>
                  <a:pt x="5743307" y="87312"/>
                </a:lnTo>
                <a:lnTo>
                  <a:pt x="5781407" y="68262"/>
                </a:lnTo>
                <a:lnTo>
                  <a:pt x="5817920" y="52387"/>
                </a:lnTo>
                <a:lnTo>
                  <a:pt x="5859195" y="36512"/>
                </a:lnTo>
                <a:lnTo>
                  <a:pt x="5905233" y="20637"/>
                </a:lnTo>
                <a:lnTo>
                  <a:pt x="5957620" y="9525"/>
                </a:lnTo>
                <a:lnTo>
                  <a:pt x="6017946" y="3175"/>
                </a:lnTo>
                <a:lnTo>
                  <a:pt x="6086208" y="0"/>
                </a:lnTo>
                <a:lnTo>
                  <a:pt x="6095998" y="455"/>
                </a:lnTo>
                <a:lnTo>
                  <a:pt x="6105788" y="0"/>
                </a:lnTo>
                <a:lnTo>
                  <a:pt x="6174051" y="3175"/>
                </a:lnTo>
                <a:lnTo>
                  <a:pt x="6234376" y="9525"/>
                </a:lnTo>
                <a:lnTo>
                  <a:pt x="6286763" y="20637"/>
                </a:lnTo>
                <a:lnTo>
                  <a:pt x="6332801" y="36512"/>
                </a:lnTo>
                <a:lnTo>
                  <a:pt x="6374076" y="52387"/>
                </a:lnTo>
                <a:lnTo>
                  <a:pt x="6410588" y="68262"/>
                </a:lnTo>
                <a:lnTo>
                  <a:pt x="6448688" y="87312"/>
                </a:lnTo>
                <a:lnTo>
                  <a:pt x="6486788" y="106362"/>
                </a:lnTo>
                <a:lnTo>
                  <a:pt x="6523301" y="125412"/>
                </a:lnTo>
                <a:lnTo>
                  <a:pt x="6564576" y="141287"/>
                </a:lnTo>
                <a:lnTo>
                  <a:pt x="6610613" y="155575"/>
                </a:lnTo>
                <a:lnTo>
                  <a:pt x="6663001" y="166687"/>
                </a:lnTo>
                <a:lnTo>
                  <a:pt x="6723326" y="174625"/>
                </a:lnTo>
                <a:lnTo>
                  <a:pt x="6781798" y="175985"/>
                </a:lnTo>
                <a:lnTo>
                  <a:pt x="6840270" y="174625"/>
                </a:lnTo>
                <a:lnTo>
                  <a:pt x="6900595" y="166687"/>
                </a:lnTo>
                <a:lnTo>
                  <a:pt x="6952982" y="155575"/>
                </a:lnTo>
                <a:lnTo>
                  <a:pt x="6999020" y="141287"/>
                </a:lnTo>
                <a:lnTo>
                  <a:pt x="7040295" y="125412"/>
                </a:lnTo>
                <a:lnTo>
                  <a:pt x="7076807" y="106362"/>
                </a:lnTo>
                <a:lnTo>
                  <a:pt x="7114907" y="87312"/>
                </a:lnTo>
                <a:lnTo>
                  <a:pt x="7153007" y="68262"/>
                </a:lnTo>
                <a:lnTo>
                  <a:pt x="7189520" y="52387"/>
                </a:lnTo>
                <a:lnTo>
                  <a:pt x="7230795" y="36512"/>
                </a:lnTo>
                <a:lnTo>
                  <a:pt x="7276832" y="20637"/>
                </a:lnTo>
                <a:lnTo>
                  <a:pt x="7329220" y="9525"/>
                </a:lnTo>
                <a:lnTo>
                  <a:pt x="7389545" y="3175"/>
                </a:lnTo>
                <a:lnTo>
                  <a:pt x="7457807" y="0"/>
                </a:lnTo>
                <a:lnTo>
                  <a:pt x="7526070" y="3175"/>
                </a:lnTo>
                <a:lnTo>
                  <a:pt x="7586395" y="9525"/>
                </a:lnTo>
                <a:lnTo>
                  <a:pt x="7638782" y="20637"/>
                </a:lnTo>
                <a:lnTo>
                  <a:pt x="7684820" y="36512"/>
                </a:lnTo>
                <a:lnTo>
                  <a:pt x="7726095" y="52387"/>
                </a:lnTo>
                <a:lnTo>
                  <a:pt x="7762607" y="68262"/>
                </a:lnTo>
                <a:lnTo>
                  <a:pt x="7800707" y="87312"/>
                </a:lnTo>
                <a:lnTo>
                  <a:pt x="7838807" y="106362"/>
                </a:lnTo>
                <a:lnTo>
                  <a:pt x="7875320" y="125412"/>
                </a:lnTo>
                <a:lnTo>
                  <a:pt x="7916595" y="141287"/>
                </a:lnTo>
                <a:lnTo>
                  <a:pt x="7962632" y="155575"/>
                </a:lnTo>
                <a:lnTo>
                  <a:pt x="8015020" y="166687"/>
                </a:lnTo>
                <a:lnTo>
                  <a:pt x="8075345" y="174625"/>
                </a:lnTo>
                <a:lnTo>
                  <a:pt x="8143607" y="176212"/>
                </a:lnTo>
                <a:lnTo>
                  <a:pt x="8211870" y="174625"/>
                </a:lnTo>
                <a:lnTo>
                  <a:pt x="8272195" y="166687"/>
                </a:lnTo>
                <a:lnTo>
                  <a:pt x="8324582" y="155575"/>
                </a:lnTo>
                <a:lnTo>
                  <a:pt x="8370620" y="141287"/>
                </a:lnTo>
                <a:lnTo>
                  <a:pt x="8411895" y="125412"/>
                </a:lnTo>
                <a:lnTo>
                  <a:pt x="8448407" y="106362"/>
                </a:lnTo>
                <a:lnTo>
                  <a:pt x="8486507" y="87312"/>
                </a:lnTo>
                <a:lnTo>
                  <a:pt x="8524607" y="68262"/>
                </a:lnTo>
                <a:lnTo>
                  <a:pt x="8561119" y="52387"/>
                </a:lnTo>
                <a:lnTo>
                  <a:pt x="8602395" y="36512"/>
                </a:lnTo>
                <a:lnTo>
                  <a:pt x="8648431" y="20637"/>
                </a:lnTo>
                <a:lnTo>
                  <a:pt x="8700819" y="9525"/>
                </a:lnTo>
                <a:lnTo>
                  <a:pt x="8761145" y="3175"/>
                </a:lnTo>
                <a:lnTo>
                  <a:pt x="8827819" y="0"/>
                </a:lnTo>
                <a:lnTo>
                  <a:pt x="8897669" y="3175"/>
                </a:lnTo>
                <a:lnTo>
                  <a:pt x="8957995" y="9525"/>
                </a:lnTo>
                <a:lnTo>
                  <a:pt x="9010381" y="20637"/>
                </a:lnTo>
                <a:lnTo>
                  <a:pt x="9056419" y="36512"/>
                </a:lnTo>
                <a:lnTo>
                  <a:pt x="9097695" y="52387"/>
                </a:lnTo>
                <a:lnTo>
                  <a:pt x="9134207" y="68262"/>
                </a:lnTo>
                <a:lnTo>
                  <a:pt x="9172307" y="87312"/>
                </a:lnTo>
                <a:lnTo>
                  <a:pt x="9210407" y="106362"/>
                </a:lnTo>
                <a:lnTo>
                  <a:pt x="9246919" y="125412"/>
                </a:lnTo>
                <a:lnTo>
                  <a:pt x="9288195" y="141287"/>
                </a:lnTo>
                <a:lnTo>
                  <a:pt x="9334231" y="155575"/>
                </a:lnTo>
                <a:lnTo>
                  <a:pt x="9386619" y="166687"/>
                </a:lnTo>
                <a:lnTo>
                  <a:pt x="9446945" y="174625"/>
                </a:lnTo>
                <a:lnTo>
                  <a:pt x="9515207" y="176212"/>
                </a:lnTo>
                <a:lnTo>
                  <a:pt x="9583469" y="174625"/>
                </a:lnTo>
                <a:lnTo>
                  <a:pt x="9643795" y="166687"/>
                </a:lnTo>
                <a:lnTo>
                  <a:pt x="9696181" y="155575"/>
                </a:lnTo>
                <a:lnTo>
                  <a:pt x="9742219" y="141287"/>
                </a:lnTo>
                <a:lnTo>
                  <a:pt x="9783495" y="125412"/>
                </a:lnTo>
                <a:lnTo>
                  <a:pt x="9820007" y="106362"/>
                </a:lnTo>
                <a:lnTo>
                  <a:pt x="9896207" y="68262"/>
                </a:lnTo>
                <a:lnTo>
                  <a:pt x="9932719" y="52387"/>
                </a:lnTo>
                <a:lnTo>
                  <a:pt x="9973995" y="36512"/>
                </a:lnTo>
                <a:lnTo>
                  <a:pt x="10020031" y="20637"/>
                </a:lnTo>
                <a:lnTo>
                  <a:pt x="10072419" y="9525"/>
                </a:lnTo>
                <a:lnTo>
                  <a:pt x="10132745" y="3175"/>
                </a:lnTo>
                <a:lnTo>
                  <a:pt x="10201007" y="0"/>
                </a:lnTo>
                <a:lnTo>
                  <a:pt x="10269269" y="3175"/>
                </a:lnTo>
                <a:lnTo>
                  <a:pt x="10329595" y="9525"/>
                </a:lnTo>
                <a:lnTo>
                  <a:pt x="10381981" y="20637"/>
                </a:lnTo>
                <a:lnTo>
                  <a:pt x="10428019" y="36512"/>
                </a:lnTo>
                <a:lnTo>
                  <a:pt x="10469295" y="52387"/>
                </a:lnTo>
                <a:lnTo>
                  <a:pt x="10505807" y="68262"/>
                </a:lnTo>
                <a:lnTo>
                  <a:pt x="10543907" y="87312"/>
                </a:lnTo>
                <a:lnTo>
                  <a:pt x="10582007" y="106362"/>
                </a:lnTo>
                <a:lnTo>
                  <a:pt x="10618519" y="125412"/>
                </a:lnTo>
                <a:lnTo>
                  <a:pt x="10659795" y="141287"/>
                </a:lnTo>
                <a:lnTo>
                  <a:pt x="10705831" y="155575"/>
                </a:lnTo>
                <a:lnTo>
                  <a:pt x="10758219" y="166687"/>
                </a:lnTo>
                <a:lnTo>
                  <a:pt x="10818545" y="174625"/>
                </a:lnTo>
                <a:lnTo>
                  <a:pt x="10886807" y="176212"/>
                </a:lnTo>
                <a:lnTo>
                  <a:pt x="10955069" y="174625"/>
                </a:lnTo>
                <a:lnTo>
                  <a:pt x="11015395" y="166687"/>
                </a:lnTo>
                <a:lnTo>
                  <a:pt x="11067781" y="155575"/>
                </a:lnTo>
                <a:lnTo>
                  <a:pt x="11113819" y="141287"/>
                </a:lnTo>
                <a:lnTo>
                  <a:pt x="11155095" y="125412"/>
                </a:lnTo>
                <a:lnTo>
                  <a:pt x="11191607" y="106362"/>
                </a:lnTo>
                <a:lnTo>
                  <a:pt x="11229707" y="87312"/>
                </a:lnTo>
                <a:lnTo>
                  <a:pt x="11267807" y="68262"/>
                </a:lnTo>
                <a:lnTo>
                  <a:pt x="11304319" y="52387"/>
                </a:lnTo>
                <a:lnTo>
                  <a:pt x="11345595" y="36512"/>
                </a:lnTo>
                <a:lnTo>
                  <a:pt x="11391631" y="20637"/>
                </a:lnTo>
                <a:lnTo>
                  <a:pt x="11444019" y="9525"/>
                </a:lnTo>
                <a:lnTo>
                  <a:pt x="11504345" y="3175"/>
                </a:lnTo>
                <a:lnTo>
                  <a:pt x="11572607" y="0"/>
                </a:lnTo>
                <a:lnTo>
                  <a:pt x="11640869" y="3175"/>
                </a:lnTo>
                <a:lnTo>
                  <a:pt x="11701195" y="9525"/>
                </a:lnTo>
                <a:lnTo>
                  <a:pt x="11753581" y="20637"/>
                </a:lnTo>
                <a:lnTo>
                  <a:pt x="11799619" y="36512"/>
                </a:lnTo>
                <a:lnTo>
                  <a:pt x="11840895" y="52387"/>
                </a:lnTo>
                <a:lnTo>
                  <a:pt x="11877407" y="68262"/>
                </a:lnTo>
                <a:lnTo>
                  <a:pt x="11915507" y="87312"/>
                </a:lnTo>
                <a:lnTo>
                  <a:pt x="11953607" y="106362"/>
                </a:lnTo>
                <a:lnTo>
                  <a:pt x="11990119" y="125412"/>
                </a:lnTo>
                <a:lnTo>
                  <a:pt x="12031395" y="141287"/>
                </a:lnTo>
                <a:lnTo>
                  <a:pt x="12077431" y="155575"/>
                </a:lnTo>
                <a:lnTo>
                  <a:pt x="12129819" y="166688"/>
                </a:lnTo>
                <a:lnTo>
                  <a:pt x="12190145" y="174625"/>
                </a:lnTo>
                <a:lnTo>
                  <a:pt x="12191996" y="174668"/>
                </a:lnTo>
                <a:lnTo>
                  <a:pt x="12191996" y="1931671"/>
                </a:lnTo>
                <a:lnTo>
                  <a:pt x="0" y="1931671"/>
                </a:lnTo>
                <a:lnTo>
                  <a:pt x="0" y="174668"/>
                </a:lnTo>
                <a:lnTo>
                  <a:pt x="1851" y="174625"/>
                </a:lnTo>
                <a:lnTo>
                  <a:pt x="62176" y="166687"/>
                </a:lnTo>
                <a:lnTo>
                  <a:pt x="114563" y="155575"/>
                </a:lnTo>
                <a:lnTo>
                  <a:pt x="160601" y="141287"/>
                </a:lnTo>
                <a:lnTo>
                  <a:pt x="201876" y="125412"/>
                </a:lnTo>
                <a:lnTo>
                  <a:pt x="238388" y="106362"/>
                </a:lnTo>
                <a:lnTo>
                  <a:pt x="276488" y="87312"/>
                </a:lnTo>
                <a:lnTo>
                  <a:pt x="314588" y="68262"/>
                </a:lnTo>
                <a:lnTo>
                  <a:pt x="351101" y="52387"/>
                </a:lnTo>
                <a:lnTo>
                  <a:pt x="392376" y="36512"/>
                </a:lnTo>
                <a:lnTo>
                  <a:pt x="438413" y="20637"/>
                </a:lnTo>
                <a:lnTo>
                  <a:pt x="490801" y="9525"/>
                </a:lnTo>
                <a:lnTo>
                  <a:pt x="551126" y="3175"/>
                </a:lnTo>
                <a:lnTo>
                  <a:pt x="619388" y="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9957036-C837-4C4C-BBF0-4A0EC52A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5102540"/>
          </a:xfrm>
          <a:custGeom>
            <a:avLst/>
            <a:gdLst>
              <a:gd name="connsiteX0" fmla="*/ 0 w 12191996"/>
              <a:gd name="connsiteY0" fmla="*/ 0 h 5102540"/>
              <a:gd name="connsiteX1" fmla="*/ 12191996 w 12191996"/>
              <a:gd name="connsiteY1" fmla="*/ 0 h 5102540"/>
              <a:gd name="connsiteX2" fmla="*/ 12191996 w 12191996"/>
              <a:gd name="connsiteY2" fmla="*/ 5100996 h 5102540"/>
              <a:gd name="connsiteX3" fmla="*/ 12190145 w 12191996"/>
              <a:gd name="connsiteY3" fmla="*/ 5100953 h 5102540"/>
              <a:gd name="connsiteX4" fmla="*/ 12129819 w 12191996"/>
              <a:gd name="connsiteY4" fmla="*/ 5093016 h 5102540"/>
              <a:gd name="connsiteX5" fmla="*/ 12077431 w 12191996"/>
              <a:gd name="connsiteY5" fmla="*/ 5081903 h 5102540"/>
              <a:gd name="connsiteX6" fmla="*/ 12031395 w 12191996"/>
              <a:gd name="connsiteY6" fmla="*/ 5067615 h 5102540"/>
              <a:gd name="connsiteX7" fmla="*/ 11990119 w 12191996"/>
              <a:gd name="connsiteY7" fmla="*/ 5051740 h 5102540"/>
              <a:gd name="connsiteX8" fmla="*/ 11953607 w 12191996"/>
              <a:gd name="connsiteY8" fmla="*/ 5032690 h 5102540"/>
              <a:gd name="connsiteX9" fmla="*/ 11915507 w 12191996"/>
              <a:gd name="connsiteY9" fmla="*/ 5013640 h 5102540"/>
              <a:gd name="connsiteX10" fmla="*/ 11877407 w 12191996"/>
              <a:gd name="connsiteY10" fmla="*/ 4994590 h 5102540"/>
              <a:gd name="connsiteX11" fmla="*/ 11840895 w 12191996"/>
              <a:gd name="connsiteY11" fmla="*/ 4978715 h 5102540"/>
              <a:gd name="connsiteX12" fmla="*/ 11799619 w 12191996"/>
              <a:gd name="connsiteY12" fmla="*/ 4962840 h 5102540"/>
              <a:gd name="connsiteX13" fmla="*/ 11753581 w 12191996"/>
              <a:gd name="connsiteY13" fmla="*/ 4946965 h 5102540"/>
              <a:gd name="connsiteX14" fmla="*/ 11701195 w 12191996"/>
              <a:gd name="connsiteY14" fmla="*/ 4935853 h 5102540"/>
              <a:gd name="connsiteX15" fmla="*/ 11640869 w 12191996"/>
              <a:gd name="connsiteY15" fmla="*/ 4929503 h 5102540"/>
              <a:gd name="connsiteX16" fmla="*/ 11572607 w 12191996"/>
              <a:gd name="connsiteY16" fmla="*/ 4926328 h 5102540"/>
              <a:gd name="connsiteX17" fmla="*/ 11504345 w 12191996"/>
              <a:gd name="connsiteY17" fmla="*/ 4929503 h 5102540"/>
              <a:gd name="connsiteX18" fmla="*/ 11444019 w 12191996"/>
              <a:gd name="connsiteY18" fmla="*/ 4935853 h 5102540"/>
              <a:gd name="connsiteX19" fmla="*/ 11391631 w 12191996"/>
              <a:gd name="connsiteY19" fmla="*/ 4946965 h 5102540"/>
              <a:gd name="connsiteX20" fmla="*/ 11345595 w 12191996"/>
              <a:gd name="connsiteY20" fmla="*/ 4962840 h 5102540"/>
              <a:gd name="connsiteX21" fmla="*/ 11304319 w 12191996"/>
              <a:gd name="connsiteY21" fmla="*/ 4978715 h 5102540"/>
              <a:gd name="connsiteX22" fmla="*/ 11267807 w 12191996"/>
              <a:gd name="connsiteY22" fmla="*/ 4994590 h 5102540"/>
              <a:gd name="connsiteX23" fmla="*/ 11229707 w 12191996"/>
              <a:gd name="connsiteY23" fmla="*/ 5013640 h 5102540"/>
              <a:gd name="connsiteX24" fmla="*/ 11191607 w 12191996"/>
              <a:gd name="connsiteY24" fmla="*/ 5032690 h 5102540"/>
              <a:gd name="connsiteX25" fmla="*/ 11155095 w 12191996"/>
              <a:gd name="connsiteY25" fmla="*/ 5051740 h 5102540"/>
              <a:gd name="connsiteX26" fmla="*/ 11113819 w 12191996"/>
              <a:gd name="connsiteY26" fmla="*/ 5067615 h 5102540"/>
              <a:gd name="connsiteX27" fmla="*/ 11067781 w 12191996"/>
              <a:gd name="connsiteY27" fmla="*/ 5081903 h 5102540"/>
              <a:gd name="connsiteX28" fmla="*/ 11015395 w 12191996"/>
              <a:gd name="connsiteY28" fmla="*/ 5093015 h 5102540"/>
              <a:gd name="connsiteX29" fmla="*/ 10955069 w 12191996"/>
              <a:gd name="connsiteY29" fmla="*/ 5100953 h 5102540"/>
              <a:gd name="connsiteX30" fmla="*/ 10886807 w 12191996"/>
              <a:gd name="connsiteY30" fmla="*/ 5102540 h 5102540"/>
              <a:gd name="connsiteX31" fmla="*/ 10818545 w 12191996"/>
              <a:gd name="connsiteY31" fmla="*/ 5100953 h 5102540"/>
              <a:gd name="connsiteX32" fmla="*/ 10758219 w 12191996"/>
              <a:gd name="connsiteY32" fmla="*/ 5093015 h 5102540"/>
              <a:gd name="connsiteX33" fmla="*/ 10705831 w 12191996"/>
              <a:gd name="connsiteY33" fmla="*/ 5081903 h 5102540"/>
              <a:gd name="connsiteX34" fmla="*/ 10659795 w 12191996"/>
              <a:gd name="connsiteY34" fmla="*/ 5067615 h 5102540"/>
              <a:gd name="connsiteX35" fmla="*/ 10618519 w 12191996"/>
              <a:gd name="connsiteY35" fmla="*/ 5051740 h 5102540"/>
              <a:gd name="connsiteX36" fmla="*/ 10582007 w 12191996"/>
              <a:gd name="connsiteY36" fmla="*/ 5032690 h 5102540"/>
              <a:gd name="connsiteX37" fmla="*/ 10543907 w 12191996"/>
              <a:gd name="connsiteY37" fmla="*/ 5013640 h 5102540"/>
              <a:gd name="connsiteX38" fmla="*/ 10505807 w 12191996"/>
              <a:gd name="connsiteY38" fmla="*/ 4994590 h 5102540"/>
              <a:gd name="connsiteX39" fmla="*/ 10469295 w 12191996"/>
              <a:gd name="connsiteY39" fmla="*/ 4978715 h 5102540"/>
              <a:gd name="connsiteX40" fmla="*/ 10428019 w 12191996"/>
              <a:gd name="connsiteY40" fmla="*/ 4962840 h 5102540"/>
              <a:gd name="connsiteX41" fmla="*/ 10381981 w 12191996"/>
              <a:gd name="connsiteY41" fmla="*/ 4946965 h 5102540"/>
              <a:gd name="connsiteX42" fmla="*/ 10329595 w 12191996"/>
              <a:gd name="connsiteY42" fmla="*/ 4935853 h 5102540"/>
              <a:gd name="connsiteX43" fmla="*/ 10269269 w 12191996"/>
              <a:gd name="connsiteY43" fmla="*/ 4929503 h 5102540"/>
              <a:gd name="connsiteX44" fmla="*/ 10201007 w 12191996"/>
              <a:gd name="connsiteY44" fmla="*/ 4926328 h 5102540"/>
              <a:gd name="connsiteX45" fmla="*/ 10132745 w 12191996"/>
              <a:gd name="connsiteY45" fmla="*/ 4929503 h 5102540"/>
              <a:gd name="connsiteX46" fmla="*/ 10072419 w 12191996"/>
              <a:gd name="connsiteY46" fmla="*/ 4935853 h 5102540"/>
              <a:gd name="connsiteX47" fmla="*/ 10020031 w 12191996"/>
              <a:gd name="connsiteY47" fmla="*/ 4946965 h 5102540"/>
              <a:gd name="connsiteX48" fmla="*/ 9973995 w 12191996"/>
              <a:gd name="connsiteY48" fmla="*/ 4962840 h 5102540"/>
              <a:gd name="connsiteX49" fmla="*/ 9932719 w 12191996"/>
              <a:gd name="connsiteY49" fmla="*/ 4978715 h 5102540"/>
              <a:gd name="connsiteX50" fmla="*/ 9896207 w 12191996"/>
              <a:gd name="connsiteY50" fmla="*/ 4994590 h 5102540"/>
              <a:gd name="connsiteX51" fmla="*/ 9820007 w 12191996"/>
              <a:gd name="connsiteY51" fmla="*/ 5032690 h 5102540"/>
              <a:gd name="connsiteX52" fmla="*/ 9783495 w 12191996"/>
              <a:gd name="connsiteY52" fmla="*/ 5051740 h 5102540"/>
              <a:gd name="connsiteX53" fmla="*/ 9742219 w 12191996"/>
              <a:gd name="connsiteY53" fmla="*/ 5067615 h 5102540"/>
              <a:gd name="connsiteX54" fmla="*/ 9696181 w 12191996"/>
              <a:gd name="connsiteY54" fmla="*/ 5081903 h 5102540"/>
              <a:gd name="connsiteX55" fmla="*/ 9643795 w 12191996"/>
              <a:gd name="connsiteY55" fmla="*/ 5093015 h 5102540"/>
              <a:gd name="connsiteX56" fmla="*/ 9583469 w 12191996"/>
              <a:gd name="connsiteY56" fmla="*/ 5100953 h 5102540"/>
              <a:gd name="connsiteX57" fmla="*/ 9515207 w 12191996"/>
              <a:gd name="connsiteY57" fmla="*/ 5102540 h 5102540"/>
              <a:gd name="connsiteX58" fmla="*/ 9446945 w 12191996"/>
              <a:gd name="connsiteY58" fmla="*/ 5100953 h 5102540"/>
              <a:gd name="connsiteX59" fmla="*/ 9386619 w 12191996"/>
              <a:gd name="connsiteY59" fmla="*/ 5093015 h 5102540"/>
              <a:gd name="connsiteX60" fmla="*/ 9334231 w 12191996"/>
              <a:gd name="connsiteY60" fmla="*/ 5081903 h 5102540"/>
              <a:gd name="connsiteX61" fmla="*/ 9288195 w 12191996"/>
              <a:gd name="connsiteY61" fmla="*/ 5067615 h 5102540"/>
              <a:gd name="connsiteX62" fmla="*/ 9246919 w 12191996"/>
              <a:gd name="connsiteY62" fmla="*/ 5051740 h 5102540"/>
              <a:gd name="connsiteX63" fmla="*/ 9210407 w 12191996"/>
              <a:gd name="connsiteY63" fmla="*/ 5032690 h 5102540"/>
              <a:gd name="connsiteX64" fmla="*/ 9172307 w 12191996"/>
              <a:gd name="connsiteY64" fmla="*/ 5013640 h 5102540"/>
              <a:gd name="connsiteX65" fmla="*/ 9134207 w 12191996"/>
              <a:gd name="connsiteY65" fmla="*/ 4994590 h 5102540"/>
              <a:gd name="connsiteX66" fmla="*/ 9097695 w 12191996"/>
              <a:gd name="connsiteY66" fmla="*/ 4978715 h 5102540"/>
              <a:gd name="connsiteX67" fmla="*/ 9056419 w 12191996"/>
              <a:gd name="connsiteY67" fmla="*/ 4962840 h 5102540"/>
              <a:gd name="connsiteX68" fmla="*/ 9010381 w 12191996"/>
              <a:gd name="connsiteY68" fmla="*/ 4946965 h 5102540"/>
              <a:gd name="connsiteX69" fmla="*/ 8957995 w 12191996"/>
              <a:gd name="connsiteY69" fmla="*/ 4935853 h 5102540"/>
              <a:gd name="connsiteX70" fmla="*/ 8897669 w 12191996"/>
              <a:gd name="connsiteY70" fmla="*/ 4929503 h 5102540"/>
              <a:gd name="connsiteX71" fmla="*/ 8827819 w 12191996"/>
              <a:gd name="connsiteY71" fmla="*/ 4926328 h 5102540"/>
              <a:gd name="connsiteX72" fmla="*/ 8761145 w 12191996"/>
              <a:gd name="connsiteY72" fmla="*/ 4929503 h 5102540"/>
              <a:gd name="connsiteX73" fmla="*/ 8700819 w 12191996"/>
              <a:gd name="connsiteY73" fmla="*/ 4935853 h 5102540"/>
              <a:gd name="connsiteX74" fmla="*/ 8648431 w 12191996"/>
              <a:gd name="connsiteY74" fmla="*/ 4946965 h 5102540"/>
              <a:gd name="connsiteX75" fmla="*/ 8602395 w 12191996"/>
              <a:gd name="connsiteY75" fmla="*/ 4962840 h 5102540"/>
              <a:gd name="connsiteX76" fmla="*/ 8561119 w 12191996"/>
              <a:gd name="connsiteY76" fmla="*/ 4978715 h 5102540"/>
              <a:gd name="connsiteX77" fmla="*/ 8524607 w 12191996"/>
              <a:gd name="connsiteY77" fmla="*/ 4994590 h 5102540"/>
              <a:gd name="connsiteX78" fmla="*/ 8486507 w 12191996"/>
              <a:gd name="connsiteY78" fmla="*/ 5013640 h 5102540"/>
              <a:gd name="connsiteX79" fmla="*/ 8448407 w 12191996"/>
              <a:gd name="connsiteY79" fmla="*/ 5032690 h 5102540"/>
              <a:gd name="connsiteX80" fmla="*/ 8411895 w 12191996"/>
              <a:gd name="connsiteY80" fmla="*/ 5051740 h 5102540"/>
              <a:gd name="connsiteX81" fmla="*/ 8370620 w 12191996"/>
              <a:gd name="connsiteY81" fmla="*/ 5067615 h 5102540"/>
              <a:gd name="connsiteX82" fmla="*/ 8324582 w 12191996"/>
              <a:gd name="connsiteY82" fmla="*/ 5081903 h 5102540"/>
              <a:gd name="connsiteX83" fmla="*/ 8272195 w 12191996"/>
              <a:gd name="connsiteY83" fmla="*/ 5093015 h 5102540"/>
              <a:gd name="connsiteX84" fmla="*/ 8211870 w 12191996"/>
              <a:gd name="connsiteY84" fmla="*/ 5100953 h 5102540"/>
              <a:gd name="connsiteX85" fmla="*/ 8143607 w 12191996"/>
              <a:gd name="connsiteY85" fmla="*/ 5102540 h 5102540"/>
              <a:gd name="connsiteX86" fmla="*/ 8075345 w 12191996"/>
              <a:gd name="connsiteY86" fmla="*/ 5100953 h 5102540"/>
              <a:gd name="connsiteX87" fmla="*/ 8015020 w 12191996"/>
              <a:gd name="connsiteY87" fmla="*/ 5093015 h 5102540"/>
              <a:gd name="connsiteX88" fmla="*/ 7962632 w 12191996"/>
              <a:gd name="connsiteY88" fmla="*/ 5081903 h 5102540"/>
              <a:gd name="connsiteX89" fmla="*/ 7916595 w 12191996"/>
              <a:gd name="connsiteY89" fmla="*/ 5067615 h 5102540"/>
              <a:gd name="connsiteX90" fmla="*/ 7875320 w 12191996"/>
              <a:gd name="connsiteY90" fmla="*/ 5051740 h 5102540"/>
              <a:gd name="connsiteX91" fmla="*/ 7838807 w 12191996"/>
              <a:gd name="connsiteY91" fmla="*/ 5032690 h 5102540"/>
              <a:gd name="connsiteX92" fmla="*/ 7800707 w 12191996"/>
              <a:gd name="connsiteY92" fmla="*/ 5013640 h 5102540"/>
              <a:gd name="connsiteX93" fmla="*/ 7762607 w 12191996"/>
              <a:gd name="connsiteY93" fmla="*/ 4994590 h 5102540"/>
              <a:gd name="connsiteX94" fmla="*/ 7726095 w 12191996"/>
              <a:gd name="connsiteY94" fmla="*/ 4978715 h 5102540"/>
              <a:gd name="connsiteX95" fmla="*/ 7684820 w 12191996"/>
              <a:gd name="connsiteY95" fmla="*/ 4962840 h 5102540"/>
              <a:gd name="connsiteX96" fmla="*/ 7638782 w 12191996"/>
              <a:gd name="connsiteY96" fmla="*/ 4946965 h 5102540"/>
              <a:gd name="connsiteX97" fmla="*/ 7586395 w 12191996"/>
              <a:gd name="connsiteY97" fmla="*/ 4935853 h 5102540"/>
              <a:gd name="connsiteX98" fmla="*/ 7526070 w 12191996"/>
              <a:gd name="connsiteY98" fmla="*/ 4929503 h 5102540"/>
              <a:gd name="connsiteX99" fmla="*/ 7457807 w 12191996"/>
              <a:gd name="connsiteY99" fmla="*/ 4926328 h 5102540"/>
              <a:gd name="connsiteX100" fmla="*/ 7389545 w 12191996"/>
              <a:gd name="connsiteY100" fmla="*/ 4929503 h 5102540"/>
              <a:gd name="connsiteX101" fmla="*/ 7329220 w 12191996"/>
              <a:gd name="connsiteY101" fmla="*/ 4935853 h 5102540"/>
              <a:gd name="connsiteX102" fmla="*/ 7276832 w 12191996"/>
              <a:gd name="connsiteY102" fmla="*/ 4946965 h 5102540"/>
              <a:gd name="connsiteX103" fmla="*/ 7230795 w 12191996"/>
              <a:gd name="connsiteY103" fmla="*/ 4962840 h 5102540"/>
              <a:gd name="connsiteX104" fmla="*/ 7189520 w 12191996"/>
              <a:gd name="connsiteY104" fmla="*/ 4978715 h 5102540"/>
              <a:gd name="connsiteX105" fmla="*/ 7153007 w 12191996"/>
              <a:gd name="connsiteY105" fmla="*/ 4994590 h 5102540"/>
              <a:gd name="connsiteX106" fmla="*/ 7114907 w 12191996"/>
              <a:gd name="connsiteY106" fmla="*/ 5013640 h 5102540"/>
              <a:gd name="connsiteX107" fmla="*/ 7076807 w 12191996"/>
              <a:gd name="connsiteY107" fmla="*/ 5032690 h 5102540"/>
              <a:gd name="connsiteX108" fmla="*/ 7040295 w 12191996"/>
              <a:gd name="connsiteY108" fmla="*/ 5051740 h 5102540"/>
              <a:gd name="connsiteX109" fmla="*/ 6999020 w 12191996"/>
              <a:gd name="connsiteY109" fmla="*/ 5067615 h 5102540"/>
              <a:gd name="connsiteX110" fmla="*/ 6952982 w 12191996"/>
              <a:gd name="connsiteY110" fmla="*/ 5081903 h 5102540"/>
              <a:gd name="connsiteX111" fmla="*/ 6900595 w 12191996"/>
              <a:gd name="connsiteY111" fmla="*/ 5093015 h 5102540"/>
              <a:gd name="connsiteX112" fmla="*/ 6840270 w 12191996"/>
              <a:gd name="connsiteY112" fmla="*/ 5100953 h 5102540"/>
              <a:gd name="connsiteX113" fmla="*/ 6781798 w 12191996"/>
              <a:gd name="connsiteY113" fmla="*/ 5102313 h 5102540"/>
              <a:gd name="connsiteX114" fmla="*/ 6723326 w 12191996"/>
              <a:gd name="connsiteY114" fmla="*/ 5100953 h 5102540"/>
              <a:gd name="connsiteX115" fmla="*/ 6663001 w 12191996"/>
              <a:gd name="connsiteY115" fmla="*/ 5093015 h 5102540"/>
              <a:gd name="connsiteX116" fmla="*/ 6610613 w 12191996"/>
              <a:gd name="connsiteY116" fmla="*/ 5081903 h 5102540"/>
              <a:gd name="connsiteX117" fmla="*/ 6564576 w 12191996"/>
              <a:gd name="connsiteY117" fmla="*/ 5067615 h 5102540"/>
              <a:gd name="connsiteX118" fmla="*/ 6523301 w 12191996"/>
              <a:gd name="connsiteY118" fmla="*/ 5051740 h 5102540"/>
              <a:gd name="connsiteX119" fmla="*/ 6486788 w 12191996"/>
              <a:gd name="connsiteY119" fmla="*/ 5032690 h 5102540"/>
              <a:gd name="connsiteX120" fmla="*/ 6448688 w 12191996"/>
              <a:gd name="connsiteY120" fmla="*/ 5013640 h 5102540"/>
              <a:gd name="connsiteX121" fmla="*/ 6410588 w 12191996"/>
              <a:gd name="connsiteY121" fmla="*/ 4994590 h 5102540"/>
              <a:gd name="connsiteX122" fmla="*/ 6374076 w 12191996"/>
              <a:gd name="connsiteY122" fmla="*/ 4978715 h 5102540"/>
              <a:gd name="connsiteX123" fmla="*/ 6332801 w 12191996"/>
              <a:gd name="connsiteY123" fmla="*/ 4962840 h 5102540"/>
              <a:gd name="connsiteX124" fmla="*/ 6286763 w 12191996"/>
              <a:gd name="connsiteY124" fmla="*/ 4946965 h 5102540"/>
              <a:gd name="connsiteX125" fmla="*/ 6234376 w 12191996"/>
              <a:gd name="connsiteY125" fmla="*/ 4935853 h 5102540"/>
              <a:gd name="connsiteX126" fmla="*/ 6174051 w 12191996"/>
              <a:gd name="connsiteY126" fmla="*/ 4929503 h 5102540"/>
              <a:gd name="connsiteX127" fmla="*/ 6105788 w 12191996"/>
              <a:gd name="connsiteY127" fmla="*/ 4926328 h 5102540"/>
              <a:gd name="connsiteX128" fmla="*/ 6095998 w 12191996"/>
              <a:gd name="connsiteY128" fmla="*/ 4926783 h 5102540"/>
              <a:gd name="connsiteX129" fmla="*/ 6086208 w 12191996"/>
              <a:gd name="connsiteY129" fmla="*/ 4926328 h 5102540"/>
              <a:gd name="connsiteX130" fmla="*/ 6017946 w 12191996"/>
              <a:gd name="connsiteY130" fmla="*/ 4929503 h 5102540"/>
              <a:gd name="connsiteX131" fmla="*/ 5957620 w 12191996"/>
              <a:gd name="connsiteY131" fmla="*/ 4935853 h 5102540"/>
              <a:gd name="connsiteX132" fmla="*/ 5905233 w 12191996"/>
              <a:gd name="connsiteY132" fmla="*/ 4946965 h 5102540"/>
              <a:gd name="connsiteX133" fmla="*/ 5859195 w 12191996"/>
              <a:gd name="connsiteY133" fmla="*/ 4962840 h 5102540"/>
              <a:gd name="connsiteX134" fmla="*/ 5817920 w 12191996"/>
              <a:gd name="connsiteY134" fmla="*/ 4978715 h 5102540"/>
              <a:gd name="connsiteX135" fmla="*/ 5781407 w 12191996"/>
              <a:gd name="connsiteY135" fmla="*/ 4994590 h 5102540"/>
              <a:gd name="connsiteX136" fmla="*/ 5743307 w 12191996"/>
              <a:gd name="connsiteY136" fmla="*/ 5013640 h 5102540"/>
              <a:gd name="connsiteX137" fmla="*/ 5705208 w 12191996"/>
              <a:gd name="connsiteY137" fmla="*/ 5032690 h 5102540"/>
              <a:gd name="connsiteX138" fmla="*/ 5668695 w 12191996"/>
              <a:gd name="connsiteY138" fmla="*/ 5051740 h 5102540"/>
              <a:gd name="connsiteX139" fmla="*/ 5627420 w 12191996"/>
              <a:gd name="connsiteY139" fmla="*/ 5067615 h 5102540"/>
              <a:gd name="connsiteX140" fmla="*/ 5581382 w 12191996"/>
              <a:gd name="connsiteY140" fmla="*/ 5081903 h 5102540"/>
              <a:gd name="connsiteX141" fmla="*/ 5528995 w 12191996"/>
              <a:gd name="connsiteY141" fmla="*/ 5093015 h 5102540"/>
              <a:gd name="connsiteX142" fmla="*/ 5468670 w 12191996"/>
              <a:gd name="connsiteY142" fmla="*/ 5100953 h 5102540"/>
              <a:gd name="connsiteX143" fmla="*/ 5410198 w 12191996"/>
              <a:gd name="connsiteY143" fmla="*/ 5102313 h 5102540"/>
              <a:gd name="connsiteX144" fmla="*/ 5351726 w 12191996"/>
              <a:gd name="connsiteY144" fmla="*/ 5100953 h 5102540"/>
              <a:gd name="connsiteX145" fmla="*/ 5291400 w 12191996"/>
              <a:gd name="connsiteY145" fmla="*/ 5093015 h 5102540"/>
              <a:gd name="connsiteX146" fmla="*/ 5239013 w 12191996"/>
              <a:gd name="connsiteY146" fmla="*/ 5081903 h 5102540"/>
              <a:gd name="connsiteX147" fmla="*/ 5192976 w 12191996"/>
              <a:gd name="connsiteY147" fmla="*/ 5067615 h 5102540"/>
              <a:gd name="connsiteX148" fmla="*/ 5151700 w 12191996"/>
              <a:gd name="connsiteY148" fmla="*/ 5051740 h 5102540"/>
              <a:gd name="connsiteX149" fmla="*/ 5115188 w 12191996"/>
              <a:gd name="connsiteY149" fmla="*/ 5032690 h 5102540"/>
              <a:gd name="connsiteX150" fmla="*/ 5077089 w 12191996"/>
              <a:gd name="connsiteY150" fmla="*/ 5013640 h 5102540"/>
              <a:gd name="connsiteX151" fmla="*/ 5038988 w 12191996"/>
              <a:gd name="connsiteY151" fmla="*/ 4994590 h 5102540"/>
              <a:gd name="connsiteX152" fmla="*/ 5002476 w 12191996"/>
              <a:gd name="connsiteY152" fmla="*/ 4978715 h 5102540"/>
              <a:gd name="connsiteX153" fmla="*/ 4961200 w 12191996"/>
              <a:gd name="connsiteY153" fmla="*/ 4962840 h 5102540"/>
              <a:gd name="connsiteX154" fmla="*/ 4915164 w 12191996"/>
              <a:gd name="connsiteY154" fmla="*/ 4946965 h 5102540"/>
              <a:gd name="connsiteX155" fmla="*/ 4862776 w 12191996"/>
              <a:gd name="connsiteY155" fmla="*/ 4935853 h 5102540"/>
              <a:gd name="connsiteX156" fmla="*/ 4802452 w 12191996"/>
              <a:gd name="connsiteY156" fmla="*/ 4929503 h 5102540"/>
              <a:gd name="connsiteX157" fmla="*/ 4734188 w 12191996"/>
              <a:gd name="connsiteY157" fmla="*/ 4926328 h 5102540"/>
              <a:gd name="connsiteX158" fmla="*/ 4665927 w 12191996"/>
              <a:gd name="connsiteY158" fmla="*/ 4929503 h 5102540"/>
              <a:gd name="connsiteX159" fmla="*/ 4605601 w 12191996"/>
              <a:gd name="connsiteY159" fmla="*/ 4935853 h 5102540"/>
              <a:gd name="connsiteX160" fmla="*/ 4553214 w 12191996"/>
              <a:gd name="connsiteY160" fmla="*/ 4946965 h 5102540"/>
              <a:gd name="connsiteX161" fmla="*/ 4507176 w 12191996"/>
              <a:gd name="connsiteY161" fmla="*/ 4962840 h 5102540"/>
              <a:gd name="connsiteX162" fmla="*/ 4465901 w 12191996"/>
              <a:gd name="connsiteY162" fmla="*/ 4978715 h 5102540"/>
              <a:gd name="connsiteX163" fmla="*/ 4429388 w 12191996"/>
              <a:gd name="connsiteY163" fmla="*/ 4994590 h 5102540"/>
              <a:gd name="connsiteX164" fmla="*/ 4353188 w 12191996"/>
              <a:gd name="connsiteY164" fmla="*/ 5032690 h 5102540"/>
              <a:gd name="connsiteX165" fmla="*/ 4316676 w 12191996"/>
              <a:gd name="connsiteY165" fmla="*/ 5051740 h 5102540"/>
              <a:gd name="connsiteX166" fmla="*/ 4275401 w 12191996"/>
              <a:gd name="connsiteY166" fmla="*/ 5067615 h 5102540"/>
              <a:gd name="connsiteX167" fmla="*/ 4229363 w 12191996"/>
              <a:gd name="connsiteY167" fmla="*/ 5081903 h 5102540"/>
              <a:gd name="connsiteX168" fmla="*/ 4176976 w 12191996"/>
              <a:gd name="connsiteY168" fmla="*/ 5093015 h 5102540"/>
              <a:gd name="connsiteX169" fmla="*/ 4116651 w 12191996"/>
              <a:gd name="connsiteY169" fmla="*/ 5100953 h 5102540"/>
              <a:gd name="connsiteX170" fmla="*/ 4048388 w 12191996"/>
              <a:gd name="connsiteY170" fmla="*/ 5102540 h 5102540"/>
              <a:gd name="connsiteX171" fmla="*/ 3980126 w 12191996"/>
              <a:gd name="connsiteY171" fmla="*/ 5100953 h 5102540"/>
              <a:gd name="connsiteX172" fmla="*/ 3919801 w 12191996"/>
              <a:gd name="connsiteY172" fmla="*/ 5093015 h 5102540"/>
              <a:gd name="connsiteX173" fmla="*/ 3867413 w 12191996"/>
              <a:gd name="connsiteY173" fmla="*/ 5081903 h 5102540"/>
              <a:gd name="connsiteX174" fmla="*/ 3821376 w 12191996"/>
              <a:gd name="connsiteY174" fmla="*/ 5067615 h 5102540"/>
              <a:gd name="connsiteX175" fmla="*/ 3780101 w 12191996"/>
              <a:gd name="connsiteY175" fmla="*/ 5051740 h 5102540"/>
              <a:gd name="connsiteX176" fmla="*/ 3743588 w 12191996"/>
              <a:gd name="connsiteY176" fmla="*/ 5032690 h 5102540"/>
              <a:gd name="connsiteX177" fmla="*/ 3705488 w 12191996"/>
              <a:gd name="connsiteY177" fmla="*/ 5013640 h 5102540"/>
              <a:gd name="connsiteX178" fmla="*/ 3667388 w 12191996"/>
              <a:gd name="connsiteY178" fmla="*/ 4994590 h 5102540"/>
              <a:gd name="connsiteX179" fmla="*/ 3630876 w 12191996"/>
              <a:gd name="connsiteY179" fmla="*/ 4978715 h 5102540"/>
              <a:gd name="connsiteX180" fmla="*/ 3589601 w 12191996"/>
              <a:gd name="connsiteY180" fmla="*/ 4962840 h 5102540"/>
              <a:gd name="connsiteX181" fmla="*/ 3543563 w 12191996"/>
              <a:gd name="connsiteY181" fmla="*/ 4946965 h 5102540"/>
              <a:gd name="connsiteX182" fmla="*/ 3491176 w 12191996"/>
              <a:gd name="connsiteY182" fmla="*/ 4935853 h 5102540"/>
              <a:gd name="connsiteX183" fmla="*/ 3430851 w 12191996"/>
              <a:gd name="connsiteY183" fmla="*/ 4929503 h 5102540"/>
              <a:gd name="connsiteX184" fmla="*/ 3361001 w 12191996"/>
              <a:gd name="connsiteY184" fmla="*/ 4926328 h 5102540"/>
              <a:gd name="connsiteX185" fmla="*/ 3294326 w 12191996"/>
              <a:gd name="connsiteY185" fmla="*/ 4929503 h 5102540"/>
              <a:gd name="connsiteX186" fmla="*/ 3234001 w 12191996"/>
              <a:gd name="connsiteY186" fmla="*/ 4935853 h 5102540"/>
              <a:gd name="connsiteX187" fmla="*/ 3181613 w 12191996"/>
              <a:gd name="connsiteY187" fmla="*/ 4946965 h 5102540"/>
              <a:gd name="connsiteX188" fmla="*/ 3135576 w 12191996"/>
              <a:gd name="connsiteY188" fmla="*/ 4962840 h 5102540"/>
              <a:gd name="connsiteX189" fmla="*/ 3094301 w 12191996"/>
              <a:gd name="connsiteY189" fmla="*/ 4978715 h 5102540"/>
              <a:gd name="connsiteX190" fmla="*/ 3057788 w 12191996"/>
              <a:gd name="connsiteY190" fmla="*/ 4994590 h 5102540"/>
              <a:gd name="connsiteX191" fmla="*/ 3019688 w 12191996"/>
              <a:gd name="connsiteY191" fmla="*/ 5013640 h 5102540"/>
              <a:gd name="connsiteX192" fmla="*/ 2981588 w 12191996"/>
              <a:gd name="connsiteY192" fmla="*/ 5032690 h 5102540"/>
              <a:gd name="connsiteX193" fmla="*/ 2945076 w 12191996"/>
              <a:gd name="connsiteY193" fmla="*/ 5051740 h 5102540"/>
              <a:gd name="connsiteX194" fmla="*/ 2903801 w 12191996"/>
              <a:gd name="connsiteY194" fmla="*/ 5067615 h 5102540"/>
              <a:gd name="connsiteX195" fmla="*/ 2857763 w 12191996"/>
              <a:gd name="connsiteY195" fmla="*/ 5081903 h 5102540"/>
              <a:gd name="connsiteX196" fmla="*/ 2805376 w 12191996"/>
              <a:gd name="connsiteY196" fmla="*/ 5093015 h 5102540"/>
              <a:gd name="connsiteX197" fmla="*/ 2745051 w 12191996"/>
              <a:gd name="connsiteY197" fmla="*/ 5100953 h 5102540"/>
              <a:gd name="connsiteX198" fmla="*/ 2676788 w 12191996"/>
              <a:gd name="connsiteY198" fmla="*/ 5102540 h 5102540"/>
              <a:gd name="connsiteX199" fmla="*/ 2608526 w 12191996"/>
              <a:gd name="connsiteY199" fmla="*/ 5100953 h 5102540"/>
              <a:gd name="connsiteX200" fmla="*/ 2548201 w 12191996"/>
              <a:gd name="connsiteY200" fmla="*/ 5093015 h 5102540"/>
              <a:gd name="connsiteX201" fmla="*/ 2495813 w 12191996"/>
              <a:gd name="connsiteY201" fmla="*/ 5081903 h 5102540"/>
              <a:gd name="connsiteX202" fmla="*/ 2449776 w 12191996"/>
              <a:gd name="connsiteY202" fmla="*/ 5067615 h 5102540"/>
              <a:gd name="connsiteX203" fmla="*/ 2408501 w 12191996"/>
              <a:gd name="connsiteY203" fmla="*/ 5051740 h 5102540"/>
              <a:gd name="connsiteX204" fmla="*/ 2371988 w 12191996"/>
              <a:gd name="connsiteY204" fmla="*/ 5032690 h 5102540"/>
              <a:gd name="connsiteX205" fmla="*/ 2333888 w 12191996"/>
              <a:gd name="connsiteY205" fmla="*/ 5013640 h 5102540"/>
              <a:gd name="connsiteX206" fmla="*/ 2295788 w 12191996"/>
              <a:gd name="connsiteY206" fmla="*/ 4994590 h 5102540"/>
              <a:gd name="connsiteX207" fmla="*/ 2259276 w 12191996"/>
              <a:gd name="connsiteY207" fmla="*/ 4978715 h 5102540"/>
              <a:gd name="connsiteX208" fmla="*/ 2218001 w 12191996"/>
              <a:gd name="connsiteY208" fmla="*/ 4962840 h 5102540"/>
              <a:gd name="connsiteX209" fmla="*/ 2171963 w 12191996"/>
              <a:gd name="connsiteY209" fmla="*/ 4946965 h 5102540"/>
              <a:gd name="connsiteX210" fmla="*/ 2119576 w 12191996"/>
              <a:gd name="connsiteY210" fmla="*/ 4935853 h 5102540"/>
              <a:gd name="connsiteX211" fmla="*/ 2059251 w 12191996"/>
              <a:gd name="connsiteY211" fmla="*/ 4929503 h 5102540"/>
              <a:gd name="connsiteX212" fmla="*/ 1990988 w 12191996"/>
              <a:gd name="connsiteY212" fmla="*/ 4926328 h 5102540"/>
              <a:gd name="connsiteX213" fmla="*/ 1922726 w 12191996"/>
              <a:gd name="connsiteY213" fmla="*/ 4929503 h 5102540"/>
              <a:gd name="connsiteX214" fmla="*/ 1862401 w 12191996"/>
              <a:gd name="connsiteY214" fmla="*/ 4935853 h 5102540"/>
              <a:gd name="connsiteX215" fmla="*/ 1810013 w 12191996"/>
              <a:gd name="connsiteY215" fmla="*/ 4946965 h 5102540"/>
              <a:gd name="connsiteX216" fmla="*/ 1763976 w 12191996"/>
              <a:gd name="connsiteY216" fmla="*/ 4962840 h 5102540"/>
              <a:gd name="connsiteX217" fmla="*/ 1722701 w 12191996"/>
              <a:gd name="connsiteY217" fmla="*/ 4978715 h 5102540"/>
              <a:gd name="connsiteX218" fmla="*/ 1686188 w 12191996"/>
              <a:gd name="connsiteY218" fmla="*/ 4994590 h 5102540"/>
              <a:gd name="connsiteX219" fmla="*/ 1648088 w 12191996"/>
              <a:gd name="connsiteY219" fmla="*/ 5013640 h 5102540"/>
              <a:gd name="connsiteX220" fmla="*/ 1609988 w 12191996"/>
              <a:gd name="connsiteY220" fmla="*/ 5032690 h 5102540"/>
              <a:gd name="connsiteX221" fmla="*/ 1573476 w 12191996"/>
              <a:gd name="connsiteY221" fmla="*/ 5051740 h 5102540"/>
              <a:gd name="connsiteX222" fmla="*/ 1532201 w 12191996"/>
              <a:gd name="connsiteY222" fmla="*/ 5067615 h 5102540"/>
              <a:gd name="connsiteX223" fmla="*/ 1486163 w 12191996"/>
              <a:gd name="connsiteY223" fmla="*/ 5081903 h 5102540"/>
              <a:gd name="connsiteX224" fmla="*/ 1433776 w 12191996"/>
              <a:gd name="connsiteY224" fmla="*/ 5093015 h 5102540"/>
              <a:gd name="connsiteX225" fmla="*/ 1373451 w 12191996"/>
              <a:gd name="connsiteY225" fmla="*/ 5100953 h 5102540"/>
              <a:gd name="connsiteX226" fmla="*/ 1305188 w 12191996"/>
              <a:gd name="connsiteY226" fmla="*/ 5102540 h 5102540"/>
              <a:gd name="connsiteX227" fmla="*/ 1236926 w 12191996"/>
              <a:gd name="connsiteY227" fmla="*/ 5100953 h 5102540"/>
              <a:gd name="connsiteX228" fmla="*/ 1176601 w 12191996"/>
              <a:gd name="connsiteY228" fmla="*/ 5093015 h 5102540"/>
              <a:gd name="connsiteX229" fmla="*/ 1124213 w 12191996"/>
              <a:gd name="connsiteY229" fmla="*/ 5081903 h 5102540"/>
              <a:gd name="connsiteX230" fmla="*/ 1078176 w 12191996"/>
              <a:gd name="connsiteY230" fmla="*/ 5067615 h 5102540"/>
              <a:gd name="connsiteX231" fmla="*/ 1036901 w 12191996"/>
              <a:gd name="connsiteY231" fmla="*/ 5051740 h 5102540"/>
              <a:gd name="connsiteX232" fmla="*/ 1000388 w 12191996"/>
              <a:gd name="connsiteY232" fmla="*/ 5032690 h 5102540"/>
              <a:gd name="connsiteX233" fmla="*/ 962288 w 12191996"/>
              <a:gd name="connsiteY233" fmla="*/ 5013640 h 5102540"/>
              <a:gd name="connsiteX234" fmla="*/ 924188 w 12191996"/>
              <a:gd name="connsiteY234" fmla="*/ 4994590 h 5102540"/>
              <a:gd name="connsiteX235" fmla="*/ 887676 w 12191996"/>
              <a:gd name="connsiteY235" fmla="*/ 4978715 h 5102540"/>
              <a:gd name="connsiteX236" fmla="*/ 846401 w 12191996"/>
              <a:gd name="connsiteY236" fmla="*/ 4962840 h 5102540"/>
              <a:gd name="connsiteX237" fmla="*/ 800363 w 12191996"/>
              <a:gd name="connsiteY237" fmla="*/ 4946965 h 5102540"/>
              <a:gd name="connsiteX238" fmla="*/ 747976 w 12191996"/>
              <a:gd name="connsiteY238" fmla="*/ 4935853 h 5102540"/>
              <a:gd name="connsiteX239" fmla="*/ 687651 w 12191996"/>
              <a:gd name="connsiteY239" fmla="*/ 4929503 h 5102540"/>
              <a:gd name="connsiteX240" fmla="*/ 619388 w 12191996"/>
              <a:gd name="connsiteY240" fmla="*/ 4926328 h 5102540"/>
              <a:gd name="connsiteX241" fmla="*/ 551126 w 12191996"/>
              <a:gd name="connsiteY241" fmla="*/ 4929503 h 5102540"/>
              <a:gd name="connsiteX242" fmla="*/ 490801 w 12191996"/>
              <a:gd name="connsiteY242" fmla="*/ 4935853 h 5102540"/>
              <a:gd name="connsiteX243" fmla="*/ 438413 w 12191996"/>
              <a:gd name="connsiteY243" fmla="*/ 4946965 h 5102540"/>
              <a:gd name="connsiteX244" fmla="*/ 392376 w 12191996"/>
              <a:gd name="connsiteY244" fmla="*/ 4962840 h 5102540"/>
              <a:gd name="connsiteX245" fmla="*/ 351101 w 12191996"/>
              <a:gd name="connsiteY245" fmla="*/ 4978715 h 5102540"/>
              <a:gd name="connsiteX246" fmla="*/ 314588 w 12191996"/>
              <a:gd name="connsiteY246" fmla="*/ 4994590 h 5102540"/>
              <a:gd name="connsiteX247" fmla="*/ 276488 w 12191996"/>
              <a:gd name="connsiteY247" fmla="*/ 5013640 h 5102540"/>
              <a:gd name="connsiteX248" fmla="*/ 238388 w 12191996"/>
              <a:gd name="connsiteY248" fmla="*/ 5032690 h 5102540"/>
              <a:gd name="connsiteX249" fmla="*/ 201876 w 12191996"/>
              <a:gd name="connsiteY249" fmla="*/ 5051740 h 5102540"/>
              <a:gd name="connsiteX250" fmla="*/ 160601 w 12191996"/>
              <a:gd name="connsiteY250" fmla="*/ 5067615 h 5102540"/>
              <a:gd name="connsiteX251" fmla="*/ 114563 w 12191996"/>
              <a:gd name="connsiteY251" fmla="*/ 5081903 h 5102540"/>
              <a:gd name="connsiteX252" fmla="*/ 62176 w 12191996"/>
              <a:gd name="connsiteY252" fmla="*/ 5093015 h 5102540"/>
              <a:gd name="connsiteX253" fmla="*/ 1851 w 12191996"/>
              <a:gd name="connsiteY253" fmla="*/ 5100953 h 5102540"/>
              <a:gd name="connsiteX254" fmla="*/ 0 w 12191996"/>
              <a:gd name="connsiteY254" fmla="*/ 5100996 h 5102540"/>
              <a:gd name="connsiteX255" fmla="*/ 0 w 12191996"/>
              <a:gd name="connsiteY255" fmla="*/ 0 h 510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5102540">
                <a:moveTo>
                  <a:pt x="0" y="0"/>
                </a:moveTo>
                <a:lnTo>
                  <a:pt x="12191996" y="0"/>
                </a:lnTo>
                <a:lnTo>
                  <a:pt x="12191996" y="5100996"/>
                </a:lnTo>
                <a:lnTo>
                  <a:pt x="12190145" y="5100953"/>
                </a:lnTo>
                <a:lnTo>
                  <a:pt x="12129819" y="5093016"/>
                </a:lnTo>
                <a:lnTo>
                  <a:pt x="12077431" y="5081903"/>
                </a:lnTo>
                <a:lnTo>
                  <a:pt x="12031395" y="5067615"/>
                </a:lnTo>
                <a:lnTo>
                  <a:pt x="11990119" y="5051740"/>
                </a:lnTo>
                <a:lnTo>
                  <a:pt x="11953607" y="5032690"/>
                </a:lnTo>
                <a:lnTo>
                  <a:pt x="11915507" y="5013640"/>
                </a:lnTo>
                <a:lnTo>
                  <a:pt x="11877407" y="4994590"/>
                </a:lnTo>
                <a:lnTo>
                  <a:pt x="11840895" y="4978715"/>
                </a:lnTo>
                <a:lnTo>
                  <a:pt x="11799619" y="4962840"/>
                </a:lnTo>
                <a:lnTo>
                  <a:pt x="11753581" y="4946965"/>
                </a:lnTo>
                <a:lnTo>
                  <a:pt x="11701195" y="4935853"/>
                </a:lnTo>
                <a:lnTo>
                  <a:pt x="11640869" y="4929503"/>
                </a:lnTo>
                <a:lnTo>
                  <a:pt x="11572607" y="4926328"/>
                </a:lnTo>
                <a:lnTo>
                  <a:pt x="11504345" y="4929503"/>
                </a:lnTo>
                <a:lnTo>
                  <a:pt x="11444019" y="4935853"/>
                </a:lnTo>
                <a:lnTo>
                  <a:pt x="11391631" y="4946965"/>
                </a:lnTo>
                <a:lnTo>
                  <a:pt x="11345595" y="4962840"/>
                </a:lnTo>
                <a:lnTo>
                  <a:pt x="11304319" y="4978715"/>
                </a:lnTo>
                <a:lnTo>
                  <a:pt x="11267807" y="4994590"/>
                </a:lnTo>
                <a:lnTo>
                  <a:pt x="11229707" y="5013640"/>
                </a:lnTo>
                <a:lnTo>
                  <a:pt x="11191607" y="5032690"/>
                </a:lnTo>
                <a:lnTo>
                  <a:pt x="11155095" y="5051740"/>
                </a:lnTo>
                <a:lnTo>
                  <a:pt x="11113819" y="5067615"/>
                </a:lnTo>
                <a:lnTo>
                  <a:pt x="11067781" y="5081903"/>
                </a:lnTo>
                <a:lnTo>
                  <a:pt x="11015395" y="5093015"/>
                </a:lnTo>
                <a:lnTo>
                  <a:pt x="10955069" y="5100953"/>
                </a:lnTo>
                <a:lnTo>
                  <a:pt x="10886807" y="5102540"/>
                </a:lnTo>
                <a:lnTo>
                  <a:pt x="10818545" y="5100953"/>
                </a:lnTo>
                <a:lnTo>
                  <a:pt x="10758219" y="5093015"/>
                </a:lnTo>
                <a:lnTo>
                  <a:pt x="10705831" y="5081903"/>
                </a:lnTo>
                <a:lnTo>
                  <a:pt x="10659795" y="5067615"/>
                </a:lnTo>
                <a:lnTo>
                  <a:pt x="10618519" y="5051740"/>
                </a:lnTo>
                <a:lnTo>
                  <a:pt x="10582007" y="5032690"/>
                </a:lnTo>
                <a:lnTo>
                  <a:pt x="10543907" y="5013640"/>
                </a:lnTo>
                <a:lnTo>
                  <a:pt x="10505807" y="4994590"/>
                </a:lnTo>
                <a:lnTo>
                  <a:pt x="10469295" y="4978715"/>
                </a:lnTo>
                <a:lnTo>
                  <a:pt x="10428019" y="4962840"/>
                </a:lnTo>
                <a:lnTo>
                  <a:pt x="10381981" y="4946965"/>
                </a:lnTo>
                <a:lnTo>
                  <a:pt x="10329595" y="4935853"/>
                </a:lnTo>
                <a:lnTo>
                  <a:pt x="10269269" y="4929503"/>
                </a:lnTo>
                <a:lnTo>
                  <a:pt x="10201007" y="4926328"/>
                </a:lnTo>
                <a:lnTo>
                  <a:pt x="10132745" y="4929503"/>
                </a:lnTo>
                <a:lnTo>
                  <a:pt x="10072419" y="4935853"/>
                </a:lnTo>
                <a:lnTo>
                  <a:pt x="10020031" y="4946965"/>
                </a:lnTo>
                <a:lnTo>
                  <a:pt x="9973995" y="4962840"/>
                </a:lnTo>
                <a:lnTo>
                  <a:pt x="9932719" y="4978715"/>
                </a:lnTo>
                <a:lnTo>
                  <a:pt x="9896207" y="4994590"/>
                </a:lnTo>
                <a:lnTo>
                  <a:pt x="9820007" y="5032690"/>
                </a:lnTo>
                <a:lnTo>
                  <a:pt x="9783495" y="5051740"/>
                </a:lnTo>
                <a:lnTo>
                  <a:pt x="9742219" y="5067615"/>
                </a:lnTo>
                <a:lnTo>
                  <a:pt x="9696181" y="5081903"/>
                </a:lnTo>
                <a:lnTo>
                  <a:pt x="9643795" y="5093015"/>
                </a:lnTo>
                <a:lnTo>
                  <a:pt x="9583469" y="5100953"/>
                </a:lnTo>
                <a:lnTo>
                  <a:pt x="9515207" y="5102540"/>
                </a:lnTo>
                <a:lnTo>
                  <a:pt x="9446945" y="5100953"/>
                </a:lnTo>
                <a:lnTo>
                  <a:pt x="9386619" y="5093015"/>
                </a:lnTo>
                <a:lnTo>
                  <a:pt x="9334231" y="5081903"/>
                </a:lnTo>
                <a:lnTo>
                  <a:pt x="9288195" y="5067615"/>
                </a:lnTo>
                <a:lnTo>
                  <a:pt x="9246919" y="5051740"/>
                </a:lnTo>
                <a:lnTo>
                  <a:pt x="9210407" y="5032690"/>
                </a:lnTo>
                <a:lnTo>
                  <a:pt x="9172307" y="5013640"/>
                </a:lnTo>
                <a:lnTo>
                  <a:pt x="9134207" y="4994590"/>
                </a:lnTo>
                <a:lnTo>
                  <a:pt x="9097695" y="4978715"/>
                </a:lnTo>
                <a:lnTo>
                  <a:pt x="9056419" y="4962840"/>
                </a:lnTo>
                <a:lnTo>
                  <a:pt x="9010381" y="4946965"/>
                </a:lnTo>
                <a:lnTo>
                  <a:pt x="8957995" y="4935853"/>
                </a:lnTo>
                <a:lnTo>
                  <a:pt x="8897669" y="4929503"/>
                </a:lnTo>
                <a:lnTo>
                  <a:pt x="8827819" y="4926328"/>
                </a:lnTo>
                <a:lnTo>
                  <a:pt x="8761145" y="4929503"/>
                </a:lnTo>
                <a:lnTo>
                  <a:pt x="8700819" y="4935853"/>
                </a:lnTo>
                <a:lnTo>
                  <a:pt x="8648431" y="4946965"/>
                </a:lnTo>
                <a:lnTo>
                  <a:pt x="8602395" y="4962840"/>
                </a:lnTo>
                <a:lnTo>
                  <a:pt x="8561119" y="4978715"/>
                </a:lnTo>
                <a:lnTo>
                  <a:pt x="8524607" y="4994590"/>
                </a:lnTo>
                <a:lnTo>
                  <a:pt x="8486507" y="5013640"/>
                </a:lnTo>
                <a:lnTo>
                  <a:pt x="8448407" y="5032690"/>
                </a:lnTo>
                <a:lnTo>
                  <a:pt x="8411895" y="5051740"/>
                </a:lnTo>
                <a:lnTo>
                  <a:pt x="8370620" y="5067615"/>
                </a:lnTo>
                <a:lnTo>
                  <a:pt x="8324582" y="5081903"/>
                </a:lnTo>
                <a:lnTo>
                  <a:pt x="8272195" y="5093015"/>
                </a:lnTo>
                <a:lnTo>
                  <a:pt x="8211870" y="5100953"/>
                </a:lnTo>
                <a:lnTo>
                  <a:pt x="8143607" y="5102540"/>
                </a:lnTo>
                <a:lnTo>
                  <a:pt x="8075345" y="5100953"/>
                </a:lnTo>
                <a:lnTo>
                  <a:pt x="8015020" y="5093015"/>
                </a:lnTo>
                <a:lnTo>
                  <a:pt x="7962632" y="5081903"/>
                </a:lnTo>
                <a:lnTo>
                  <a:pt x="7916595" y="5067615"/>
                </a:lnTo>
                <a:lnTo>
                  <a:pt x="7875320" y="5051740"/>
                </a:lnTo>
                <a:lnTo>
                  <a:pt x="7838807" y="5032690"/>
                </a:lnTo>
                <a:lnTo>
                  <a:pt x="7800707" y="5013640"/>
                </a:lnTo>
                <a:lnTo>
                  <a:pt x="7762607" y="4994590"/>
                </a:lnTo>
                <a:lnTo>
                  <a:pt x="7726095" y="4978715"/>
                </a:lnTo>
                <a:lnTo>
                  <a:pt x="7684820" y="4962840"/>
                </a:lnTo>
                <a:lnTo>
                  <a:pt x="7638782" y="4946965"/>
                </a:lnTo>
                <a:lnTo>
                  <a:pt x="7586395" y="4935853"/>
                </a:lnTo>
                <a:lnTo>
                  <a:pt x="7526070" y="4929503"/>
                </a:lnTo>
                <a:lnTo>
                  <a:pt x="7457807" y="4926328"/>
                </a:lnTo>
                <a:lnTo>
                  <a:pt x="7389545" y="4929503"/>
                </a:lnTo>
                <a:lnTo>
                  <a:pt x="7329220" y="4935853"/>
                </a:lnTo>
                <a:lnTo>
                  <a:pt x="7276832" y="4946965"/>
                </a:lnTo>
                <a:lnTo>
                  <a:pt x="7230795" y="4962840"/>
                </a:lnTo>
                <a:lnTo>
                  <a:pt x="7189520" y="4978715"/>
                </a:lnTo>
                <a:lnTo>
                  <a:pt x="7153007" y="4994590"/>
                </a:lnTo>
                <a:lnTo>
                  <a:pt x="7114907" y="5013640"/>
                </a:lnTo>
                <a:lnTo>
                  <a:pt x="7076807" y="5032690"/>
                </a:lnTo>
                <a:lnTo>
                  <a:pt x="7040295" y="5051740"/>
                </a:lnTo>
                <a:lnTo>
                  <a:pt x="6999020" y="5067615"/>
                </a:lnTo>
                <a:lnTo>
                  <a:pt x="6952982" y="5081903"/>
                </a:lnTo>
                <a:lnTo>
                  <a:pt x="6900595" y="5093015"/>
                </a:lnTo>
                <a:lnTo>
                  <a:pt x="6840270" y="5100953"/>
                </a:lnTo>
                <a:lnTo>
                  <a:pt x="6781798" y="5102313"/>
                </a:lnTo>
                <a:lnTo>
                  <a:pt x="6723326" y="5100953"/>
                </a:lnTo>
                <a:lnTo>
                  <a:pt x="6663001" y="5093015"/>
                </a:lnTo>
                <a:lnTo>
                  <a:pt x="6610613" y="5081903"/>
                </a:lnTo>
                <a:lnTo>
                  <a:pt x="6564576" y="5067615"/>
                </a:lnTo>
                <a:lnTo>
                  <a:pt x="6523301" y="5051740"/>
                </a:lnTo>
                <a:lnTo>
                  <a:pt x="6486788" y="5032690"/>
                </a:lnTo>
                <a:lnTo>
                  <a:pt x="6448688" y="5013640"/>
                </a:lnTo>
                <a:lnTo>
                  <a:pt x="6410588" y="4994590"/>
                </a:lnTo>
                <a:lnTo>
                  <a:pt x="6374076" y="4978715"/>
                </a:lnTo>
                <a:lnTo>
                  <a:pt x="6332801" y="4962840"/>
                </a:lnTo>
                <a:lnTo>
                  <a:pt x="6286763" y="4946965"/>
                </a:lnTo>
                <a:lnTo>
                  <a:pt x="6234376" y="4935853"/>
                </a:lnTo>
                <a:lnTo>
                  <a:pt x="6174051" y="4929503"/>
                </a:lnTo>
                <a:lnTo>
                  <a:pt x="6105788" y="4926328"/>
                </a:lnTo>
                <a:lnTo>
                  <a:pt x="6095998" y="4926783"/>
                </a:lnTo>
                <a:lnTo>
                  <a:pt x="6086208" y="4926328"/>
                </a:lnTo>
                <a:lnTo>
                  <a:pt x="6017946" y="4929503"/>
                </a:lnTo>
                <a:lnTo>
                  <a:pt x="5957620" y="4935853"/>
                </a:lnTo>
                <a:lnTo>
                  <a:pt x="5905233" y="4946965"/>
                </a:lnTo>
                <a:lnTo>
                  <a:pt x="5859195" y="4962840"/>
                </a:lnTo>
                <a:lnTo>
                  <a:pt x="5817920" y="4978715"/>
                </a:lnTo>
                <a:lnTo>
                  <a:pt x="5781407" y="4994590"/>
                </a:lnTo>
                <a:lnTo>
                  <a:pt x="5743307" y="5013640"/>
                </a:lnTo>
                <a:lnTo>
                  <a:pt x="5705208" y="5032690"/>
                </a:lnTo>
                <a:lnTo>
                  <a:pt x="5668695" y="5051740"/>
                </a:lnTo>
                <a:lnTo>
                  <a:pt x="5627420" y="5067615"/>
                </a:lnTo>
                <a:lnTo>
                  <a:pt x="5581382" y="5081903"/>
                </a:lnTo>
                <a:lnTo>
                  <a:pt x="5528995" y="5093015"/>
                </a:lnTo>
                <a:lnTo>
                  <a:pt x="5468670" y="5100953"/>
                </a:lnTo>
                <a:lnTo>
                  <a:pt x="5410198" y="5102313"/>
                </a:lnTo>
                <a:lnTo>
                  <a:pt x="5351726" y="5100953"/>
                </a:lnTo>
                <a:lnTo>
                  <a:pt x="5291400" y="5093015"/>
                </a:lnTo>
                <a:lnTo>
                  <a:pt x="5239013" y="5081903"/>
                </a:lnTo>
                <a:lnTo>
                  <a:pt x="5192976" y="5067615"/>
                </a:lnTo>
                <a:lnTo>
                  <a:pt x="5151700" y="5051740"/>
                </a:lnTo>
                <a:lnTo>
                  <a:pt x="5115188" y="5032690"/>
                </a:lnTo>
                <a:lnTo>
                  <a:pt x="5077089" y="5013640"/>
                </a:lnTo>
                <a:lnTo>
                  <a:pt x="5038988" y="4994590"/>
                </a:lnTo>
                <a:lnTo>
                  <a:pt x="5002476" y="4978715"/>
                </a:lnTo>
                <a:lnTo>
                  <a:pt x="4961200" y="4962840"/>
                </a:lnTo>
                <a:lnTo>
                  <a:pt x="4915164" y="4946965"/>
                </a:lnTo>
                <a:lnTo>
                  <a:pt x="4862776" y="4935853"/>
                </a:lnTo>
                <a:lnTo>
                  <a:pt x="4802452" y="4929503"/>
                </a:lnTo>
                <a:lnTo>
                  <a:pt x="4734188" y="4926328"/>
                </a:lnTo>
                <a:lnTo>
                  <a:pt x="4665927" y="4929503"/>
                </a:lnTo>
                <a:lnTo>
                  <a:pt x="4605601" y="4935853"/>
                </a:lnTo>
                <a:lnTo>
                  <a:pt x="4553214" y="4946965"/>
                </a:lnTo>
                <a:lnTo>
                  <a:pt x="4507176" y="4962840"/>
                </a:lnTo>
                <a:lnTo>
                  <a:pt x="4465901" y="4978715"/>
                </a:lnTo>
                <a:lnTo>
                  <a:pt x="4429388" y="4994590"/>
                </a:lnTo>
                <a:lnTo>
                  <a:pt x="4353188" y="5032690"/>
                </a:lnTo>
                <a:lnTo>
                  <a:pt x="4316676" y="5051740"/>
                </a:lnTo>
                <a:lnTo>
                  <a:pt x="4275401" y="5067615"/>
                </a:lnTo>
                <a:lnTo>
                  <a:pt x="4229363" y="5081903"/>
                </a:lnTo>
                <a:lnTo>
                  <a:pt x="4176976" y="5093015"/>
                </a:lnTo>
                <a:lnTo>
                  <a:pt x="4116651" y="5100953"/>
                </a:lnTo>
                <a:lnTo>
                  <a:pt x="4048388" y="5102540"/>
                </a:lnTo>
                <a:lnTo>
                  <a:pt x="3980126" y="5100953"/>
                </a:lnTo>
                <a:lnTo>
                  <a:pt x="3919801" y="5093015"/>
                </a:lnTo>
                <a:lnTo>
                  <a:pt x="3867413" y="5081903"/>
                </a:lnTo>
                <a:lnTo>
                  <a:pt x="3821376" y="5067615"/>
                </a:lnTo>
                <a:lnTo>
                  <a:pt x="3780101" y="5051740"/>
                </a:lnTo>
                <a:lnTo>
                  <a:pt x="3743588" y="5032690"/>
                </a:lnTo>
                <a:lnTo>
                  <a:pt x="3705488" y="5013640"/>
                </a:lnTo>
                <a:lnTo>
                  <a:pt x="3667388" y="4994590"/>
                </a:lnTo>
                <a:lnTo>
                  <a:pt x="3630876" y="4978715"/>
                </a:lnTo>
                <a:lnTo>
                  <a:pt x="3589601" y="4962840"/>
                </a:lnTo>
                <a:lnTo>
                  <a:pt x="3543563" y="4946965"/>
                </a:lnTo>
                <a:lnTo>
                  <a:pt x="3491176" y="4935853"/>
                </a:lnTo>
                <a:lnTo>
                  <a:pt x="3430851" y="4929503"/>
                </a:lnTo>
                <a:lnTo>
                  <a:pt x="3361001" y="4926328"/>
                </a:lnTo>
                <a:lnTo>
                  <a:pt x="3294326" y="4929503"/>
                </a:lnTo>
                <a:lnTo>
                  <a:pt x="3234001" y="4935853"/>
                </a:lnTo>
                <a:lnTo>
                  <a:pt x="3181613" y="4946965"/>
                </a:lnTo>
                <a:lnTo>
                  <a:pt x="3135576" y="4962840"/>
                </a:lnTo>
                <a:lnTo>
                  <a:pt x="3094301" y="4978715"/>
                </a:lnTo>
                <a:lnTo>
                  <a:pt x="3057788" y="4994590"/>
                </a:lnTo>
                <a:lnTo>
                  <a:pt x="3019688" y="5013640"/>
                </a:lnTo>
                <a:lnTo>
                  <a:pt x="2981588" y="5032690"/>
                </a:lnTo>
                <a:lnTo>
                  <a:pt x="2945076" y="5051740"/>
                </a:lnTo>
                <a:lnTo>
                  <a:pt x="2903801" y="5067615"/>
                </a:lnTo>
                <a:lnTo>
                  <a:pt x="2857763" y="5081903"/>
                </a:lnTo>
                <a:lnTo>
                  <a:pt x="2805376" y="5093015"/>
                </a:lnTo>
                <a:lnTo>
                  <a:pt x="2745051" y="5100953"/>
                </a:lnTo>
                <a:lnTo>
                  <a:pt x="2676788" y="5102540"/>
                </a:lnTo>
                <a:lnTo>
                  <a:pt x="2608526" y="5100953"/>
                </a:lnTo>
                <a:lnTo>
                  <a:pt x="2548201" y="5093015"/>
                </a:lnTo>
                <a:lnTo>
                  <a:pt x="2495813" y="5081903"/>
                </a:lnTo>
                <a:lnTo>
                  <a:pt x="2449776" y="5067615"/>
                </a:lnTo>
                <a:lnTo>
                  <a:pt x="2408501" y="5051740"/>
                </a:lnTo>
                <a:lnTo>
                  <a:pt x="2371988" y="5032690"/>
                </a:lnTo>
                <a:lnTo>
                  <a:pt x="2333888" y="5013640"/>
                </a:lnTo>
                <a:lnTo>
                  <a:pt x="2295788" y="4994590"/>
                </a:lnTo>
                <a:lnTo>
                  <a:pt x="2259276" y="4978715"/>
                </a:lnTo>
                <a:lnTo>
                  <a:pt x="2218001" y="4962840"/>
                </a:lnTo>
                <a:lnTo>
                  <a:pt x="2171963" y="4946965"/>
                </a:lnTo>
                <a:lnTo>
                  <a:pt x="2119576" y="4935853"/>
                </a:lnTo>
                <a:lnTo>
                  <a:pt x="2059251" y="4929503"/>
                </a:lnTo>
                <a:lnTo>
                  <a:pt x="1990988" y="4926328"/>
                </a:lnTo>
                <a:lnTo>
                  <a:pt x="1922726" y="4929503"/>
                </a:lnTo>
                <a:lnTo>
                  <a:pt x="1862401" y="4935853"/>
                </a:lnTo>
                <a:lnTo>
                  <a:pt x="1810013" y="4946965"/>
                </a:lnTo>
                <a:lnTo>
                  <a:pt x="1763976" y="4962840"/>
                </a:lnTo>
                <a:lnTo>
                  <a:pt x="1722701" y="4978715"/>
                </a:lnTo>
                <a:lnTo>
                  <a:pt x="1686188" y="4994590"/>
                </a:lnTo>
                <a:lnTo>
                  <a:pt x="1648088" y="5013640"/>
                </a:lnTo>
                <a:lnTo>
                  <a:pt x="1609988" y="5032690"/>
                </a:lnTo>
                <a:lnTo>
                  <a:pt x="1573476" y="5051740"/>
                </a:lnTo>
                <a:lnTo>
                  <a:pt x="1532201" y="5067615"/>
                </a:lnTo>
                <a:lnTo>
                  <a:pt x="1486163" y="5081903"/>
                </a:lnTo>
                <a:lnTo>
                  <a:pt x="1433776" y="5093015"/>
                </a:lnTo>
                <a:lnTo>
                  <a:pt x="1373451" y="5100953"/>
                </a:lnTo>
                <a:lnTo>
                  <a:pt x="1305188" y="5102540"/>
                </a:lnTo>
                <a:lnTo>
                  <a:pt x="1236926" y="5100953"/>
                </a:lnTo>
                <a:lnTo>
                  <a:pt x="1176601" y="5093015"/>
                </a:lnTo>
                <a:lnTo>
                  <a:pt x="1124213" y="5081903"/>
                </a:lnTo>
                <a:lnTo>
                  <a:pt x="1078176" y="5067615"/>
                </a:lnTo>
                <a:lnTo>
                  <a:pt x="1036901" y="5051740"/>
                </a:lnTo>
                <a:lnTo>
                  <a:pt x="1000388" y="5032690"/>
                </a:lnTo>
                <a:lnTo>
                  <a:pt x="962288" y="5013640"/>
                </a:lnTo>
                <a:lnTo>
                  <a:pt x="924188" y="4994590"/>
                </a:lnTo>
                <a:lnTo>
                  <a:pt x="887676" y="4978715"/>
                </a:lnTo>
                <a:lnTo>
                  <a:pt x="846401" y="4962840"/>
                </a:lnTo>
                <a:lnTo>
                  <a:pt x="800363" y="4946965"/>
                </a:lnTo>
                <a:lnTo>
                  <a:pt x="747976" y="4935853"/>
                </a:lnTo>
                <a:lnTo>
                  <a:pt x="687651" y="4929503"/>
                </a:lnTo>
                <a:lnTo>
                  <a:pt x="619388" y="4926328"/>
                </a:lnTo>
                <a:lnTo>
                  <a:pt x="551126" y="4929503"/>
                </a:lnTo>
                <a:lnTo>
                  <a:pt x="490801" y="4935853"/>
                </a:lnTo>
                <a:lnTo>
                  <a:pt x="438413" y="4946965"/>
                </a:lnTo>
                <a:lnTo>
                  <a:pt x="392376" y="4962840"/>
                </a:lnTo>
                <a:lnTo>
                  <a:pt x="351101" y="4978715"/>
                </a:lnTo>
                <a:lnTo>
                  <a:pt x="314588" y="4994590"/>
                </a:lnTo>
                <a:lnTo>
                  <a:pt x="276488" y="5013640"/>
                </a:lnTo>
                <a:lnTo>
                  <a:pt x="238388" y="5032690"/>
                </a:lnTo>
                <a:lnTo>
                  <a:pt x="201876" y="5051740"/>
                </a:lnTo>
                <a:lnTo>
                  <a:pt x="160601" y="5067615"/>
                </a:lnTo>
                <a:lnTo>
                  <a:pt x="114563" y="5081903"/>
                </a:lnTo>
                <a:lnTo>
                  <a:pt x="62176" y="5093015"/>
                </a:lnTo>
                <a:lnTo>
                  <a:pt x="1851" y="5100953"/>
                </a:lnTo>
                <a:lnTo>
                  <a:pt x="0" y="51009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271062-2551-8BFF-AD7B-17417B848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Double check in the SQL Server Object Explorer to ensure tables are made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8C1887B-FB03-4296-8352-8CFA0080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4926330"/>
            <a:ext cx="12191996" cy="320591"/>
          </a:xfrm>
          <a:custGeom>
            <a:avLst/>
            <a:gdLst>
              <a:gd name="connsiteX0" fmla="*/ 619389 w 12191996"/>
              <a:gd name="connsiteY0" fmla="*/ 0 h 320591"/>
              <a:gd name="connsiteX1" fmla="*/ 687652 w 12191996"/>
              <a:gd name="connsiteY1" fmla="*/ 3175 h 320591"/>
              <a:gd name="connsiteX2" fmla="*/ 747977 w 12191996"/>
              <a:gd name="connsiteY2" fmla="*/ 9525 h 320591"/>
              <a:gd name="connsiteX3" fmla="*/ 800364 w 12191996"/>
              <a:gd name="connsiteY3" fmla="*/ 20637 h 320591"/>
              <a:gd name="connsiteX4" fmla="*/ 846402 w 12191996"/>
              <a:gd name="connsiteY4" fmla="*/ 36512 h 320591"/>
              <a:gd name="connsiteX5" fmla="*/ 887677 w 12191996"/>
              <a:gd name="connsiteY5" fmla="*/ 52387 h 320591"/>
              <a:gd name="connsiteX6" fmla="*/ 924189 w 12191996"/>
              <a:gd name="connsiteY6" fmla="*/ 68262 h 320591"/>
              <a:gd name="connsiteX7" fmla="*/ 962289 w 12191996"/>
              <a:gd name="connsiteY7" fmla="*/ 87312 h 320591"/>
              <a:gd name="connsiteX8" fmla="*/ 1000389 w 12191996"/>
              <a:gd name="connsiteY8" fmla="*/ 106362 h 320591"/>
              <a:gd name="connsiteX9" fmla="*/ 1036902 w 12191996"/>
              <a:gd name="connsiteY9" fmla="*/ 125412 h 320591"/>
              <a:gd name="connsiteX10" fmla="*/ 1078177 w 12191996"/>
              <a:gd name="connsiteY10" fmla="*/ 141287 h 320591"/>
              <a:gd name="connsiteX11" fmla="*/ 1124214 w 12191996"/>
              <a:gd name="connsiteY11" fmla="*/ 155575 h 320591"/>
              <a:gd name="connsiteX12" fmla="*/ 1176602 w 12191996"/>
              <a:gd name="connsiteY12" fmla="*/ 166687 h 320591"/>
              <a:gd name="connsiteX13" fmla="*/ 1236927 w 12191996"/>
              <a:gd name="connsiteY13" fmla="*/ 174625 h 320591"/>
              <a:gd name="connsiteX14" fmla="*/ 1305189 w 12191996"/>
              <a:gd name="connsiteY14" fmla="*/ 176212 h 320591"/>
              <a:gd name="connsiteX15" fmla="*/ 1373452 w 12191996"/>
              <a:gd name="connsiteY15" fmla="*/ 174625 h 320591"/>
              <a:gd name="connsiteX16" fmla="*/ 1433777 w 12191996"/>
              <a:gd name="connsiteY16" fmla="*/ 166687 h 320591"/>
              <a:gd name="connsiteX17" fmla="*/ 1486164 w 12191996"/>
              <a:gd name="connsiteY17" fmla="*/ 155575 h 320591"/>
              <a:gd name="connsiteX18" fmla="*/ 1532202 w 12191996"/>
              <a:gd name="connsiteY18" fmla="*/ 141287 h 320591"/>
              <a:gd name="connsiteX19" fmla="*/ 1573477 w 12191996"/>
              <a:gd name="connsiteY19" fmla="*/ 125412 h 320591"/>
              <a:gd name="connsiteX20" fmla="*/ 1609989 w 12191996"/>
              <a:gd name="connsiteY20" fmla="*/ 106362 h 320591"/>
              <a:gd name="connsiteX21" fmla="*/ 1648089 w 12191996"/>
              <a:gd name="connsiteY21" fmla="*/ 87312 h 320591"/>
              <a:gd name="connsiteX22" fmla="*/ 1686189 w 12191996"/>
              <a:gd name="connsiteY22" fmla="*/ 68262 h 320591"/>
              <a:gd name="connsiteX23" fmla="*/ 1722702 w 12191996"/>
              <a:gd name="connsiteY23" fmla="*/ 52387 h 320591"/>
              <a:gd name="connsiteX24" fmla="*/ 1763977 w 12191996"/>
              <a:gd name="connsiteY24" fmla="*/ 36512 h 320591"/>
              <a:gd name="connsiteX25" fmla="*/ 1810014 w 12191996"/>
              <a:gd name="connsiteY25" fmla="*/ 20637 h 320591"/>
              <a:gd name="connsiteX26" fmla="*/ 1862402 w 12191996"/>
              <a:gd name="connsiteY26" fmla="*/ 9525 h 320591"/>
              <a:gd name="connsiteX27" fmla="*/ 1922727 w 12191996"/>
              <a:gd name="connsiteY27" fmla="*/ 3175 h 320591"/>
              <a:gd name="connsiteX28" fmla="*/ 1990989 w 12191996"/>
              <a:gd name="connsiteY28" fmla="*/ 0 h 320591"/>
              <a:gd name="connsiteX29" fmla="*/ 2059252 w 12191996"/>
              <a:gd name="connsiteY29" fmla="*/ 3175 h 320591"/>
              <a:gd name="connsiteX30" fmla="*/ 2119577 w 12191996"/>
              <a:gd name="connsiteY30" fmla="*/ 9525 h 320591"/>
              <a:gd name="connsiteX31" fmla="*/ 2171964 w 12191996"/>
              <a:gd name="connsiteY31" fmla="*/ 20637 h 320591"/>
              <a:gd name="connsiteX32" fmla="*/ 2218002 w 12191996"/>
              <a:gd name="connsiteY32" fmla="*/ 36512 h 320591"/>
              <a:gd name="connsiteX33" fmla="*/ 2259277 w 12191996"/>
              <a:gd name="connsiteY33" fmla="*/ 52387 h 320591"/>
              <a:gd name="connsiteX34" fmla="*/ 2295789 w 12191996"/>
              <a:gd name="connsiteY34" fmla="*/ 68262 h 320591"/>
              <a:gd name="connsiteX35" fmla="*/ 2333889 w 12191996"/>
              <a:gd name="connsiteY35" fmla="*/ 87312 h 320591"/>
              <a:gd name="connsiteX36" fmla="*/ 2371989 w 12191996"/>
              <a:gd name="connsiteY36" fmla="*/ 106362 h 320591"/>
              <a:gd name="connsiteX37" fmla="*/ 2408502 w 12191996"/>
              <a:gd name="connsiteY37" fmla="*/ 125412 h 320591"/>
              <a:gd name="connsiteX38" fmla="*/ 2449777 w 12191996"/>
              <a:gd name="connsiteY38" fmla="*/ 141287 h 320591"/>
              <a:gd name="connsiteX39" fmla="*/ 2495814 w 12191996"/>
              <a:gd name="connsiteY39" fmla="*/ 155575 h 320591"/>
              <a:gd name="connsiteX40" fmla="*/ 2548202 w 12191996"/>
              <a:gd name="connsiteY40" fmla="*/ 166687 h 320591"/>
              <a:gd name="connsiteX41" fmla="*/ 2608527 w 12191996"/>
              <a:gd name="connsiteY41" fmla="*/ 174625 h 320591"/>
              <a:gd name="connsiteX42" fmla="*/ 2676789 w 12191996"/>
              <a:gd name="connsiteY42" fmla="*/ 176212 h 320591"/>
              <a:gd name="connsiteX43" fmla="*/ 2745052 w 12191996"/>
              <a:gd name="connsiteY43" fmla="*/ 174625 h 320591"/>
              <a:gd name="connsiteX44" fmla="*/ 2805377 w 12191996"/>
              <a:gd name="connsiteY44" fmla="*/ 166687 h 320591"/>
              <a:gd name="connsiteX45" fmla="*/ 2857764 w 12191996"/>
              <a:gd name="connsiteY45" fmla="*/ 155575 h 320591"/>
              <a:gd name="connsiteX46" fmla="*/ 2903802 w 12191996"/>
              <a:gd name="connsiteY46" fmla="*/ 141287 h 320591"/>
              <a:gd name="connsiteX47" fmla="*/ 2945077 w 12191996"/>
              <a:gd name="connsiteY47" fmla="*/ 125412 h 320591"/>
              <a:gd name="connsiteX48" fmla="*/ 2981589 w 12191996"/>
              <a:gd name="connsiteY48" fmla="*/ 106362 h 320591"/>
              <a:gd name="connsiteX49" fmla="*/ 3019689 w 12191996"/>
              <a:gd name="connsiteY49" fmla="*/ 87312 h 320591"/>
              <a:gd name="connsiteX50" fmla="*/ 3057789 w 12191996"/>
              <a:gd name="connsiteY50" fmla="*/ 68262 h 320591"/>
              <a:gd name="connsiteX51" fmla="*/ 3094302 w 12191996"/>
              <a:gd name="connsiteY51" fmla="*/ 52387 h 320591"/>
              <a:gd name="connsiteX52" fmla="*/ 3135577 w 12191996"/>
              <a:gd name="connsiteY52" fmla="*/ 36512 h 320591"/>
              <a:gd name="connsiteX53" fmla="*/ 3181614 w 12191996"/>
              <a:gd name="connsiteY53" fmla="*/ 20637 h 320591"/>
              <a:gd name="connsiteX54" fmla="*/ 3234002 w 12191996"/>
              <a:gd name="connsiteY54" fmla="*/ 9525 h 320591"/>
              <a:gd name="connsiteX55" fmla="*/ 3294327 w 12191996"/>
              <a:gd name="connsiteY55" fmla="*/ 3175 h 320591"/>
              <a:gd name="connsiteX56" fmla="*/ 3361002 w 12191996"/>
              <a:gd name="connsiteY56" fmla="*/ 0 h 320591"/>
              <a:gd name="connsiteX57" fmla="*/ 3430852 w 12191996"/>
              <a:gd name="connsiteY57" fmla="*/ 3175 h 320591"/>
              <a:gd name="connsiteX58" fmla="*/ 3491177 w 12191996"/>
              <a:gd name="connsiteY58" fmla="*/ 9525 h 320591"/>
              <a:gd name="connsiteX59" fmla="*/ 3543564 w 12191996"/>
              <a:gd name="connsiteY59" fmla="*/ 20637 h 320591"/>
              <a:gd name="connsiteX60" fmla="*/ 3589602 w 12191996"/>
              <a:gd name="connsiteY60" fmla="*/ 36512 h 320591"/>
              <a:gd name="connsiteX61" fmla="*/ 3630877 w 12191996"/>
              <a:gd name="connsiteY61" fmla="*/ 52387 h 320591"/>
              <a:gd name="connsiteX62" fmla="*/ 3667389 w 12191996"/>
              <a:gd name="connsiteY62" fmla="*/ 68262 h 320591"/>
              <a:gd name="connsiteX63" fmla="*/ 3705489 w 12191996"/>
              <a:gd name="connsiteY63" fmla="*/ 87312 h 320591"/>
              <a:gd name="connsiteX64" fmla="*/ 3743589 w 12191996"/>
              <a:gd name="connsiteY64" fmla="*/ 106362 h 320591"/>
              <a:gd name="connsiteX65" fmla="*/ 3780102 w 12191996"/>
              <a:gd name="connsiteY65" fmla="*/ 125412 h 320591"/>
              <a:gd name="connsiteX66" fmla="*/ 3821377 w 12191996"/>
              <a:gd name="connsiteY66" fmla="*/ 141287 h 320591"/>
              <a:gd name="connsiteX67" fmla="*/ 3867414 w 12191996"/>
              <a:gd name="connsiteY67" fmla="*/ 155575 h 320591"/>
              <a:gd name="connsiteX68" fmla="*/ 3919802 w 12191996"/>
              <a:gd name="connsiteY68" fmla="*/ 166687 h 320591"/>
              <a:gd name="connsiteX69" fmla="*/ 3980127 w 12191996"/>
              <a:gd name="connsiteY69" fmla="*/ 174625 h 320591"/>
              <a:gd name="connsiteX70" fmla="*/ 4048389 w 12191996"/>
              <a:gd name="connsiteY70" fmla="*/ 176212 h 320591"/>
              <a:gd name="connsiteX71" fmla="*/ 4116652 w 12191996"/>
              <a:gd name="connsiteY71" fmla="*/ 174625 h 320591"/>
              <a:gd name="connsiteX72" fmla="*/ 4176977 w 12191996"/>
              <a:gd name="connsiteY72" fmla="*/ 166687 h 320591"/>
              <a:gd name="connsiteX73" fmla="*/ 4229364 w 12191996"/>
              <a:gd name="connsiteY73" fmla="*/ 155575 h 320591"/>
              <a:gd name="connsiteX74" fmla="*/ 4275402 w 12191996"/>
              <a:gd name="connsiteY74" fmla="*/ 141287 h 320591"/>
              <a:gd name="connsiteX75" fmla="*/ 4316677 w 12191996"/>
              <a:gd name="connsiteY75" fmla="*/ 125412 h 320591"/>
              <a:gd name="connsiteX76" fmla="*/ 4353189 w 12191996"/>
              <a:gd name="connsiteY76" fmla="*/ 106362 h 320591"/>
              <a:gd name="connsiteX77" fmla="*/ 4429389 w 12191996"/>
              <a:gd name="connsiteY77" fmla="*/ 68262 h 320591"/>
              <a:gd name="connsiteX78" fmla="*/ 4465902 w 12191996"/>
              <a:gd name="connsiteY78" fmla="*/ 52387 h 320591"/>
              <a:gd name="connsiteX79" fmla="*/ 4507177 w 12191996"/>
              <a:gd name="connsiteY79" fmla="*/ 36512 h 320591"/>
              <a:gd name="connsiteX80" fmla="*/ 4553215 w 12191996"/>
              <a:gd name="connsiteY80" fmla="*/ 20637 h 320591"/>
              <a:gd name="connsiteX81" fmla="*/ 4605602 w 12191996"/>
              <a:gd name="connsiteY81" fmla="*/ 9525 h 320591"/>
              <a:gd name="connsiteX82" fmla="*/ 4665928 w 12191996"/>
              <a:gd name="connsiteY82" fmla="*/ 3175 h 320591"/>
              <a:gd name="connsiteX83" fmla="*/ 4734189 w 12191996"/>
              <a:gd name="connsiteY83" fmla="*/ 0 h 320591"/>
              <a:gd name="connsiteX84" fmla="*/ 4802453 w 12191996"/>
              <a:gd name="connsiteY84" fmla="*/ 3175 h 320591"/>
              <a:gd name="connsiteX85" fmla="*/ 4862777 w 12191996"/>
              <a:gd name="connsiteY85" fmla="*/ 9525 h 320591"/>
              <a:gd name="connsiteX86" fmla="*/ 4915165 w 12191996"/>
              <a:gd name="connsiteY86" fmla="*/ 20637 h 320591"/>
              <a:gd name="connsiteX87" fmla="*/ 4961201 w 12191996"/>
              <a:gd name="connsiteY87" fmla="*/ 36512 h 320591"/>
              <a:gd name="connsiteX88" fmla="*/ 5002477 w 12191996"/>
              <a:gd name="connsiteY88" fmla="*/ 52387 h 320591"/>
              <a:gd name="connsiteX89" fmla="*/ 5038989 w 12191996"/>
              <a:gd name="connsiteY89" fmla="*/ 68262 h 320591"/>
              <a:gd name="connsiteX90" fmla="*/ 5077090 w 12191996"/>
              <a:gd name="connsiteY90" fmla="*/ 87312 h 320591"/>
              <a:gd name="connsiteX91" fmla="*/ 5115189 w 12191996"/>
              <a:gd name="connsiteY91" fmla="*/ 106362 h 320591"/>
              <a:gd name="connsiteX92" fmla="*/ 5151701 w 12191996"/>
              <a:gd name="connsiteY92" fmla="*/ 125412 h 320591"/>
              <a:gd name="connsiteX93" fmla="*/ 5192977 w 12191996"/>
              <a:gd name="connsiteY93" fmla="*/ 141287 h 320591"/>
              <a:gd name="connsiteX94" fmla="*/ 5239014 w 12191996"/>
              <a:gd name="connsiteY94" fmla="*/ 155575 h 320591"/>
              <a:gd name="connsiteX95" fmla="*/ 5291401 w 12191996"/>
              <a:gd name="connsiteY95" fmla="*/ 166687 h 320591"/>
              <a:gd name="connsiteX96" fmla="*/ 5351727 w 12191996"/>
              <a:gd name="connsiteY96" fmla="*/ 174625 h 320591"/>
              <a:gd name="connsiteX97" fmla="*/ 5410199 w 12191996"/>
              <a:gd name="connsiteY97" fmla="*/ 175985 h 320591"/>
              <a:gd name="connsiteX98" fmla="*/ 5468671 w 12191996"/>
              <a:gd name="connsiteY98" fmla="*/ 174625 h 320591"/>
              <a:gd name="connsiteX99" fmla="*/ 5528996 w 12191996"/>
              <a:gd name="connsiteY99" fmla="*/ 166687 h 320591"/>
              <a:gd name="connsiteX100" fmla="*/ 5581383 w 12191996"/>
              <a:gd name="connsiteY100" fmla="*/ 155575 h 320591"/>
              <a:gd name="connsiteX101" fmla="*/ 5627421 w 12191996"/>
              <a:gd name="connsiteY101" fmla="*/ 141287 h 320591"/>
              <a:gd name="connsiteX102" fmla="*/ 5668696 w 12191996"/>
              <a:gd name="connsiteY102" fmla="*/ 125412 h 320591"/>
              <a:gd name="connsiteX103" fmla="*/ 5705209 w 12191996"/>
              <a:gd name="connsiteY103" fmla="*/ 106362 h 320591"/>
              <a:gd name="connsiteX104" fmla="*/ 5743308 w 12191996"/>
              <a:gd name="connsiteY104" fmla="*/ 87312 h 320591"/>
              <a:gd name="connsiteX105" fmla="*/ 5781408 w 12191996"/>
              <a:gd name="connsiteY105" fmla="*/ 68262 h 320591"/>
              <a:gd name="connsiteX106" fmla="*/ 5817921 w 12191996"/>
              <a:gd name="connsiteY106" fmla="*/ 52387 h 320591"/>
              <a:gd name="connsiteX107" fmla="*/ 5859196 w 12191996"/>
              <a:gd name="connsiteY107" fmla="*/ 36512 h 320591"/>
              <a:gd name="connsiteX108" fmla="*/ 5905234 w 12191996"/>
              <a:gd name="connsiteY108" fmla="*/ 20637 h 320591"/>
              <a:gd name="connsiteX109" fmla="*/ 5957621 w 12191996"/>
              <a:gd name="connsiteY109" fmla="*/ 9525 h 320591"/>
              <a:gd name="connsiteX110" fmla="*/ 6017947 w 12191996"/>
              <a:gd name="connsiteY110" fmla="*/ 3175 h 320591"/>
              <a:gd name="connsiteX111" fmla="*/ 6086209 w 12191996"/>
              <a:gd name="connsiteY111" fmla="*/ 0 h 320591"/>
              <a:gd name="connsiteX112" fmla="*/ 6095999 w 12191996"/>
              <a:gd name="connsiteY112" fmla="*/ 455 h 320591"/>
              <a:gd name="connsiteX113" fmla="*/ 6105789 w 12191996"/>
              <a:gd name="connsiteY113" fmla="*/ 0 h 320591"/>
              <a:gd name="connsiteX114" fmla="*/ 6174052 w 12191996"/>
              <a:gd name="connsiteY114" fmla="*/ 3175 h 320591"/>
              <a:gd name="connsiteX115" fmla="*/ 6234377 w 12191996"/>
              <a:gd name="connsiteY115" fmla="*/ 9525 h 320591"/>
              <a:gd name="connsiteX116" fmla="*/ 6286764 w 12191996"/>
              <a:gd name="connsiteY116" fmla="*/ 20637 h 320591"/>
              <a:gd name="connsiteX117" fmla="*/ 6332802 w 12191996"/>
              <a:gd name="connsiteY117" fmla="*/ 36512 h 320591"/>
              <a:gd name="connsiteX118" fmla="*/ 6374077 w 12191996"/>
              <a:gd name="connsiteY118" fmla="*/ 52387 h 320591"/>
              <a:gd name="connsiteX119" fmla="*/ 6410589 w 12191996"/>
              <a:gd name="connsiteY119" fmla="*/ 68262 h 320591"/>
              <a:gd name="connsiteX120" fmla="*/ 6448689 w 12191996"/>
              <a:gd name="connsiteY120" fmla="*/ 87312 h 320591"/>
              <a:gd name="connsiteX121" fmla="*/ 6486789 w 12191996"/>
              <a:gd name="connsiteY121" fmla="*/ 106362 h 320591"/>
              <a:gd name="connsiteX122" fmla="*/ 6523302 w 12191996"/>
              <a:gd name="connsiteY122" fmla="*/ 125412 h 320591"/>
              <a:gd name="connsiteX123" fmla="*/ 6564577 w 12191996"/>
              <a:gd name="connsiteY123" fmla="*/ 141287 h 320591"/>
              <a:gd name="connsiteX124" fmla="*/ 6610614 w 12191996"/>
              <a:gd name="connsiteY124" fmla="*/ 155575 h 320591"/>
              <a:gd name="connsiteX125" fmla="*/ 6663002 w 12191996"/>
              <a:gd name="connsiteY125" fmla="*/ 166687 h 320591"/>
              <a:gd name="connsiteX126" fmla="*/ 6723327 w 12191996"/>
              <a:gd name="connsiteY126" fmla="*/ 174625 h 320591"/>
              <a:gd name="connsiteX127" fmla="*/ 6781799 w 12191996"/>
              <a:gd name="connsiteY127" fmla="*/ 175985 h 320591"/>
              <a:gd name="connsiteX128" fmla="*/ 6840271 w 12191996"/>
              <a:gd name="connsiteY128" fmla="*/ 174625 h 320591"/>
              <a:gd name="connsiteX129" fmla="*/ 6900596 w 12191996"/>
              <a:gd name="connsiteY129" fmla="*/ 166687 h 320591"/>
              <a:gd name="connsiteX130" fmla="*/ 6952983 w 12191996"/>
              <a:gd name="connsiteY130" fmla="*/ 155575 h 320591"/>
              <a:gd name="connsiteX131" fmla="*/ 6999021 w 12191996"/>
              <a:gd name="connsiteY131" fmla="*/ 141287 h 320591"/>
              <a:gd name="connsiteX132" fmla="*/ 7040296 w 12191996"/>
              <a:gd name="connsiteY132" fmla="*/ 125412 h 320591"/>
              <a:gd name="connsiteX133" fmla="*/ 7076808 w 12191996"/>
              <a:gd name="connsiteY133" fmla="*/ 106362 h 320591"/>
              <a:gd name="connsiteX134" fmla="*/ 7114908 w 12191996"/>
              <a:gd name="connsiteY134" fmla="*/ 87312 h 320591"/>
              <a:gd name="connsiteX135" fmla="*/ 7153008 w 12191996"/>
              <a:gd name="connsiteY135" fmla="*/ 68262 h 320591"/>
              <a:gd name="connsiteX136" fmla="*/ 7189521 w 12191996"/>
              <a:gd name="connsiteY136" fmla="*/ 52387 h 320591"/>
              <a:gd name="connsiteX137" fmla="*/ 7230796 w 12191996"/>
              <a:gd name="connsiteY137" fmla="*/ 36512 h 320591"/>
              <a:gd name="connsiteX138" fmla="*/ 7276833 w 12191996"/>
              <a:gd name="connsiteY138" fmla="*/ 20637 h 320591"/>
              <a:gd name="connsiteX139" fmla="*/ 7329221 w 12191996"/>
              <a:gd name="connsiteY139" fmla="*/ 9525 h 320591"/>
              <a:gd name="connsiteX140" fmla="*/ 7389546 w 12191996"/>
              <a:gd name="connsiteY140" fmla="*/ 3175 h 320591"/>
              <a:gd name="connsiteX141" fmla="*/ 7457808 w 12191996"/>
              <a:gd name="connsiteY141" fmla="*/ 0 h 320591"/>
              <a:gd name="connsiteX142" fmla="*/ 7526071 w 12191996"/>
              <a:gd name="connsiteY142" fmla="*/ 3175 h 320591"/>
              <a:gd name="connsiteX143" fmla="*/ 7586396 w 12191996"/>
              <a:gd name="connsiteY143" fmla="*/ 9525 h 320591"/>
              <a:gd name="connsiteX144" fmla="*/ 7638783 w 12191996"/>
              <a:gd name="connsiteY144" fmla="*/ 20637 h 320591"/>
              <a:gd name="connsiteX145" fmla="*/ 7684821 w 12191996"/>
              <a:gd name="connsiteY145" fmla="*/ 36512 h 320591"/>
              <a:gd name="connsiteX146" fmla="*/ 7726096 w 12191996"/>
              <a:gd name="connsiteY146" fmla="*/ 52387 h 320591"/>
              <a:gd name="connsiteX147" fmla="*/ 7762608 w 12191996"/>
              <a:gd name="connsiteY147" fmla="*/ 68262 h 320591"/>
              <a:gd name="connsiteX148" fmla="*/ 7800708 w 12191996"/>
              <a:gd name="connsiteY148" fmla="*/ 87312 h 320591"/>
              <a:gd name="connsiteX149" fmla="*/ 7838808 w 12191996"/>
              <a:gd name="connsiteY149" fmla="*/ 106362 h 320591"/>
              <a:gd name="connsiteX150" fmla="*/ 7875321 w 12191996"/>
              <a:gd name="connsiteY150" fmla="*/ 125412 h 320591"/>
              <a:gd name="connsiteX151" fmla="*/ 7916596 w 12191996"/>
              <a:gd name="connsiteY151" fmla="*/ 141287 h 320591"/>
              <a:gd name="connsiteX152" fmla="*/ 7962633 w 12191996"/>
              <a:gd name="connsiteY152" fmla="*/ 155575 h 320591"/>
              <a:gd name="connsiteX153" fmla="*/ 8015021 w 12191996"/>
              <a:gd name="connsiteY153" fmla="*/ 166687 h 320591"/>
              <a:gd name="connsiteX154" fmla="*/ 8075346 w 12191996"/>
              <a:gd name="connsiteY154" fmla="*/ 174625 h 320591"/>
              <a:gd name="connsiteX155" fmla="*/ 8143608 w 12191996"/>
              <a:gd name="connsiteY155" fmla="*/ 176212 h 320591"/>
              <a:gd name="connsiteX156" fmla="*/ 8211871 w 12191996"/>
              <a:gd name="connsiteY156" fmla="*/ 174625 h 320591"/>
              <a:gd name="connsiteX157" fmla="*/ 8272196 w 12191996"/>
              <a:gd name="connsiteY157" fmla="*/ 166687 h 320591"/>
              <a:gd name="connsiteX158" fmla="*/ 8324583 w 12191996"/>
              <a:gd name="connsiteY158" fmla="*/ 155575 h 320591"/>
              <a:gd name="connsiteX159" fmla="*/ 8370621 w 12191996"/>
              <a:gd name="connsiteY159" fmla="*/ 141287 h 320591"/>
              <a:gd name="connsiteX160" fmla="*/ 8411896 w 12191996"/>
              <a:gd name="connsiteY160" fmla="*/ 125412 h 320591"/>
              <a:gd name="connsiteX161" fmla="*/ 8448408 w 12191996"/>
              <a:gd name="connsiteY161" fmla="*/ 106362 h 320591"/>
              <a:gd name="connsiteX162" fmla="*/ 8486508 w 12191996"/>
              <a:gd name="connsiteY162" fmla="*/ 87312 h 320591"/>
              <a:gd name="connsiteX163" fmla="*/ 8524608 w 12191996"/>
              <a:gd name="connsiteY163" fmla="*/ 68262 h 320591"/>
              <a:gd name="connsiteX164" fmla="*/ 8561120 w 12191996"/>
              <a:gd name="connsiteY164" fmla="*/ 52387 h 320591"/>
              <a:gd name="connsiteX165" fmla="*/ 8602396 w 12191996"/>
              <a:gd name="connsiteY165" fmla="*/ 36512 h 320591"/>
              <a:gd name="connsiteX166" fmla="*/ 8648432 w 12191996"/>
              <a:gd name="connsiteY166" fmla="*/ 20637 h 320591"/>
              <a:gd name="connsiteX167" fmla="*/ 8700820 w 12191996"/>
              <a:gd name="connsiteY167" fmla="*/ 9525 h 320591"/>
              <a:gd name="connsiteX168" fmla="*/ 8761146 w 12191996"/>
              <a:gd name="connsiteY168" fmla="*/ 3175 h 320591"/>
              <a:gd name="connsiteX169" fmla="*/ 8827820 w 12191996"/>
              <a:gd name="connsiteY169" fmla="*/ 0 h 320591"/>
              <a:gd name="connsiteX170" fmla="*/ 8897670 w 12191996"/>
              <a:gd name="connsiteY170" fmla="*/ 3175 h 320591"/>
              <a:gd name="connsiteX171" fmla="*/ 8957996 w 12191996"/>
              <a:gd name="connsiteY171" fmla="*/ 9525 h 320591"/>
              <a:gd name="connsiteX172" fmla="*/ 9010382 w 12191996"/>
              <a:gd name="connsiteY172" fmla="*/ 20637 h 320591"/>
              <a:gd name="connsiteX173" fmla="*/ 9056420 w 12191996"/>
              <a:gd name="connsiteY173" fmla="*/ 36512 h 320591"/>
              <a:gd name="connsiteX174" fmla="*/ 9097696 w 12191996"/>
              <a:gd name="connsiteY174" fmla="*/ 52387 h 320591"/>
              <a:gd name="connsiteX175" fmla="*/ 9134208 w 12191996"/>
              <a:gd name="connsiteY175" fmla="*/ 68262 h 320591"/>
              <a:gd name="connsiteX176" fmla="*/ 9172308 w 12191996"/>
              <a:gd name="connsiteY176" fmla="*/ 87312 h 320591"/>
              <a:gd name="connsiteX177" fmla="*/ 9210408 w 12191996"/>
              <a:gd name="connsiteY177" fmla="*/ 106362 h 320591"/>
              <a:gd name="connsiteX178" fmla="*/ 9246920 w 12191996"/>
              <a:gd name="connsiteY178" fmla="*/ 125412 h 320591"/>
              <a:gd name="connsiteX179" fmla="*/ 9288196 w 12191996"/>
              <a:gd name="connsiteY179" fmla="*/ 141287 h 320591"/>
              <a:gd name="connsiteX180" fmla="*/ 9334232 w 12191996"/>
              <a:gd name="connsiteY180" fmla="*/ 155575 h 320591"/>
              <a:gd name="connsiteX181" fmla="*/ 9386620 w 12191996"/>
              <a:gd name="connsiteY181" fmla="*/ 166687 h 320591"/>
              <a:gd name="connsiteX182" fmla="*/ 9446946 w 12191996"/>
              <a:gd name="connsiteY182" fmla="*/ 174625 h 320591"/>
              <a:gd name="connsiteX183" fmla="*/ 9515208 w 12191996"/>
              <a:gd name="connsiteY183" fmla="*/ 176212 h 320591"/>
              <a:gd name="connsiteX184" fmla="*/ 9583470 w 12191996"/>
              <a:gd name="connsiteY184" fmla="*/ 174625 h 320591"/>
              <a:gd name="connsiteX185" fmla="*/ 9643796 w 12191996"/>
              <a:gd name="connsiteY185" fmla="*/ 166687 h 320591"/>
              <a:gd name="connsiteX186" fmla="*/ 9696182 w 12191996"/>
              <a:gd name="connsiteY186" fmla="*/ 155575 h 320591"/>
              <a:gd name="connsiteX187" fmla="*/ 9742220 w 12191996"/>
              <a:gd name="connsiteY187" fmla="*/ 141287 h 320591"/>
              <a:gd name="connsiteX188" fmla="*/ 9783496 w 12191996"/>
              <a:gd name="connsiteY188" fmla="*/ 125412 h 320591"/>
              <a:gd name="connsiteX189" fmla="*/ 9820008 w 12191996"/>
              <a:gd name="connsiteY189" fmla="*/ 106362 h 320591"/>
              <a:gd name="connsiteX190" fmla="*/ 9896208 w 12191996"/>
              <a:gd name="connsiteY190" fmla="*/ 68262 h 320591"/>
              <a:gd name="connsiteX191" fmla="*/ 9932720 w 12191996"/>
              <a:gd name="connsiteY191" fmla="*/ 52387 h 320591"/>
              <a:gd name="connsiteX192" fmla="*/ 9973996 w 12191996"/>
              <a:gd name="connsiteY192" fmla="*/ 36512 h 320591"/>
              <a:gd name="connsiteX193" fmla="*/ 10020032 w 12191996"/>
              <a:gd name="connsiteY193" fmla="*/ 20637 h 320591"/>
              <a:gd name="connsiteX194" fmla="*/ 10072420 w 12191996"/>
              <a:gd name="connsiteY194" fmla="*/ 9525 h 320591"/>
              <a:gd name="connsiteX195" fmla="*/ 10132746 w 12191996"/>
              <a:gd name="connsiteY195" fmla="*/ 3175 h 320591"/>
              <a:gd name="connsiteX196" fmla="*/ 10201008 w 12191996"/>
              <a:gd name="connsiteY196" fmla="*/ 0 h 320591"/>
              <a:gd name="connsiteX197" fmla="*/ 10269270 w 12191996"/>
              <a:gd name="connsiteY197" fmla="*/ 3175 h 320591"/>
              <a:gd name="connsiteX198" fmla="*/ 10329596 w 12191996"/>
              <a:gd name="connsiteY198" fmla="*/ 9525 h 320591"/>
              <a:gd name="connsiteX199" fmla="*/ 10381982 w 12191996"/>
              <a:gd name="connsiteY199" fmla="*/ 20637 h 320591"/>
              <a:gd name="connsiteX200" fmla="*/ 10428020 w 12191996"/>
              <a:gd name="connsiteY200" fmla="*/ 36512 h 320591"/>
              <a:gd name="connsiteX201" fmla="*/ 10469296 w 12191996"/>
              <a:gd name="connsiteY201" fmla="*/ 52387 h 320591"/>
              <a:gd name="connsiteX202" fmla="*/ 10505808 w 12191996"/>
              <a:gd name="connsiteY202" fmla="*/ 68262 h 320591"/>
              <a:gd name="connsiteX203" fmla="*/ 10543908 w 12191996"/>
              <a:gd name="connsiteY203" fmla="*/ 87312 h 320591"/>
              <a:gd name="connsiteX204" fmla="*/ 10582008 w 12191996"/>
              <a:gd name="connsiteY204" fmla="*/ 106362 h 320591"/>
              <a:gd name="connsiteX205" fmla="*/ 10618520 w 12191996"/>
              <a:gd name="connsiteY205" fmla="*/ 125412 h 320591"/>
              <a:gd name="connsiteX206" fmla="*/ 10659796 w 12191996"/>
              <a:gd name="connsiteY206" fmla="*/ 141287 h 320591"/>
              <a:gd name="connsiteX207" fmla="*/ 10705832 w 12191996"/>
              <a:gd name="connsiteY207" fmla="*/ 155575 h 320591"/>
              <a:gd name="connsiteX208" fmla="*/ 10758220 w 12191996"/>
              <a:gd name="connsiteY208" fmla="*/ 166687 h 320591"/>
              <a:gd name="connsiteX209" fmla="*/ 10818546 w 12191996"/>
              <a:gd name="connsiteY209" fmla="*/ 174625 h 320591"/>
              <a:gd name="connsiteX210" fmla="*/ 10886808 w 12191996"/>
              <a:gd name="connsiteY210" fmla="*/ 176212 h 320591"/>
              <a:gd name="connsiteX211" fmla="*/ 10955070 w 12191996"/>
              <a:gd name="connsiteY211" fmla="*/ 174625 h 320591"/>
              <a:gd name="connsiteX212" fmla="*/ 11015396 w 12191996"/>
              <a:gd name="connsiteY212" fmla="*/ 166687 h 320591"/>
              <a:gd name="connsiteX213" fmla="*/ 11067782 w 12191996"/>
              <a:gd name="connsiteY213" fmla="*/ 155575 h 320591"/>
              <a:gd name="connsiteX214" fmla="*/ 11113820 w 12191996"/>
              <a:gd name="connsiteY214" fmla="*/ 141287 h 320591"/>
              <a:gd name="connsiteX215" fmla="*/ 11155096 w 12191996"/>
              <a:gd name="connsiteY215" fmla="*/ 125412 h 320591"/>
              <a:gd name="connsiteX216" fmla="*/ 11191608 w 12191996"/>
              <a:gd name="connsiteY216" fmla="*/ 106362 h 320591"/>
              <a:gd name="connsiteX217" fmla="*/ 11229708 w 12191996"/>
              <a:gd name="connsiteY217" fmla="*/ 87312 h 320591"/>
              <a:gd name="connsiteX218" fmla="*/ 11267808 w 12191996"/>
              <a:gd name="connsiteY218" fmla="*/ 68262 h 320591"/>
              <a:gd name="connsiteX219" fmla="*/ 11304320 w 12191996"/>
              <a:gd name="connsiteY219" fmla="*/ 52387 h 320591"/>
              <a:gd name="connsiteX220" fmla="*/ 11345596 w 12191996"/>
              <a:gd name="connsiteY220" fmla="*/ 36512 h 320591"/>
              <a:gd name="connsiteX221" fmla="*/ 11391632 w 12191996"/>
              <a:gd name="connsiteY221" fmla="*/ 20637 h 320591"/>
              <a:gd name="connsiteX222" fmla="*/ 11444020 w 12191996"/>
              <a:gd name="connsiteY222" fmla="*/ 9525 h 320591"/>
              <a:gd name="connsiteX223" fmla="*/ 11504346 w 12191996"/>
              <a:gd name="connsiteY223" fmla="*/ 3175 h 320591"/>
              <a:gd name="connsiteX224" fmla="*/ 11572608 w 12191996"/>
              <a:gd name="connsiteY224" fmla="*/ 0 h 320591"/>
              <a:gd name="connsiteX225" fmla="*/ 11640870 w 12191996"/>
              <a:gd name="connsiteY225" fmla="*/ 3175 h 320591"/>
              <a:gd name="connsiteX226" fmla="*/ 11701196 w 12191996"/>
              <a:gd name="connsiteY226" fmla="*/ 9525 h 320591"/>
              <a:gd name="connsiteX227" fmla="*/ 11753582 w 12191996"/>
              <a:gd name="connsiteY227" fmla="*/ 20637 h 320591"/>
              <a:gd name="connsiteX228" fmla="*/ 11799620 w 12191996"/>
              <a:gd name="connsiteY228" fmla="*/ 36512 h 320591"/>
              <a:gd name="connsiteX229" fmla="*/ 11840896 w 12191996"/>
              <a:gd name="connsiteY229" fmla="*/ 52387 h 320591"/>
              <a:gd name="connsiteX230" fmla="*/ 11877408 w 12191996"/>
              <a:gd name="connsiteY230" fmla="*/ 68262 h 320591"/>
              <a:gd name="connsiteX231" fmla="*/ 11915508 w 12191996"/>
              <a:gd name="connsiteY231" fmla="*/ 87312 h 320591"/>
              <a:gd name="connsiteX232" fmla="*/ 11953608 w 12191996"/>
              <a:gd name="connsiteY232" fmla="*/ 106362 h 320591"/>
              <a:gd name="connsiteX233" fmla="*/ 11990120 w 12191996"/>
              <a:gd name="connsiteY233" fmla="*/ 125412 h 320591"/>
              <a:gd name="connsiteX234" fmla="*/ 12031396 w 12191996"/>
              <a:gd name="connsiteY234" fmla="*/ 141287 h 320591"/>
              <a:gd name="connsiteX235" fmla="*/ 12077432 w 12191996"/>
              <a:gd name="connsiteY235" fmla="*/ 155575 h 320591"/>
              <a:gd name="connsiteX236" fmla="*/ 12129820 w 12191996"/>
              <a:gd name="connsiteY236" fmla="*/ 166688 h 320591"/>
              <a:gd name="connsiteX237" fmla="*/ 12190146 w 12191996"/>
              <a:gd name="connsiteY237" fmla="*/ 174625 h 320591"/>
              <a:gd name="connsiteX238" fmla="*/ 12191996 w 12191996"/>
              <a:gd name="connsiteY238" fmla="*/ 174668 h 320591"/>
              <a:gd name="connsiteX239" fmla="*/ 12191996 w 12191996"/>
              <a:gd name="connsiteY239" fmla="*/ 319047 h 320591"/>
              <a:gd name="connsiteX240" fmla="*/ 12190146 w 12191996"/>
              <a:gd name="connsiteY240" fmla="*/ 319004 h 320591"/>
              <a:gd name="connsiteX241" fmla="*/ 12129820 w 12191996"/>
              <a:gd name="connsiteY241" fmla="*/ 311067 h 320591"/>
              <a:gd name="connsiteX242" fmla="*/ 12077432 w 12191996"/>
              <a:gd name="connsiteY242" fmla="*/ 299954 h 320591"/>
              <a:gd name="connsiteX243" fmla="*/ 12031396 w 12191996"/>
              <a:gd name="connsiteY243" fmla="*/ 285666 h 320591"/>
              <a:gd name="connsiteX244" fmla="*/ 11990120 w 12191996"/>
              <a:gd name="connsiteY244" fmla="*/ 269791 h 320591"/>
              <a:gd name="connsiteX245" fmla="*/ 11953608 w 12191996"/>
              <a:gd name="connsiteY245" fmla="*/ 250741 h 320591"/>
              <a:gd name="connsiteX246" fmla="*/ 11915508 w 12191996"/>
              <a:gd name="connsiteY246" fmla="*/ 231691 h 320591"/>
              <a:gd name="connsiteX247" fmla="*/ 11877408 w 12191996"/>
              <a:gd name="connsiteY247" fmla="*/ 212641 h 320591"/>
              <a:gd name="connsiteX248" fmla="*/ 11840896 w 12191996"/>
              <a:gd name="connsiteY248" fmla="*/ 196766 h 320591"/>
              <a:gd name="connsiteX249" fmla="*/ 11799620 w 12191996"/>
              <a:gd name="connsiteY249" fmla="*/ 180891 h 320591"/>
              <a:gd name="connsiteX250" fmla="*/ 11753582 w 12191996"/>
              <a:gd name="connsiteY250" fmla="*/ 165016 h 320591"/>
              <a:gd name="connsiteX251" fmla="*/ 11701196 w 12191996"/>
              <a:gd name="connsiteY251" fmla="*/ 153904 h 320591"/>
              <a:gd name="connsiteX252" fmla="*/ 11640870 w 12191996"/>
              <a:gd name="connsiteY252" fmla="*/ 147554 h 320591"/>
              <a:gd name="connsiteX253" fmla="*/ 11572608 w 12191996"/>
              <a:gd name="connsiteY253" fmla="*/ 144379 h 320591"/>
              <a:gd name="connsiteX254" fmla="*/ 11504346 w 12191996"/>
              <a:gd name="connsiteY254" fmla="*/ 147554 h 320591"/>
              <a:gd name="connsiteX255" fmla="*/ 11444020 w 12191996"/>
              <a:gd name="connsiteY255" fmla="*/ 153904 h 320591"/>
              <a:gd name="connsiteX256" fmla="*/ 11391632 w 12191996"/>
              <a:gd name="connsiteY256" fmla="*/ 165016 h 320591"/>
              <a:gd name="connsiteX257" fmla="*/ 11345596 w 12191996"/>
              <a:gd name="connsiteY257" fmla="*/ 180891 h 320591"/>
              <a:gd name="connsiteX258" fmla="*/ 11304320 w 12191996"/>
              <a:gd name="connsiteY258" fmla="*/ 196766 h 320591"/>
              <a:gd name="connsiteX259" fmla="*/ 11267808 w 12191996"/>
              <a:gd name="connsiteY259" fmla="*/ 212641 h 320591"/>
              <a:gd name="connsiteX260" fmla="*/ 11229708 w 12191996"/>
              <a:gd name="connsiteY260" fmla="*/ 231691 h 320591"/>
              <a:gd name="connsiteX261" fmla="*/ 11191608 w 12191996"/>
              <a:gd name="connsiteY261" fmla="*/ 250741 h 320591"/>
              <a:gd name="connsiteX262" fmla="*/ 11155096 w 12191996"/>
              <a:gd name="connsiteY262" fmla="*/ 269791 h 320591"/>
              <a:gd name="connsiteX263" fmla="*/ 11113820 w 12191996"/>
              <a:gd name="connsiteY263" fmla="*/ 285666 h 320591"/>
              <a:gd name="connsiteX264" fmla="*/ 11067782 w 12191996"/>
              <a:gd name="connsiteY264" fmla="*/ 299954 h 320591"/>
              <a:gd name="connsiteX265" fmla="*/ 11015396 w 12191996"/>
              <a:gd name="connsiteY265" fmla="*/ 311066 h 320591"/>
              <a:gd name="connsiteX266" fmla="*/ 10955070 w 12191996"/>
              <a:gd name="connsiteY266" fmla="*/ 319004 h 320591"/>
              <a:gd name="connsiteX267" fmla="*/ 10886808 w 12191996"/>
              <a:gd name="connsiteY267" fmla="*/ 320591 h 320591"/>
              <a:gd name="connsiteX268" fmla="*/ 10818546 w 12191996"/>
              <a:gd name="connsiteY268" fmla="*/ 319004 h 320591"/>
              <a:gd name="connsiteX269" fmla="*/ 10758220 w 12191996"/>
              <a:gd name="connsiteY269" fmla="*/ 311066 h 320591"/>
              <a:gd name="connsiteX270" fmla="*/ 10705832 w 12191996"/>
              <a:gd name="connsiteY270" fmla="*/ 299954 h 320591"/>
              <a:gd name="connsiteX271" fmla="*/ 10659796 w 12191996"/>
              <a:gd name="connsiteY271" fmla="*/ 285666 h 320591"/>
              <a:gd name="connsiteX272" fmla="*/ 10618520 w 12191996"/>
              <a:gd name="connsiteY272" fmla="*/ 269791 h 320591"/>
              <a:gd name="connsiteX273" fmla="*/ 10582008 w 12191996"/>
              <a:gd name="connsiteY273" fmla="*/ 250741 h 320591"/>
              <a:gd name="connsiteX274" fmla="*/ 10543908 w 12191996"/>
              <a:gd name="connsiteY274" fmla="*/ 231691 h 320591"/>
              <a:gd name="connsiteX275" fmla="*/ 10505808 w 12191996"/>
              <a:gd name="connsiteY275" fmla="*/ 212641 h 320591"/>
              <a:gd name="connsiteX276" fmla="*/ 10469296 w 12191996"/>
              <a:gd name="connsiteY276" fmla="*/ 196766 h 320591"/>
              <a:gd name="connsiteX277" fmla="*/ 10428020 w 12191996"/>
              <a:gd name="connsiteY277" fmla="*/ 180891 h 320591"/>
              <a:gd name="connsiteX278" fmla="*/ 10381982 w 12191996"/>
              <a:gd name="connsiteY278" fmla="*/ 165016 h 320591"/>
              <a:gd name="connsiteX279" fmla="*/ 10329596 w 12191996"/>
              <a:gd name="connsiteY279" fmla="*/ 153904 h 320591"/>
              <a:gd name="connsiteX280" fmla="*/ 10269270 w 12191996"/>
              <a:gd name="connsiteY280" fmla="*/ 147554 h 320591"/>
              <a:gd name="connsiteX281" fmla="*/ 10201008 w 12191996"/>
              <a:gd name="connsiteY281" fmla="*/ 144379 h 320591"/>
              <a:gd name="connsiteX282" fmla="*/ 10132746 w 12191996"/>
              <a:gd name="connsiteY282" fmla="*/ 147554 h 320591"/>
              <a:gd name="connsiteX283" fmla="*/ 10072420 w 12191996"/>
              <a:gd name="connsiteY283" fmla="*/ 153904 h 320591"/>
              <a:gd name="connsiteX284" fmla="*/ 10020032 w 12191996"/>
              <a:gd name="connsiteY284" fmla="*/ 165016 h 320591"/>
              <a:gd name="connsiteX285" fmla="*/ 9973996 w 12191996"/>
              <a:gd name="connsiteY285" fmla="*/ 180891 h 320591"/>
              <a:gd name="connsiteX286" fmla="*/ 9932720 w 12191996"/>
              <a:gd name="connsiteY286" fmla="*/ 196766 h 320591"/>
              <a:gd name="connsiteX287" fmla="*/ 9896208 w 12191996"/>
              <a:gd name="connsiteY287" fmla="*/ 212641 h 320591"/>
              <a:gd name="connsiteX288" fmla="*/ 9820008 w 12191996"/>
              <a:gd name="connsiteY288" fmla="*/ 250741 h 320591"/>
              <a:gd name="connsiteX289" fmla="*/ 9783496 w 12191996"/>
              <a:gd name="connsiteY289" fmla="*/ 269791 h 320591"/>
              <a:gd name="connsiteX290" fmla="*/ 9742220 w 12191996"/>
              <a:gd name="connsiteY290" fmla="*/ 285666 h 320591"/>
              <a:gd name="connsiteX291" fmla="*/ 9696182 w 12191996"/>
              <a:gd name="connsiteY291" fmla="*/ 299954 h 320591"/>
              <a:gd name="connsiteX292" fmla="*/ 9643796 w 12191996"/>
              <a:gd name="connsiteY292" fmla="*/ 311066 h 320591"/>
              <a:gd name="connsiteX293" fmla="*/ 9583470 w 12191996"/>
              <a:gd name="connsiteY293" fmla="*/ 319004 h 320591"/>
              <a:gd name="connsiteX294" fmla="*/ 9515208 w 12191996"/>
              <a:gd name="connsiteY294" fmla="*/ 320591 h 320591"/>
              <a:gd name="connsiteX295" fmla="*/ 9446946 w 12191996"/>
              <a:gd name="connsiteY295" fmla="*/ 319004 h 320591"/>
              <a:gd name="connsiteX296" fmla="*/ 9386620 w 12191996"/>
              <a:gd name="connsiteY296" fmla="*/ 311066 h 320591"/>
              <a:gd name="connsiteX297" fmla="*/ 9334232 w 12191996"/>
              <a:gd name="connsiteY297" fmla="*/ 299954 h 320591"/>
              <a:gd name="connsiteX298" fmla="*/ 9288196 w 12191996"/>
              <a:gd name="connsiteY298" fmla="*/ 285666 h 320591"/>
              <a:gd name="connsiteX299" fmla="*/ 9246920 w 12191996"/>
              <a:gd name="connsiteY299" fmla="*/ 269791 h 320591"/>
              <a:gd name="connsiteX300" fmla="*/ 9210408 w 12191996"/>
              <a:gd name="connsiteY300" fmla="*/ 250741 h 320591"/>
              <a:gd name="connsiteX301" fmla="*/ 9172308 w 12191996"/>
              <a:gd name="connsiteY301" fmla="*/ 231691 h 320591"/>
              <a:gd name="connsiteX302" fmla="*/ 9134208 w 12191996"/>
              <a:gd name="connsiteY302" fmla="*/ 212641 h 320591"/>
              <a:gd name="connsiteX303" fmla="*/ 9097696 w 12191996"/>
              <a:gd name="connsiteY303" fmla="*/ 196766 h 320591"/>
              <a:gd name="connsiteX304" fmla="*/ 9056420 w 12191996"/>
              <a:gd name="connsiteY304" fmla="*/ 180891 h 320591"/>
              <a:gd name="connsiteX305" fmla="*/ 9010382 w 12191996"/>
              <a:gd name="connsiteY305" fmla="*/ 165016 h 320591"/>
              <a:gd name="connsiteX306" fmla="*/ 8957996 w 12191996"/>
              <a:gd name="connsiteY306" fmla="*/ 153904 h 320591"/>
              <a:gd name="connsiteX307" fmla="*/ 8897670 w 12191996"/>
              <a:gd name="connsiteY307" fmla="*/ 147554 h 320591"/>
              <a:gd name="connsiteX308" fmla="*/ 8827820 w 12191996"/>
              <a:gd name="connsiteY308" fmla="*/ 144379 h 320591"/>
              <a:gd name="connsiteX309" fmla="*/ 8761146 w 12191996"/>
              <a:gd name="connsiteY309" fmla="*/ 147554 h 320591"/>
              <a:gd name="connsiteX310" fmla="*/ 8700820 w 12191996"/>
              <a:gd name="connsiteY310" fmla="*/ 153904 h 320591"/>
              <a:gd name="connsiteX311" fmla="*/ 8648432 w 12191996"/>
              <a:gd name="connsiteY311" fmla="*/ 165016 h 320591"/>
              <a:gd name="connsiteX312" fmla="*/ 8602396 w 12191996"/>
              <a:gd name="connsiteY312" fmla="*/ 180891 h 320591"/>
              <a:gd name="connsiteX313" fmla="*/ 8561120 w 12191996"/>
              <a:gd name="connsiteY313" fmla="*/ 196766 h 320591"/>
              <a:gd name="connsiteX314" fmla="*/ 8524608 w 12191996"/>
              <a:gd name="connsiteY314" fmla="*/ 212641 h 320591"/>
              <a:gd name="connsiteX315" fmla="*/ 8486508 w 12191996"/>
              <a:gd name="connsiteY315" fmla="*/ 231691 h 320591"/>
              <a:gd name="connsiteX316" fmla="*/ 8448408 w 12191996"/>
              <a:gd name="connsiteY316" fmla="*/ 250741 h 320591"/>
              <a:gd name="connsiteX317" fmla="*/ 8411896 w 12191996"/>
              <a:gd name="connsiteY317" fmla="*/ 269791 h 320591"/>
              <a:gd name="connsiteX318" fmla="*/ 8370621 w 12191996"/>
              <a:gd name="connsiteY318" fmla="*/ 285666 h 320591"/>
              <a:gd name="connsiteX319" fmla="*/ 8324583 w 12191996"/>
              <a:gd name="connsiteY319" fmla="*/ 299954 h 320591"/>
              <a:gd name="connsiteX320" fmla="*/ 8272196 w 12191996"/>
              <a:gd name="connsiteY320" fmla="*/ 311066 h 320591"/>
              <a:gd name="connsiteX321" fmla="*/ 8211871 w 12191996"/>
              <a:gd name="connsiteY321" fmla="*/ 319004 h 320591"/>
              <a:gd name="connsiteX322" fmla="*/ 8143608 w 12191996"/>
              <a:gd name="connsiteY322" fmla="*/ 320591 h 320591"/>
              <a:gd name="connsiteX323" fmla="*/ 8075346 w 12191996"/>
              <a:gd name="connsiteY323" fmla="*/ 319004 h 320591"/>
              <a:gd name="connsiteX324" fmla="*/ 8015021 w 12191996"/>
              <a:gd name="connsiteY324" fmla="*/ 311066 h 320591"/>
              <a:gd name="connsiteX325" fmla="*/ 7962633 w 12191996"/>
              <a:gd name="connsiteY325" fmla="*/ 299954 h 320591"/>
              <a:gd name="connsiteX326" fmla="*/ 7916596 w 12191996"/>
              <a:gd name="connsiteY326" fmla="*/ 285666 h 320591"/>
              <a:gd name="connsiteX327" fmla="*/ 7875321 w 12191996"/>
              <a:gd name="connsiteY327" fmla="*/ 269791 h 320591"/>
              <a:gd name="connsiteX328" fmla="*/ 7838808 w 12191996"/>
              <a:gd name="connsiteY328" fmla="*/ 250741 h 320591"/>
              <a:gd name="connsiteX329" fmla="*/ 7800708 w 12191996"/>
              <a:gd name="connsiteY329" fmla="*/ 231691 h 320591"/>
              <a:gd name="connsiteX330" fmla="*/ 7762608 w 12191996"/>
              <a:gd name="connsiteY330" fmla="*/ 212641 h 320591"/>
              <a:gd name="connsiteX331" fmla="*/ 7726096 w 12191996"/>
              <a:gd name="connsiteY331" fmla="*/ 196766 h 320591"/>
              <a:gd name="connsiteX332" fmla="*/ 7684821 w 12191996"/>
              <a:gd name="connsiteY332" fmla="*/ 180891 h 320591"/>
              <a:gd name="connsiteX333" fmla="*/ 7638783 w 12191996"/>
              <a:gd name="connsiteY333" fmla="*/ 165016 h 320591"/>
              <a:gd name="connsiteX334" fmla="*/ 7586396 w 12191996"/>
              <a:gd name="connsiteY334" fmla="*/ 153904 h 320591"/>
              <a:gd name="connsiteX335" fmla="*/ 7526071 w 12191996"/>
              <a:gd name="connsiteY335" fmla="*/ 147554 h 320591"/>
              <a:gd name="connsiteX336" fmla="*/ 7457808 w 12191996"/>
              <a:gd name="connsiteY336" fmla="*/ 144379 h 320591"/>
              <a:gd name="connsiteX337" fmla="*/ 7389546 w 12191996"/>
              <a:gd name="connsiteY337" fmla="*/ 147554 h 320591"/>
              <a:gd name="connsiteX338" fmla="*/ 7329221 w 12191996"/>
              <a:gd name="connsiteY338" fmla="*/ 153904 h 320591"/>
              <a:gd name="connsiteX339" fmla="*/ 7276833 w 12191996"/>
              <a:gd name="connsiteY339" fmla="*/ 165016 h 320591"/>
              <a:gd name="connsiteX340" fmla="*/ 7230796 w 12191996"/>
              <a:gd name="connsiteY340" fmla="*/ 180891 h 320591"/>
              <a:gd name="connsiteX341" fmla="*/ 7189521 w 12191996"/>
              <a:gd name="connsiteY341" fmla="*/ 196766 h 320591"/>
              <a:gd name="connsiteX342" fmla="*/ 7153008 w 12191996"/>
              <a:gd name="connsiteY342" fmla="*/ 212641 h 320591"/>
              <a:gd name="connsiteX343" fmla="*/ 7114908 w 12191996"/>
              <a:gd name="connsiteY343" fmla="*/ 231691 h 320591"/>
              <a:gd name="connsiteX344" fmla="*/ 7076808 w 12191996"/>
              <a:gd name="connsiteY344" fmla="*/ 250741 h 320591"/>
              <a:gd name="connsiteX345" fmla="*/ 7040296 w 12191996"/>
              <a:gd name="connsiteY345" fmla="*/ 269791 h 320591"/>
              <a:gd name="connsiteX346" fmla="*/ 6999021 w 12191996"/>
              <a:gd name="connsiteY346" fmla="*/ 285666 h 320591"/>
              <a:gd name="connsiteX347" fmla="*/ 6952983 w 12191996"/>
              <a:gd name="connsiteY347" fmla="*/ 299954 h 320591"/>
              <a:gd name="connsiteX348" fmla="*/ 6900596 w 12191996"/>
              <a:gd name="connsiteY348" fmla="*/ 311066 h 320591"/>
              <a:gd name="connsiteX349" fmla="*/ 6840271 w 12191996"/>
              <a:gd name="connsiteY349" fmla="*/ 319004 h 320591"/>
              <a:gd name="connsiteX350" fmla="*/ 6781799 w 12191996"/>
              <a:gd name="connsiteY350" fmla="*/ 320364 h 320591"/>
              <a:gd name="connsiteX351" fmla="*/ 6723327 w 12191996"/>
              <a:gd name="connsiteY351" fmla="*/ 319004 h 320591"/>
              <a:gd name="connsiteX352" fmla="*/ 6663002 w 12191996"/>
              <a:gd name="connsiteY352" fmla="*/ 311066 h 320591"/>
              <a:gd name="connsiteX353" fmla="*/ 6610614 w 12191996"/>
              <a:gd name="connsiteY353" fmla="*/ 299954 h 320591"/>
              <a:gd name="connsiteX354" fmla="*/ 6564577 w 12191996"/>
              <a:gd name="connsiteY354" fmla="*/ 285666 h 320591"/>
              <a:gd name="connsiteX355" fmla="*/ 6523302 w 12191996"/>
              <a:gd name="connsiteY355" fmla="*/ 269791 h 320591"/>
              <a:gd name="connsiteX356" fmla="*/ 6486789 w 12191996"/>
              <a:gd name="connsiteY356" fmla="*/ 250741 h 320591"/>
              <a:gd name="connsiteX357" fmla="*/ 6448689 w 12191996"/>
              <a:gd name="connsiteY357" fmla="*/ 231691 h 320591"/>
              <a:gd name="connsiteX358" fmla="*/ 6410589 w 12191996"/>
              <a:gd name="connsiteY358" fmla="*/ 212641 h 320591"/>
              <a:gd name="connsiteX359" fmla="*/ 6374077 w 12191996"/>
              <a:gd name="connsiteY359" fmla="*/ 196766 h 320591"/>
              <a:gd name="connsiteX360" fmla="*/ 6332802 w 12191996"/>
              <a:gd name="connsiteY360" fmla="*/ 180891 h 320591"/>
              <a:gd name="connsiteX361" fmla="*/ 6286764 w 12191996"/>
              <a:gd name="connsiteY361" fmla="*/ 165016 h 320591"/>
              <a:gd name="connsiteX362" fmla="*/ 6234377 w 12191996"/>
              <a:gd name="connsiteY362" fmla="*/ 153904 h 320591"/>
              <a:gd name="connsiteX363" fmla="*/ 6174052 w 12191996"/>
              <a:gd name="connsiteY363" fmla="*/ 147554 h 320591"/>
              <a:gd name="connsiteX364" fmla="*/ 6105789 w 12191996"/>
              <a:gd name="connsiteY364" fmla="*/ 144379 h 320591"/>
              <a:gd name="connsiteX365" fmla="*/ 6095999 w 12191996"/>
              <a:gd name="connsiteY365" fmla="*/ 144834 h 320591"/>
              <a:gd name="connsiteX366" fmla="*/ 6086208 w 12191996"/>
              <a:gd name="connsiteY366" fmla="*/ 144379 h 320591"/>
              <a:gd name="connsiteX367" fmla="*/ 6017947 w 12191996"/>
              <a:gd name="connsiteY367" fmla="*/ 147554 h 320591"/>
              <a:gd name="connsiteX368" fmla="*/ 5957621 w 12191996"/>
              <a:gd name="connsiteY368" fmla="*/ 153904 h 320591"/>
              <a:gd name="connsiteX369" fmla="*/ 5905234 w 12191996"/>
              <a:gd name="connsiteY369" fmla="*/ 165016 h 320591"/>
              <a:gd name="connsiteX370" fmla="*/ 5859196 w 12191996"/>
              <a:gd name="connsiteY370" fmla="*/ 180891 h 320591"/>
              <a:gd name="connsiteX371" fmla="*/ 5817921 w 12191996"/>
              <a:gd name="connsiteY371" fmla="*/ 196766 h 320591"/>
              <a:gd name="connsiteX372" fmla="*/ 5781408 w 12191996"/>
              <a:gd name="connsiteY372" fmla="*/ 212641 h 320591"/>
              <a:gd name="connsiteX373" fmla="*/ 5743308 w 12191996"/>
              <a:gd name="connsiteY373" fmla="*/ 231691 h 320591"/>
              <a:gd name="connsiteX374" fmla="*/ 5705209 w 12191996"/>
              <a:gd name="connsiteY374" fmla="*/ 250741 h 320591"/>
              <a:gd name="connsiteX375" fmla="*/ 5668696 w 12191996"/>
              <a:gd name="connsiteY375" fmla="*/ 269791 h 320591"/>
              <a:gd name="connsiteX376" fmla="*/ 5627421 w 12191996"/>
              <a:gd name="connsiteY376" fmla="*/ 285666 h 320591"/>
              <a:gd name="connsiteX377" fmla="*/ 5581383 w 12191996"/>
              <a:gd name="connsiteY377" fmla="*/ 299954 h 320591"/>
              <a:gd name="connsiteX378" fmla="*/ 5528996 w 12191996"/>
              <a:gd name="connsiteY378" fmla="*/ 311066 h 320591"/>
              <a:gd name="connsiteX379" fmla="*/ 5468671 w 12191996"/>
              <a:gd name="connsiteY379" fmla="*/ 319004 h 320591"/>
              <a:gd name="connsiteX380" fmla="*/ 5410199 w 12191996"/>
              <a:gd name="connsiteY380" fmla="*/ 320364 h 320591"/>
              <a:gd name="connsiteX381" fmla="*/ 5351727 w 12191996"/>
              <a:gd name="connsiteY381" fmla="*/ 319004 h 320591"/>
              <a:gd name="connsiteX382" fmla="*/ 5291401 w 12191996"/>
              <a:gd name="connsiteY382" fmla="*/ 311066 h 320591"/>
              <a:gd name="connsiteX383" fmla="*/ 5239014 w 12191996"/>
              <a:gd name="connsiteY383" fmla="*/ 299954 h 320591"/>
              <a:gd name="connsiteX384" fmla="*/ 5192976 w 12191996"/>
              <a:gd name="connsiteY384" fmla="*/ 285666 h 320591"/>
              <a:gd name="connsiteX385" fmla="*/ 5151701 w 12191996"/>
              <a:gd name="connsiteY385" fmla="*/ 269791 h 320591"/>
              <a:gd name="connsiteX386" fmla="*/ 5115189 w 12191996"/>
              <a:gd name="connsiteY386" fmla="*/ 250741 h 320591"/>
              <a:gd name="connsiteX387" fmla="*/ 5077089 w 12191996"/>
              <a:gd name="connsiteY387" fmla="*/ 231691 h 320591"/>
              <a:gd name="connsiteX388" fmla="*/ 5038989 w 12191996"/>
              <a:gd name="connsiteY388" fmla="*/ 212641 h 320591"/>
              <a:gd name="connsiteX389" fmla="*/ 5002476 w 12191996"/>
              <a:gd name="connsiteY389" fmla="*/ 196766 h 320591"/>
              <a:gd name="connsiteX390" fmla="*/ 4961201 w 12191996"/>
              <a:gd name="connsiteY390" fmla="*/ 180891 h 320591"/>
              <a:gd name="connsiteX391" fmla="*/ 4915165 w 12191996"/>
              <a:gd name="connsiteY391" fmla="*/ 165016 h 320591"/>
              <a:gd name="connsiteX392" fmla="*/ 4862777 w 12191996"/>
              <a:gd name="connsiteY392" fmla="*/ 153904 h 320591"/>
              <a:gd name="connsiteX393" fmla="*/ 4802453 w 12191996"/>
              <a:gd name="connsiteY393" fmla="*/ 147554 h 320591"/>
              <a:gd name="connsiteX394" fmla="*/ 4734189 w 12191996"/>
              <a:gd name="connsiteY394" fmla="*/ 144379 h 320591"/>
              <a:gd name="connsiteX395" fmla="*/ 4665928 w 12191996"/>
              <a:gd name="connsiteY395" fmla="*/ 147554 h 320591"/>
              <a:gd name="connsiteX396" fmla="*/ 4605602 w 12191996"/>
              <a:gd name="connsiteY396" fmla="*/ 153904 h 320591"/>
              <a:gd name="connsiteX397" fmla="*/ 4553214 w 12191996"/>
              <a:gd name="connsiteY397" fmla="*/ 165016 h 320591"/>
              <a:gd name="connsiteX398" fmla="*/ 4507177 w 12191996"/>
              <a:gd name="connsiteY398" fmla="*/ 180891 h 320591"/>
              <a:gd name="connsiteX399" fmla="*/ 4465902 w 12191996"/>
              <a:gd name="connsiteY399" fmla="*/ 196766 h 320591"/>
              <a:gd name="connsiteX400" fmla="*/ 4429389 w 12191996"/>
              <a:gd name="connsiteY400" fmla="*/ 212641 h 320591"/>
              <a:gd name="connsiteX401" fmla="*/ 4353189 w 12191996"/>
              <a:gd name="connsiteY401" fmla="*/ 250741 h 320591"/>
              <a:gd name="connsiteX402" fmla="*/ 4316677 w 12191996"/>
              <a:gd name="connsiteY402" fmla="*/ 269791 h 320591"/>
              <a:gd name="connsiteX403" fmla="*/ 4275402 w 12191996"/>
              <a:gd name="connsiteY403" fmla="*/ 285666 h 320591"/>
              <a:gd name="connsiteX404" fmla="*/ 4229364 w 12191996"/>
              <a:gd name="connsiteY404" fmla="*/ 299954 h 320591"/>
              <a:gd name="connsiteX405" fmla="*/ 4176977 w 12191996"/>
              <a:gd name="connsiteY405" fmla="*/ 311066 h 320591"/>
              <a:gd name="connsiteX406" fmla="*/ 4116652 w 12191996"/>
              <a:gd name="connsiteY406" fmla="*/ 319004 h 320591"/>
              <a:gd name="connsiteX407" fmla="*/ 4048389 w 12191996"/>
              <a:gd name="connsiteY407" fmla="*/ 320591 h 320591"/>
              <a:gd name="connsiteX408" fmla="*/ 3980127 w 12191996"/>
              <a:gd name="connsiteY408" fmla="*/ 319004 h 320591"/>
              <a:gd name="connsiteX409" fmla="*/ 3919802 w 12191996"/>
              <a:gd name="connsiteY409" fmla="*/ 311066 h 320591"/>
              <a:gd name="connsiteX410" fmla="*/ 3867414 w 12191996"/>
              <a:gd name="connsiteY410" fmla="*/ 299954 h 320591"/>
              <a:gd name="connsiteX411" fmla="*/ 3821377 w 12191996"/>
              <a:gd name="connsiteY411" fmla="*/ 285666 h 320591"/>
              <a:gd name="connsiteX412" fmla="*/ 3780102 w 12191996"/>
              <a:gd name="connsiteY412" fmla="*/ 269791 h 320591"/>
              <a:gd name="connsiteX413" fmla="*/ 3743589 w 12191996"/>
              <a:gd name="connsiteY413" fmla="*/ 250741 h 320591"/>
              <a:gd name="connsiteX414" fmla="*/ 3705489 w 12191996"/>
              <a:gd name="connsiteY414" fmla="*/ 231691 h 320591"/>
              <a:gd name="connsiteX415" fmla="*/ 3667389 w 12191996"/>
              <a:gd name="connsiteY415" fmla="*/ 212641 h 320591"/>
              <a:gd name="connsiteX416" fmla="*/ 3630877 w 12191996"/>
              <a:gd name="connsiteY416" fmla="*/ 196766 h 320591"/>
              <a:gd name="connsiteX417" fmla="*/ 3589602 w 12191996"/>
              <a:gd name="connsiteY417" fmla="*/ 180891 h 320591"/>
              <a:gd name="connsiteX418" fmla="*/ 3543564 w 12191996"/>
              <a:gd name="connsiteY418" fmla="*/ 165016 h 320591"/>
              <a:gd name="connsiteX419" fmla="*/ 3491177 w 12191996"/>
              <a:gd name="connsiteY419" fmla="*/ 153904 h 320591"/>
              <a:gd name="connsiteX420" fmla="*/ 3430852 w 12191996"/>
              <a:gd name="connsiteY420" fmla="*/ 147554 h 320591"/>
              <a:gd name="connsiteX421" fmla="*/ 3361002 w 12191996"/>
              <a:gd name="connsiteY421" fmla="*/ 144379 h 320591"/>
              <a:gd name="connsiteX422" fmla="*/ 3294327 w 12191996"/>
              <a:gd name="connsiteY422" fmla="*/ 147554 h 320591"/>
              <a:gd name="connsiteX423" fmla="*/ 3234002 w 12191996"/>
              <a:gd name="connsiteY423" fmla="*/ 153904 h 320591"/>
              <a:gd name="connsiteX424" fmla="*/ 3181614 w 12191996"/>
              <a:gd name="connsiteY424" fmla="*/ 165016 h 320591"/>
              <a:gd name="connsiteX425" fmla="*/ 3135577 w 12191996"/>
              <a:gd name="connsiteY425" fmla="*/ 180891 h 320591"/>
              <a:gd name="connsiteX426" fmla="*/ 3094302 w 12191996"/>
              <a:gd name="connsiteY426" fmla="*/ 196766 h 320591"/>
              <a:gd name="connsiteX427" fmla="*/ 3057789 w 12191996"/>
              <a:gd name="connsiteY427" fmla="*/ 212641 h 320591"/>
              <a:gd name="connsiteX428" fmla="*/ 3019689 w 12191996"/>
              <a:gd name="connsiteY428" fmla="*/ 231691 h 320591"/>
              <a:gd name="connsiteX429" fmla="*/ 2981589 w 12191996"/>
              <a:gd name="connsiteY429" fmla="*/ 250741 h 320591"/>
              <a:gd name="connsiteX430" fmla="*/ 2945077 w 12191996"/>
              <a:gd name="connsiteY430" fmla="*/ 269791 h 320591"/>
              <a:gd name="connsiteX431" fmla="*/ 2903802 w 12191996"/>
              <a:gd name="connsiteY431" fmla="*/ 285666 h 320591"/>
              <a:gd name="connsiteX432" fmla="*/ 2857764 w 12191996"/>
              <a:gd name="connsiteY432" fmla="*/ 299954 h 320591"/>
              <a:gd name="connsiteX433" fmla="*/ 2805377 w 12191996"/>
              <a:gd name="connsiteY433" fmla="*/ 311066 h 320591"/>
              <a:gd name="connsiteX434" fmla="*/ 2745052 w 12191996"/>
              <a:gd name="connsiteY434" fmla="*/ 319004 h 320591"/>
              <a:gd name="connsiteX435" fmla="*/ 2676789 w 12191996"/>
              <a:gd name="connsiteY435" fmla="*/ 320591 h 320591"/>
              <a:gd name="connsiteX436" fmla="*/ 2608527 w 12191996"/>
              <a:gd name="connsiteY436" fmla="*/ 319004 h 320591"/>
              <a:gd name="connsiteX437" fmla="*/ 2548202 w 12191996"/>
              <a:gd name="connsiteY437" fmla="*/ 311066 h 320591"/>
              <a:gd name="connsiteX438" fmla="*/ 2495814 w 12191996"/>
              <a:gd name="connsiteY438" fmla="*/ 299954 h 320591"/>
              <a:gd name="connsiteX439" fmla="*/ 2449777 w 12191996"/>
              <a:gd name="connsiteY439" fmla="*/ 285666 h 320591"/>
              <a:gd name="connsiteX440" fmla="*/ 2408502 w 12191996"/>
              <a:gd name="connsiteY440" fmla="*/ 269791 h 320591"/>
              <a:gd name="connsiteX441" fmla="*/ 2371989 w 12191996"/>
              <a:gd name="connsiteY441" fmla="*/ 250741 h 320591"/>
              <a:gd name="connsiteX442" fmla="*/ 2333889 w 12191996"/>
              <a:gd name="connsiteY442" fmla="*/ 231691 h 320591"/>
              <a:gd name="connsiteX443" fmla="*/ 2295789 w 12191996"/>
              <a:gd name="connsiteY443" fmla="*/ 212641 h 320591"/>
              <a:gd name="connsiteX444" fmla="*/ 2259277 w 12191996"/>
              <a:gd name="connsiteY444" fmla="*/ 196766 h 320591"/>
              <a:gd name="connsiteX445" fmla="*/ 2218002 w 12191996"/>
              <a:gd name="connsiteY445" fmla="*/ 180891 h 320591"/>
              <a:gd name="connsiteX446" fmla="*/ 2171964 w 12191996"/>
              <a:gd name="connsiteY446" fmla="*/ 165016 h 320591"/>
              <a:gd name="connsiteX447" fmla="*/ 2119577 w 12191996"/>
              <a:gd name="connsiteY447" fmla="*/ 153904 h 320591"/>
              <a:gd name="connsiteX448" fmla="*/ 2059252 w 12191996"/>
              <a:gd name="connsiteY448" fmla="*/ 147554 h 320591"/>
              <a:gd name="connsiteX449" fmla="*/ 1990989 w 12191996"/>
              <a:gd name="connsiteY449" fmla="*/ 144379 h 320591"/>
              <a:gd name="connsiteX450" fmla="*/ 1922727 w 12191996"/>
              <a:gd name="connsiteY450" fmla="*/ 147554 h 320591"/>
              <a:gd name="connsiteX451" fmla="*/ 1862402 w 12191996"/>
              <a:gd name="connsiteY451" fmla="*/ 153904 h 320591"/>
              <a:gd name="connsiteX452" fmla="*/ 1810014 w 12191996"/>
              <a:gd name="connsiteY452" fmla="*/ 165016 h 320591"/>
              <a:gd name="connsiteX453" fmla="*/ 1763977 w 12191996"/>
              <a:gd name="connsiteY453" fmla="*/ 180891 h 320591"/>
              <a:gd name="connsiteX454" fmla="*/ 1722702 w 12191996"/>
              <a:gd name="connsiteY454" fmla="*/ 196766 h 320591"/>
              <a:gd name="connsiteX455" fmla="*/ 1686189 w 12191996"/>
              <a:gd name="connsiteY455" fmla="*/ 212641 h 320591"/>
              <a:gd name="connsiteX456" fmla="*/ 1648089 w 12191996"/>
              <a:gd name="connsiteY456" fmla="*/ 231691 h 320591"/>
              <a:gd name="connsiteX457" fmla="*/ 1609989 w 12191996"/>
              <a:gd name="connsiteY457" fmla="*/ 250741 h 320591"/>
              <a:gd name="connsiteX458" fmla="*/ 1573477 w 12191996"/>
              <a:gd name="connsiteY458" fmla="*/ 269791 h 320591"/>
              <a:gd name="connsiteX459" fmla="*/ 1532202 w 12191996"/>
              <a:gd name="connsiteY459" fmla="*/ 285666 h 320591"/>
              <a:gd name="connsiteX460" fmla="*/ 1486164 w 12191996"/>
              <a:gd name="connsiteY460" fmla="*/ 299954 h 320591"/>
              <a:gd name="connsiteX461" fmla="*/ 1433777 w 12191996"/>
              <a:gd name="connsiteY461" fmla="*/ 311066 h 320591"/>
              <a:gd name="connsiteX462" fmla="*/ 1373452 w 12191996"/>
              <a:gd name="connsiteY462" fmla="*/ 319004 h 320591"/>
              <a:gd name="connsiteX463" fmla="*/ 1305189 w 12191996"/>
              <a:gd name="connsiteY463" fmla="*/ 320591 h 320591"/>
              <a:gd name="connsiteX464" fmla="*/ 1236927 w 12191996"/>
              <a:gd name="connsiteY464" fmla="*/ 319004 h 320591"/>
              <a:gd name="connsiteX465" fmla="*/ 1176602 w 12191996"/>
              <a:gd name="connsiteY465" fmla="*/ 311066 h 320591"/>
              <a:gd name="connsiteX466" fmla="*/ 1124214 w 12191996"/>
              <a:gd name="connsiteY466" fmla="*/ 299954 h 320591"/>
              <a:gd name="connsiteX467" fmla="*/ 1078177 w 12191996"/>
              <a:gd name="connsiteY467" fmla="*/ 285666 h 320591"/>
              <a:gd name="connsiteX468" fmla="*/ 1036902 w 12191996"/>
              <a:gd name="connsiteY468" fmla="*/ 269791 h 320591"/>
              <a:gd name="connsiteX469" fmla="*/ 1000389 w 12191996"/>
              <a:gd name="connsiteY469" fmla="*/ 250741 h 320591"/>
              <a:gd name="connsiteX470" fmla="*/ 962289 w 12191996"/>
              <a:gd name="connsiteY470" fmla="*/ 231691 h 320591"/>
              <a:gd name="connsiteX471" fmla="*/ 924189 w 12191996"/>
              <a:gd name="connsiteY471" fmla="*/ 212641 h 320591"/>
              <a:gd name="connsiteX472" fmla="*/ 887677 w 12191996"/>
              <a:gd name="connsiteY472" fmla="*/ 196766 h 320591"/>
              <a:gd name="connsiteX473" fmla="*/ 846402 w 12191996"/>
              <a:gd name="connsiteY473" fmla="*/ 180891 h 320591"/>
              <a:gd name="connsiteX474" fmla="*/ 800364 w 12191996"/>
              <a:gd name="connsiteY474" fmla="*/ 165016 h 320591"/>
              <a:gd name="connsiteX475" fmla="*/ 747977 w 12191996"/>
              <a:gd name="connsiteY475" fmla="*/ 153904 h 320591"/>
              <a:gd name="connsiteX476" fmla="*/ 687652 w 12191996"/>
              <a:gd name="connsiteY476" fmla="*/ 147554 h 320591"/>
              <a:gd name="connsiteX477" fmla="*/ 619389 w 12191996"/>
              <a:gd name="connsiteY477" fmla="*/ 144379 h 320591"/>
              <a:gd name="connsiteX478" fmla="*/ 551127 w 12191996"/>
              <a:gd name="connsiteY478" fmla="*/ 147554 h 320591"/>
              <a:gd name="connsiteX479" fmla="*/ 490802 w 12191996"/>
              <a:gd name="connsiteY479" fmla="*/ 153904 h 320591"/>
              <a:gd name="connsiteX480" fmla="*/ 438414 w 12191996"/>
              <a:gd name="connsiteY480" fmla="*/ 165016 h 320591"/>
              <a:gd name="connsiteX481" fmla="*/ 392377 w 12191996"/>
              <a:gd name="connsiteY481" fmla="*/ 180891 h 320591"/>
              <a:gd name="connsiteX482" fmla="*/ 351102 w 12191996"/>
              <a:gd name="connsiteY482" fmla="*/ 196766 h 320591"/>
              <a:gd name="connsiteX483" fmla="*/ 314589 w 12191996"/>
              <a:gd name="connsiteY483" fmla="*/ 212641 h 320591"/>
              <a:gd name="connsiteX484" fmla="*/ 276489 w 12191996"/>
              <a:gd name="connsiteY484" fmla="*/ 231691 h 320591"/>
              <a:gd name="connsiteX485" fmla="*/ 238389 w 12191996"/>
              <a:gd name="connsiteY485" fmla="*/ 250741 h 320591"/>
              <a:gd name="connsiteX486" fmla="*/ 201877 w 12191996"/>
              <a:gd name="connsiteY486" fmla="*/ 269791 h 320591"/>
              <a:gd name="connsiteX487" fmla="*/ 160602 w 12191996"/>
              <a:gd name="connsiteY487" fmla="*/ 285666 h 320591"/>
              <a:gd name="connsiteX488" fmla="*/ 114564 w 12191996"/>
              <a:gd name="connsiteY488" fmla="*/ 299954 h 320591"/>
              <a:gd name="connsiteX489" fmla="*/ 62177 w 12191996"/>
              <a:gd name="connsiteY489" fmla="*/ 311066 h 320591"/>
              <a:gd name="connsiteX490" fmla="*/ 1852 w 12191996"/>
              <a:gd name="connsiteY490" fmla="*/ 319004 h 320591"/>
              <a:gd name="connsiteX491" fmla="*/ 0 w 12191996"/>
              <a:gd name="connsiteY491" fmla="*/ 319047 h 320591"/>
              <a:gd name="connsiteX492" fmla="*/ 0 w 12191996"/>
              <a:gd name="connsiteY492" fmla="*/ 174668 h 320591"/>
              <a:gd name="connsiteX493" fmla="*/ 1852 w 12191996"/>
              <a:gd name="connsiteY493" fmla="*/ 174625 h 320591"/>
              <a:gd name="connsiteX494" fmla="*/ 62177 w 12191996"/>
              <a:gd name="connsiteY494" fmla="*/ 166687 h 320591"/>
              <a:gd name="connsiteX495" fmla="*/ 114564 w 12191996"/>
              <a:gd name="connsiteY495" fmla="*/ 155575 h 320591"/>
              <a:gd name="connsiteX496" fmla="*/ 160602 w 12191996"/>
              <a:gd name="connsiteY496" fmla="*/ 141287 h 320591"/>
              <a:gd name="connsiteX497" fmla="*/ 201877 w 12191996"/>
              <a:gd name="connsiteY497" fmla="*/ 125412 h 320591"/>
              <a:gd name="connsiteX498" fmla="*/ 238389 w 12191996"/>
              <a:gd name="connsiteY498" fmla="*/ 106362 h 320591"/>
              <a:gd name="connsiteX499" fmla="*/ 276489 w 12191996"/>
              <a:gd name="connsiteY499" fmla="*/ 87312 h 320591"/>
              <a:gd name="connsiteX500" fmla="*/ 314589 w 12191996"/>
              <a:gd name="connsiteY500" fmla="*/ 68262 h 320591"/>
              <a:gd name="connsiteX501" fmla="*/ 351102 w 12191996"/>
              <a:gd name="connsiteY501" fmla="*/ 52387 h 320591"/>
              <a:gd name="connsiteX502" fmla="*/ 392377 w 12191996"/>
              <a:gd name="connsiteY502" fmla="*/ 36512 h 320591"/>
              <a:gd name="connsiteX503" fmla="*/ 438414 w 12191996"/>
              <a:gd name="connsiteY503" fmla="*/ 20637 h 320591"/>
              <a:gd name="connsiteX504" fmla="*/ 490802 w 12191996"/>
              <a:gd name="connsiteY504" fmla="*/ 9525 h 320591"/>
              <a:gd name="connsiteX505" fmla="*/ 551127 w 12191996"/>
              <a:gd name="connsiteY505" fmla="*/ 3175 h 320591"/>
              <a:gd name="connsiteX506" fmla="*/ 619389 w 12191996"/>
              <a:gd name="connsiteY506" fmla="*/ 0 h 32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</a:cxnLst>
            <a:rect l="l" t="t" r="r" b="b"/>
            <a:pathLst>
              <a:path w="12191996" h="320591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5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7" y="52387"/>
                </a:lnTo>
                <a:lnTo>
                  <a:pt x="5038989" y="68262"/>
                </a:lnTo>
                <a:lnTo>
                  <a:pt x="5077090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7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9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6" y="174668"/>
                </a:lnTo>
                <a:lnTo>
                  <a:pt x="12191996" y="319047"/>
                </a:lnTo>
                <a:lnTo>
                  <a:pt x="12190146" y="319004"/>
                </a:lnTo>
                <a:lnTo>
                  <a:pt x="12129820" y="311067"/>
                </a:lnTo>
                <a:lnTo>
                  <a:pt x="12077432" y="299954"/>
                </a:lnTo>
                <a:lnTo>
                  <a:pt x="12031396" y="285666"/>
                </a:lnTo>
                <a:lnTo>
                  <a:pt x="11990120" y="269791"/>
                </a:lnTo>
                <a:lnTo>
                  <a:pt x="11953608" y="250741"/>
                </a:lnTo>
                <a:lnTo>
                  <a:pt x="11915508" y="231691"/>
                </a:lnTo>
                <a:lnTo>
                  <a:pt x="11877408" y="212641"/>
                </a:lnTo>
                <a:lnTo>
                  <a:pt x="11840896" y="196766"/>
                </a:lnTo>
                <a:lnTo>
                  <a:pt x="11799620" y="180891"/>
                </a:lnTo>
                <a:lnTo>
                  <a:pt x="11753582" y="165016"/>
                </a:lnTo>
                <a:lnTo>
                  <a:pt x="11701196" y="153904"/>
                </a:lnTo>
                <a:lnTo>
                  <a:pt x="11640870" y="147554"/>
                </a:lnTo>
                <a:lnTo>
                  <a:pt x="11572608" y="144379"/>
                </a:lnTo>
                <a:lnTo>
                  <a:pt x="11504346" y="147554"/>
                </a:lnTo>
                <a:lnTo>
                  <a:pt x="11444020" y="153904"/>
                </a:lnTo>
                <a:lnTo>
                  <a:pt x="11391632" y="165016"/>
                </a:lnTo>
                <a:lnTo>
                  <a:pt x="11345596" y="180891"/>
                </a:lnTo>
                <a:lnTo>
                  <a:pt x="11304320" y="196766"/>
                </a:lnTo>
                <a:lnTo>
                  <a:pt x="11267808" y="212641"/>
                </a:lnTo>
                <a:lnTo>
                  <a:pt x="11229708" y="231691"/>
                </a:lnTo>
                <a:lnTo>
                  <a:pt x="11191608" y="250741"/>
                </a:lnTo>
                <a:lnTo>
                  <a:pt x="11155096" y="269791"/>
                </a:lnTo>
                <a:lnTo>
                  <a:pt x="11113820" y="285666"/>
                </a:lnTo>
                <a:lnTo>
                  <a:pt x="11067782" y="299954"/>
                </a:lnTo>
                <a:lnTo>
                  <a:pt x="11015396" y="311066"/>
                </a:lnTo>
                <a:lnTo>
                  <a:pt x="10955070" y="319004"/>
                </a:lnTo>
                <a:lnTo>
                  <a:pt x="10886808" y="320591"/>
                </a:lnTo>
                <a:lnTo>
                  <a:pt x="10818546" y="319004"/>
                </a:lnTo>
                <a:lnTo>
                  <a:pt x="10758220" y="311066"/>
                </a:lnTo>
                <a:lnTo>
                  <a:pt x="10705832" y="299954"/>
                </a:lnTo>
                <a:lnTo>
                  <a:pt x="10659796" y="285666"/>
                </a:lnTo>
                <a:lnTo>
                  <a:pt x="10618520" y="269791"/>
                </a:lnTo>
                <a:lnTo>
                  <a:pt x="10582008" y="250741"/>
                </a:lnTo>
                <a:lnTo>
                  <a:pt x="10543908" y="231691"/>
                </a:lnTo>
                <a:lnTo>
                  <a:pt x="10505808" y="212641"/>
                </a:lnTo>
                <a:lnTo>
                  <a:pt x="10469296" y="196766"/>
                </a:lnTo>
                <a:lnTo>
                  <a:pt x="10428020" y="180891"/>
                </a:lnTo>
                <a:lnTo>
                  <a:pt x="10381982" y="165016"/>
                </a:lnTo>
                <a:lnTo>
                  <a:pt x="10329596" y="153904"/>
                </a:lnTo>
                <a:lnTo>
                  <a:pt x="10269270" y="147554"/>
                </a:lnTo>
                <a:lnTo>
                  <a:pt x="10201008" y="144379"/>
                </a:lnTo>
                <a:lnTo>
                  <a:pt x="10132746" y="147554"/>
                </a:lnTo>
                <a:lnTo>
                  <a:pt x="10072420" y="153904"/>
                </a:lnTo>
                <a:lnTo>
                  <a:pt x="10020032" y="165016"/>
                </a:lnTo>
                <a:lnTo>
                  <a:pt x="9973996" y="180891"/>
                </a:lnTo>
                <a:lnTo>
                  <a:pt x="9932720" y="196766"/>
                </a:lnTo>
                <a:lnTo>
                  <a:pt x="9896208" y="212641"/>
                </a:lnTo>
                <a:lnTo>
                  <a:pt x="9820008" y="250741"/>
                </a:lnTo>
                <a:lnTo>
                  <a:pt x="9783496" y="269791"/>
                </a:lnTo>
                <a:lnTo>
                  <a:pt x="9742220" y="285666"/>
                </a:lnTo>
                <a:lnTo>
                  <a:pt x="9696182" y="299954"/>
                </a:lnTo>
                <a:lnTo>
                  <a:pt x="9643796" y="311066"/>
                </a:lnTo>
                <a:lnTo>
                  <a:pt x="9583470" y="319004"/>
                </a:lnTo>
                <a:lnTo>
                  <a:pt x="9515208" y="320591"/>
                </a:lnTo>
                <a:lnTo>
                  <a:pt x="9446946" y="319004"/>
                </a:lnTo>
                <a:lnTo>
                  <a:pt x="9386620" y="311066"/>
                </a:lnTo>
                <a:lnTo>
                  <a:pt x="9334232" y="299954"/>
                </a:lnTo>
                <a:lnTo>
                  <a:pt x="9288196" y="285666"/>
                </a:lnTo>
                <a:lnTo>
                  <a:pt x="9246920" y="269791"/>
                </a:lnTo>
                <a:lnTo>
                  <a:pt x="9210408" y="250741"/>
                </a:lnTo>
                <a:lnTo>
                  <a:pt x="9172308" y="231691"/>
                </a:lnTo>
                <a:lnTo>
                  <a:pt x="9134208" y="212641"/>
                </a:lnTo>
                <a:lnTo>
                  <a:pt x="9097696" y="196766"/>
                </a:lnTo>
                <a:lnTo>
                  <a:pt x="9056420" y="180891"/>
                </a:lnTo>
                <a:lnTo>
                  <a:pt x="9010382" y="165016"/>
                </a:lnTo>
                <a:lnTo>
                  <a:pt x="8957996" y="153904"/>
                </a:lnTo>
                <a:lnTo>
                  <a:pt x="8897670" y="147554"/>
                </a:lnTo>
                <a:lnTo>
                  <a:pt x="8827820" y="144379"/>
                </a:lnTo>
                <a:lnTo>
                  <a:pt x="8761146" y="147554"/>
                </a:lnTo>
                <a:lnTo>
                  <a:pt x="8700820" y="153904"/>
                </a:lnTo>
                <a:lnTo>
                  <a:pt x="8648432" y="165016"/>
                </a:lnTo>
                <a:lnTo>
                  <a:pt x="8602396" y="180891"/>
                </a:lnTo>
                <a:lnTo>
                  <a:pt x="8561120" y="196766"/>
                </a:lnTo>
                <a:lnTo>
                  <a:pt x="8524608" y="212641"/>
                </a:lnTo>
                <a:lnTo>
                  <a:pt x="8486508" y="231691"/>
                </a:lnTo>
                <a:lnTo>
                  <a:pt x="8448408" y="250741"/>
                </a:lnTo>
                <a:lnTo>
                  <a:pt x="8411896" y="269791"/>
                </a:lnTo>
                <a:lnTo>
                  <a:pt x="8370621" y="285666"/>
                </a:lnTo>
                <a:lnTo>
                  <a:pt x="8324583" y="299954"/>
                </a:lnTo>
                <a:lnTo>
                  <a:pt x="8272196" y="311066"/>
                </a:lnTo>
                <a:lnTo>
                  <a:pt x="8211871" y="319004"/>
                </a:lnTo>
                <a:lnTo>
                  <a:pt x="8143608" y="320591"/>
                </a:lnTo>
                <a:lnTo>
                  <a:pt x="8075346" y="319004"/>
                </a:lnTo>
                <a:lnTo>
                  <a:pt x="8015021" y="311066"/>
                </a:lnTo>
                <a:lnTo>
                  <a:pt x="7962633" y="299954"/>
                </a:lnTo>
                <a:lnTo>
                  <a:pt x="7916596" y="285666"/>
                </a:lnTo>
                <a:lnTo>
                  <a:pt x="7875321" y="269791"/>
                </a:lnTo>
                <a:lnTo>
                  <a:pt x="7838808" y="250741"/>
                </a:lnTo>
                <a:lnTo>
                  <a:pt x="7800708" y="231691"/>
                </a:lnTo>
                <a:lnTo>
                  <a:pt x="7762608" y="212641"/>
                </a:lnTo>
                <a:lnTo>
                  <a:pt x="7726096" y="196766"/>
                </a:lnTo>
                <a:lnTo>
                  <a:pt x="7684821" y="180891"/>
                </a:lnTo>
                <a:lnTo>
                  <a:pt x="7638783" y="165016"/>
                </a:lnTo>
                <a:lnTo>
                  <a:pt x="7586396" y="153904"/>
                </a:lnTo>
                <a:lnTo>
                  <a:pt x="7526071" y="147554"/>
                </a:lnTo>
                <a:lnTo>
                  <a:pt x="7457808" y="144379"/>
                </a:lnTo>
                <a:lnTo>
                  <a:pt x="7389546" y="147554"/>
                </a:lnTo>
                <a:lnTo>
                  <a:pt x="7329221" y="153904"/>
                </a:lnTo>
                <a:lnTo>
                  <a:pt x="7276833" y="165016"/>
                </a:lnTo>
                <a:lnTo>
                  <a:pt x="7230796" y="180891"/>
                </a:lnTo>
                <a:lnTo>
                  <a:pt x="7189521" y="196766"/>
                </a:lnTo>
                <a:lnTo>
                  <a:pt x="7153008" y="212641"/>
                </a:lnTo>
                <a:lnTo>
                  <a:pt x="7114908" y="231691"/>
                </a:lnTo>
                <a:lnTo>
                  <a:pt x="7076808" y="250741"/>
                </a:lnTo>
                <a:lnTo>
                  <a:pt x="7040296" y="269791"/>
                </a:lnTo>
                <a:lnTo>
                  <a:pt x="6999021" y="285666"/>
                </a:lnTo>
                <a:lnTo>
                  <a:pt x="6952983" y="299954"/>
                </a:lnTo>
                <a:lnTo>
                  <a:pt x="6900596" y="311066"/>
                </a:lnTo>
                <a:lnTo>
                  <a:pt x="6840271" y="319004"/>
                </a:lnTo>
                <a:lnTo>
                  <a:pt x="6781799" y="320364"/>
                </a:lnTo>
                <a:lnTo>
                  <a:pt x="6723327" y="319004"/>
                </a:lnTo>
                <a:lnTo>
                  <a:pt x="6663002" y="311066"/>
                </a:lnTo>
                <a:lnTo>
                  <a:pt x="6610614" y="299954"/>
                </a:lnTo>
                <a:lnTo>
                  <a:pt x="6564577" y="285666"/>
                </a:lnTo>
                <a:lnTo>
                  <a:pt x="6523302" y="269791"/>
                </a:lnTo>
                <a:lnTo>
                  <a:pt x="6486789" y="250741"/>
                </a:lnTo>
                <a:lnTo>
                  <a:pt x="6448689" y="231691"/>
                </a:lnTo>
                <a:lnTo>
                  <a:pt x="6410589" y="212641"/>
                </a:lnTo>
                <a:lnTo>
                  <a:pt x="6374077" y="196766"/>
                </a:lnTo>
                <a:lnTo>
                  <a:pt x="6332802" y="180891"/>
                </a:lnTo>
                <a:lnTo>
                  <a:pt x="6286764" y="165016"/>
                </a:lnTo>
                <a:lnTo>
                  <a:pt x="6234377" y="153904"/>
                </a:lnTo>
                <a:lnTo>
                  <a:pt x="6174052" y="147554"/>
                </a:lnTo>
                <a:lnTo>
                  <a:pt x="6105789" y="144379"/>
                </a:lnTo>
                <a:lnTo>
                  <a:pt x="6095999" y="144834"/>
                </a:lnTo>
                <a:lnTo>
                  <a:pt x="6086208" y="144379"/>
                </a:lnTo>
                <a:lnTo>
                  <a:pt x="6017947" y="147554"/>
                </a:lnTo>
                <a:lnTo>
                  <a:pt x="5957621" y="153904"/>
                </a:lnTo>
                <a:lnTo>
                  <a:pt x="5905234" y="165016"/>
                </a:lnTo>
                <a:lnTo>
                  <a:pt x="5859196" y="180891"/>
                </a:lnTo>
                <a:lnTo>
                  <a:pt x="5817921" y="196766"/>
                </a:lnTo>
                <a:lnTo>
                  <a:pt x="5781408" y="212641"/>
                </a:lnTo>
                <a:lnTo>
                  <a:pt x="5743308" y="231691"/>
                </a:lnTo>
                <a:lnTo>
                  <a:pt x="5705209" y="250741"/>
                </a:lnTo>
                <a:lnTo>
                  <a:pt x="5668696" y="269791"/>
                </a:lnTo>
                <a:lnTo>
                  <a:pt x="5627421" y="285666"/>
                </a:lnTo>
                <a:lnTo>
                  <a:pt x="5581383" y="299954"/>
                </a:lnTo>
                <a:lnTo>
                  <a:pt x="5528996" y="311066"/>
                </a:lnTo>
                <a:lnTo>
                  <a:pt x="5468671" y="319004"/>
                </a:lnTo>
                <a:lnTo>
                  <a:pt x="5410199" y="320364"/>
                </a:lnTo>
                <a:lnTo>
                  <a:pt x="5351727" y="319004"/>
                </a:lnTo>
                <a:lnTo>
                  <a:pt x="5291401" y="311066"/>
                </a:lnTo>
                <a:lnTo>
                  <a:pt x="5239014" y="299954"/>
                </a:lnTo>
                <a:lnTo>
                  <a:pt x="5192976" y="285666"/>
                </a:lnTo>
                <a:lnTo>
                  <a:pt x="5151701" y="269791"/>
                </a:lnTo>
                <a:lnTo>
                  <a:pt x="5115189" y="250741"/>
                </a:lnTo>
                <a:lnTo>
                  <a:pt x="5077089" y="231691"/>
                </a:lnTo>
                <a:lnTo>
                  <a:pt x="5038989" y="212641"/>
                </a:lnTo>
                <a:lnTo>
                  <a:pt x="5002476" y="196766"/>
                </a:lnTo>
                <a:lnTo>
                  <a:pt x="4961201" y="180891"/>
                </a:lnTo>
                <a:lnTo>
                  <a:pt x="4915165" y="165016"/>
                </a:lnTo>
                <a:lnTo>
                  <a:pt x="4862777" y="153904"/>
                </a:lnTo>
                <a:lnTo>
                  <a:pt x="4802453" y="147554"/>
                </a:lnTo>
                <a:lnTo>
                  <a:pt x="4734189" y="144379"/>
                </a:lnTo>
                <a:lnTo>
                  <a:pt x="4665928" y="147554"/>
                </a:lnTo>
                <a:lnTo>
                  <a:pt x="4605602" y="153904"/>
                </a:lnTo>
                <a:lnTo>
                  <a:pt x="4553214" y="165016"/>
                </a:lnTo>
                <a:lnTo>
                  <a:pt x="4507177" y="180891"/>
                </a:lnTo>
                <a:lnTo>
                  <a:pt x="4465902" y="196766"/>
                </a:lnTo>
                <a:lnTo>
                  <a:pt x="4429389" y="212641"/>
                </a:lnTo>
                <a:lnTo>
                  <a:pt x="4353189" y="250741"/>
                </a:lnTo>
                <a:lnTo>
                  <a:pt x="4316677" y="269791"/>
                </a:lnTo>
                <a:lnTo>
                  <a:pt x="4275402" y="285666"/>
                </a:lnTo>
                <a:lnTo>
                  <a:pt x="4229364" y="299954"/>
                </a:lnTo>
                <a:lnTo>
                  <a:pt x="4176977" y="311066"/>
                </a:lnTo>
                <a:lnTo>
                  <a:pt x="4116652" y="319004"/>
                </a:lnTo>
                <a:lnTo>
                  <a:pt x="4048389" y="320591"/>
                </a:lnTo>
                <a:lnTo>
                  <a:pt x="3980127" y="319004"/>
                </a:lnTo>
                <a:lnTo>
                  <a:pt x="3919802" y="311066"/>
                </a:lnTo>
                <a:lnTo>
                  <a:pt x="3867414" y="299954"/>
                </a:lnTo>
                <a:lnTo>
                  <a:pt x="3821377" y="285666"/>
                </a:lnTo>
                <a:lnTo>
                  <a:pt x="3780102" y="269791"/>
                </a:lnTo>
                <a:lnTo>
                  <a:pt x="3743589" y="250741"/>
                </a:lnTo>
                <a:lnTo>
                  <a:pt x="3705489" y="231691"/>
                </a:lnTo>
                <a:lnTo>
                  <a:pt x="3667389" y="212641"/>
                </a:lnTo>
                <a:lnTo>
                  <a:pt x="3630877" y="196766"/>
                </a:lnTo>
                <a:lnTo>
                  <a:pt x="3589602" y="180891"/>
                </a:lnTo>
                <a:lnTo>
                  <a:pt x="3543564" y="165016"/>
                </a:lnTo>
                <a:lnTo>
                  <a:pt x="3491177" y="153904"/>
                </a:lnTo>
                <a:lnTo>
                  <a:pt x="3430852" y="147554"/>
                </a:lnTo>
                <a:lnTo>
                  <a:pt x="3361002" y="144379"/>
                </a:lnTo>
                <a:lnTo>
                  <a:pt x="3294327" y="147554"/>
                </a:lnTo>
                <a:lnTo>
                  <a:pt x="3234002" y="153904"/>
                </a:lnTo>
                <a:lnTo>
                  <a:pt x="3181614" y="165016"/>
                </a:lnTo>
                <a:lnTo>
                  <a:pt x="3135577" y="180891"/>
                </a:lnTo>
                <a:lnTo>
                  <a:pt x="3094302" y="196766"/>
                </a:lnTo>
                <a:lnTo>
                  <a:pt x="3057789" y="212641"/>
                </a:lnTo>
                <a:lnTo>
                  <a:pt x="3019689" y="231691"/>
                </a:lnTo>
                <a:lnTo>
                  <a:pt x="2981589" y="250741"/>
                </a:lnTo>
                <a:lnTo>
                  <a:pt x="2945077" y="269791"/>
                </a:lnTo>
                <a:lnTo>
                  <a:pt x="2903802" y="285666"/>
                </a:lnTo>
                <a:lnTo>
                  <a:pt x="2857764" y="299954"/>
                </a:lnTo>
                <a:lnTo>
                  <a:pt x="2805377" y="311066"/>
                </a:lnTo>
                <a:lnTo>
                  <a:pt x="2745052" y="319004"/>
                </a:lnTo>
                <a:lnTo>
                  <a:pt x="2676789" y="320591"/>
                </a:lnTo>
                <a:lnTo>
                  <a:pt x="2608527" y="319004"/>
                </a:lnTo>
                <a:lnTo>
                  <a:pt x="2548202" y="311066"/>
                </a:lnTo>
                <a:lnTo>
                  <a:pt x="2495814" y="299954"/>
                </a:lnTo>
                <a:lnTo>
                  <a:pt x="2449777" y="285666"/>
                </a:lnTo>
                <a:lnTo>
                  <a:pt x="2408502" y="269791"/>
                </a:lnTo>
                <a:lnTo>
                  <a:pt x="2371989" y="250741"/>
                </a:lnTo>
                <a:lnTo>
                  <a:pt x="2333889" y="231691"/>
                </a:lnTo>
                <a:lnTo>
                  <a:pt x="2295789" y="212641"/>
                </a:lnTo>
                <a:lnTo>
                  <a:pt x="2259277" y="196766"/>
                </a:lnTo>
                <a:lnTo>
                  <a:pt x="2218002" y="180891"/>
                </a:lnTo>
                <a:lnTo>
                  <a:pt x="2171964" y="165016"/>
                </a:lnTo>
                <a:lnTo>
                  <a:pt x="2119577" y="153904"/>
                </a:lnTo>
                <a:lnTo>
                  <a:pt x="2059252" y="147554"/>
                </a:lnTo>
                <a:lnTo>
                  <a:pt x="1990989" y="144379"/>
                </a:lnTo>
                <a:lnTo>
                  <a:pt x="1922727" y="147554"/>
                </a:lnTo>
                <a:lnTo>
                  <a:pt x="1862402" y="153904"/>
                </a:lnTo>
                <a:lnTo>
                  <a:pt x="1810014" y="165016"/>
                </a:lnTo>
                <a:lnTo>
                  <a:pt x="1763977" y="180891"/>
                </a:lnTo>
                <a:lnTo>
                  <a:pt x="1722702" y="196766"/>
                </a:lnTo>
                <a:lnTo>
                  <a:pt x="1686189" y="212641"/>
                </a:lnTo>
                <a:lnTo>
                  <a:pt x="1648089" y="231691"/>
                </a:lnTo>
                <a:lnTo>
                  <a:pt x="1609989" y="250741"/>
                </a:lnTo>
                <a:lnTo>
                  <a:pt x="1573477" y="269791"/>
                </a:lnTo>
                <a:lnTo>
                  <a:pt x="1532202" y="285666"/>
                </a:lnTo>
                <a:lnTo>
                  <a:pt x="1486164" y="299954"/>
                </a:lnTo>
                <a:lnTo>
                  <a:pt x="1433777" y="311066"/>
                </a:lnTo>
                <a:lnTo>
                  <a:pt x="1373452" y="319004"/>
                </a:lnTo>
                <a:lnTo>
                  <a:pt x="1305189" y="320591"/>
                </a:lnTo>
                <a:lnTo>
                  <a:pt x="1236927" y="319004"/>
                </a:lnTo>
                <a:lnTo>
                  <a:pt x="1176602" y="311066"/>
                </a:lnTo>
                <a:lnTo>
                  <a:pt x="1124214" y="299954"/>
                </a:lnTo>
                <a:lnTo>
                  <a:pt x="1078177" y="285666"/>
                </a:lnTo>
                <a:lnTo>
                  <a:pt x="1036902" y="269791"/>
                </a:lnTo>
                <a:lnTo>
                  <a:pt x="1000389" y="250741"/>
                </a:lnTo>
                <a:lnTo>
                  <a:pt x="962289" y="231691"/>
                </a:lnTo>
                <a:lnTo>
                  <a:pt x="924189" y="212641"/>
                </a:lnTo>
                <a:lnTo>
                  <a:pt x="887677" y="196766"/>
                </a:lnTo>
                <a:lnTo>
                  <a:pt x="846402" y="180891"/>
                </a:lnTo>
                <a:lnTo>
                  <a:pt x="800364" y="165016"/>
                </a:lnTo>
                <a:lnTo>
                  <a:pt x="747977" y="153904"/>
                </a:lnTo>
                <a:lnTo>
                  <a:pt x="687652" y="147554"/>
                </a:lnTo>
                <a:lnTo>
                  <a:pt x="619389" y="144379"/>
                </a:lnTo>
                <a:lnTo>
                  <a:pt x="551127" y="147554"/>
                </a:lnTo>
                <a:lnTo>
                  <a:pt x="490802" y="153904"/>
                </a:lnTo>
                <a:lnTo>
                  <a:pt x="438414" y="165016"/>
                </a:lnTo>
                <a:lnTo>
                  <a:pt x="392377" y="180891"/>
                </a:lnTo>
                <a:lnTo>
                  <a:pt x="351102" y="196766"/>
                </a:lnTo>
                <a:lnTo>
                  <a:pt x="314589" y="212641"/>
                </a:lnTo>
                <a:lnTo>
                  <a:pt x="276489" y="231691"/>
                </a:lnTo>
                <a:lnTo>
                  <a:pt x="238389" y="250741"/>
                </a:lnTo>
                <a:lnTo>
                  <a:pt x="201877" y="269791"/>
                </a:lnTo>
                <a:lnTo>
                  <a:pt x="160602" y="285666"/>
                </a:lnTo>
                <a:lnTo>
                  <a:pt x="114564" y="299954"/>
                </a:lnTo>
                <a:lnTo>
                  <a:pt x="62177" y="311066"/>
                </a:lnTo>
                <a:lnTo>
                  <a:pt x="1852" y="319004"/>
                </a:lnTo>
                <a:lnTo>
                  <a:pt x="0" y="319047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lnTo>
                  <a:pt x="61938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01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D0BF4-393A-7C59-C5A6-010F7EED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cs typeface="Calibri Light"/>
              </a:rPr>
              <a:t>Create the Navigation Button in the layout page</a:t>
            </a:r>
          </a:p>
        </p:txBody>
      </p:sp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54ED670-45E8-D4A6-2071-C80068AD7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244" y="5545339"/>
            <a:ext cx="11455047" cy="844667"/>
          </a:xfrm>
        </p:spPr>
      </p:pic>
      <p:pic>
        <p:nvPicPr>
          <p:cNvPr id="5" name="Picture 5" descr="Text&#10;&#10;Description automatically generated">
            <a:extLst>
              <a:ext uri="{FF2B5EF4-FFF2-40B4-BE49-F238E27FC236}">
                <a16:creationId xmlns:a16="http://schemas.microsoft.com/office/drawing/2014/main" id="{043C7579-7FF2-CC4B-43FA-59D6B5777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18" y="1962986"/>
            <a:ext cx="8556976" cy="3186030"/>
          </a:xfrm>
          <a:prstGeom prst="rect">
            <a:avLst/>
          </a:prstGeom>
        </p:spPr>
      </p:pic>
      <p:pic>
        <p:nvPicPr>
          <p:cNvPr id="6" name="Picture 6" descr="Text&#10;&#10;Description automatically generated">
            <a:extLst>
              <a:ext uri="{FF2B5EF4-FFF2-40B4-BE49-F238E27FC236}">
                <a16:creationId xmlns:a16="http://schemas.microsoft.com/office/drawing/2014/main" id="{61EAC3D9-4B6E-C87D-D414-254686B72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820" y="2140474"/>
            <a:ext cx="3222977" cy="268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54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F388DC-C47F-4048-9B69-F1644A2A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C035D-D3AD-4301-A1B5-D4C91E3C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4926329"/>
            <a:ext cx="12191996" cy="1931671"/>
          </a:xfrm>
          <a:custGeom>
            <a:avLst/>
            <a:gdLst>
              <a:gd name="connsiteX0" fmla="*/ 619388 w 12191996"/>
              <a:gd name="connsiteY0" fmla="*/ 0 h 1931671"/>
              <a:gd name="connsiteX1" fmla="*/ 687651 w 12191996"/>
              <a:gd name="connsiteY1" fmla="*/ 3175 h 1931671"/>
              <a:gd name="connsiteX2" fmla="*/ 747976 w 12191996"/>
              <a:gd name="connsiteY2" fmla="*/ 9525 h 1931671"/>
              <a:gd name="connsiteX3" fmla="*/ 800363 w 12191996"/>
              <a:gd name="connsiteY3" fmla="*/ 20637 h 1931671"/>
              <a:gd name="connsiteX4" fmla="*/ 846401 w 12191996"/>
              <a:gd name="connsiteY4" fmla="*/ 36512 h 1931671"/>
              <a:gd name="connsiteX5" fmla="*/ 887676 w 12191996"/>
              <a:gd name="connsiteY5" fmla="*/ 52387 h 1931671"/>
              <a:gd name="connsiteX6" fmla="*/ 924188 w 12191996"/>
              <a:gd name="connsiteY6" fmla="*/ 68262 h 1931671"/>
              <a:gd name="connsiteX7" fmla="*/ 962288 w 12191996"/>
              <a:gd name="connsiteY7" fmla="*/ 87312 h 1931671"/>
              <a:gd name="connsiteX8" fmla="*/ 1000388 w 12191996"/>
              <a:gd name="connsiteY8" fmla="*/ 106362 h 1931671"/>
              <a:gd name="connsiteX9" fmla="*/ 1036901 w 12191996"/>
              <a:gd name="connsiteY9" fmla="*/ 125412 h 1931671"/>
              <a:gd name="connsiteX10" fmla="*/ 1078176 w 12191996"/>
              <a:gd name="connsiteY10" fmla="*/ 141287 h 1931671"/>
              <a:gd name="connsiteX11" fmla="*/ 1124213 w 12191996"/>
              <a:gd name="connsiteY11" fmla="*/ 155575 h 1931671"/>
              <a:gd name="connsiteX12" fmla="*/ 1176601 w 12191996"/>
              <a:gd name="connsiteY12" fmla="*/ 166687 h 1931671"/>
              <a:gd name="connsiteX13" fmla="*/ 1236926 w 12191996"/>
              <a:gd name="connsiteY13" fmla="*/ 174625 h 1931671"/>
              <a:gd name="connsiteX14" fmla="*/ 1305188 w 12191996"/>
              <a:gd name="connsiteY14" fmla="*/ 176212 h 1931671"/>
              <a:gd name="connsiteX15" fmla="*/ 1373451 w 12191996"/>
              <a:gd name="connsiteY15" fmla="*/ 174625 h 1931671"/>
              <a:gd name="connsiteX16" fmla="*/ 1433776 w 12191996"/>
              <a:gd name="connsiteY16" fmla="*/ 166687 h 1931671"/>
              <a:gd name="connsiteX17" fmla="*/ 1486163 w 12191996"/>
              <a:gd name="connsiteY17" fmla="*/ 155575 h 1931671"/>
              <a:gd name="connsiteX18" fmla="*/ 1532201 w 12191996"/>
              <a:gd name="connsiteY18" fmla="*/ 141287 h 1931671"/>
              <a:gd name="connsiteX19" fmla="*/ 1573476 w 12191996"/>
              <a:gd name="connsiteY19" fmla="*/ 125412 h 1931671"/>
              <a:gd name="connsiteX20" fmla="*/ 1609988 w 12191996"/>
              <a:gd name="connsiteY20" fmla="*/ 106362 h 1931671"/>
              <a:gd name="connsiteX21" fmla="*/ 1648088 w 12191996"/>
              <a:gd name="connsiteY21" fmla="*/ 87312 h 1931671"/>
              <a:gd name="connsiteX22" fmla="*/ 1686188 w 12191996"/>
              <a:gd name="connsiteY22" fmla="*/ 68262 h 1931671"/>
              <a:gd name="connsiteX23" fmla="*/ 1722701 w 12191996"/>
              <a:gd name="connsiteY23" fmla="*/ 52387 h 1931671"/>
              <a:gd name="connsiteX24" fmla="*/ 1763976 w 12191996"/>
              <a:gd name="connsiteY24" fmla="*/ 36512 h 1931671"/>
              <a:gd name="connsiteX25" fmla="*/ 1810013 w 12191996"/>
              <a:gd name="connsiteY25" fmla="*/ 20637 h 1931671"/>
              <a:gd name="connsiteX26" fmla="*/ 1862401 w 12191996"/>
              <a:gd name="connsiteY26" fmla="*/ 9525 h 1931671"/>
              <a:gd name="connsiteX27" fmla="*/ 1922726 w 12191996"/>
              <a:gd name="connsiteY27" fmla="*/ 3175 h 1931671"/>
              <a:gd name="connsiteX28" fmla="*/ 1990988 w 12191996"/>
              <a:gd name="connsiteY28" fmla="*/ 0 h 1931671"/>
              <a:gd name="connsiteX29" fmla="*/ 2059251 w 12191996"/>
              <a:gd name="connsiteY29" fmla="*/ 3175 h 1931671"/>
              <a:gd name="connsiteX30" fmla="*/ 2119576 w 12191996"/>
              <a:gd name="connsiteY30" fmla="*/ 9525 h 1931671"/>
              <a:gd name="connsiteX31" fmla="*/ 2171963 w 12191996"/>
              <a:gd name="connsiteY31" fmla="*/ 20637 h 1931671"/>
              <a:gd name="connsiteX32" fmla="*/ 2218001 w 12191996"/>
              <a:gd name="connsiteY32" fmla="*/ 36512 h 1931671"/>
              <a:gd name="connsiteX33" fmla="*/ 2259276 w 12191996"/>
              <a:gd name="connsiteY33" fmla="*/ 52387 h 1931671"/>
              <a:gd name="connsiteX34" fmla="*/ 2295788 w 12191996"/>
              <a:gd name="connsiteY34" fmla="*/ 68262 h 1931671"/>
              <a:gd name="connsiteX35" fmla="*/ 2333888 w 12191996"/>
              <a:gd name="connsiteY35" fmla="*/ 87312 h 1931671"/>
              <a:gd name="connsiteX36" fmla="*/ 2371988 w 12191996"/>
              <a:gd name="connsiteY36" fmla="*/ 106362 h 1931671"/>
              <a:gd name="connsiteX37" fmla="*/ 2408501 w 12191996"/>
              <a:gd name="connsiteY37" fmla="*/ 125412 h 1931671"/>
              <a:gd name="connsiteX38" fmla="*/ 2449776 w 12191996"/>
              <a:gd name="connsiteY38" fmla="*/ 141287 h 1931671"/>
              <a:gd name="connsiteX39" fmla="*/ 2495813 w 12191996"/>
              <a:gd name="connsiteY39" fmla="*/ 155575 h 1931671"/>
              <a:gd name="connsiteX40" fmla="*/ 2548201 w 12191996"/>
              <a:gd name="connsiteY40" fmla="*/ 166687 h 1931671"/>
              <a:gd name="connsiteX41" fmla="*/ 2608526 w 12191996"/>
              <a:gd name="connsiteY41" fmla="*/ 174625 h 1931671"/>
              <a:gd name="connsiteX42" fmla="*/ 2676788 w 12191996"/>
              <a:gd name="connsiteY42" fmla="*/ 176212 h 1931671"/>
              <a:gd name="connsiteX43" fmla="*/ 2745051 w 12191996"/>
              <a:gd name="connsiteY43" fmla="*/ 174625 h 1931671"/>
              <a:gd name="connsiteX44" fmla="*/ 2805376 w 12191996"/>
              <a:gd name="connsiteY44" fmla="*/ 166687 h 1931671"/>
              <a:gd name="connsiteX45" fmla="*/ 2857763 w 12191996"/>
              <a:gd name="connsiteY45" fmla="*/ 155575 h 1931671"/>
              <a:gd name="connsiteX46" fmla="*/ 2903801 w 12191996"/>
              <a:gd name="connsiteY46" fmla="*/ 141287 h 1931671"/>
              <a:gd name="connsiteX47" fmla="*/ 2945076 w 12191996"/>
              <a:gd name="connsiteY47" fmla="*/ 125412 h 1931671"/>
              <a:gd name="connsiteX48" fmla="*/ 2981588 w 12191996"/>
              <a:gd name="connsiteY48" fmla="*/ 106362 h 1931671"/>
              <a:gd name="connsiteX49" fmla="*/ 3019688 w 12191996"/>
              <a:gd name="connsiteY49" fmla="*/ 87312 h 1931671"/>
              <a:gd name="connsiteX50" fmla="*/ 3057788 w 12191996"/>
              <a:gd name="connsiteY50" fmla="*/ 68262 h 1931671"/>
              <a:gd name="connsiteX51" fmla="*/ 3094301 w 12191996"/>
              <a:gd name="connsiteY51" fmla="*/ 52387 h 1931671"/>
              <a:gd name="connsiteX52" fmla="*/ 3135576 w 12191996"/>
              <a:gd name="connsiteY52" fmla="*/ 36512 h 1931671"/>
              <a:gd name="connsiteX53" fmla="*/ 3181613 w 12191996"/>
              <a:gd name="connsiteY53" fmla="*/ 20637 h 1931671"/>
              <a:gd name="connsiteX54" fmla="*/ 3234001 w 12191996"/>
              <a:gd name="connsiteY54" fmla="*/ 9525 h 1931671"/>
              <a:gd name="connsiteX55" fmla="*/ 3294326 w 12191996"/>
              <a:gd name="connsiteY55" fmla="*/ 3175 h 1931671"/>
              <a:gd name="connsiteX56" fmla="*/ 3361001 w 12191996"/>
              <a:gd name="connsiteY56" fmla="*/ 0 h 1931671"/>
              <a:gd name="connsiteX57" fmla="*/ 3430851 w 12191996"/>
              <a:gd name="connsiteY57" fmla="*/ 3175 h 1931671"/>
              <a:gd name="connsiteX58" fmla="*/ 3491176 w 12191996"/>
              <a:gd name="connsiteY58" fmla="*/ 9525 h 1931671"/>
              <a:gd name="connsiteX59" fmla="*/ 3543563 w 12191996"/>
              <a:gd name="connsiteY59" fmla="*/ 20637 h 1931671"/>
              <a:gd name="connsiteX60" fmla="*/ 3589601 w 12191996"/>
              <a:gd name="connsiteY60" fmla="*/ 36512 h 1931671"/>
              <a:gd name="connsiteX61" fmla="*/ 3630876 w 12191996"/>
              <a:gd name="connsiteY61" fmla="*/ 52387 h 1931671"/>
              <a:gd name="connsiteX62" fmla="*/ 3667388 w 12191996"/>
              <a:gd name="connsiteY62" fmla="*/ 68262 h 1931671"/>
              <a:gd name="connsiteX63" fmla="*/ 3705488 w 12191996"/>
              <a:gd name="connsiteY63" fmla="*/ 87312 h 1931671"/>
              <a:gd name="connsiteX64" fmla="*/ 3743588 w 12191996"/>
              <a:gd name="connsiteY64" fmla="*/ 106362 h 1931671"/>
              <a:gd name="connsiteX65" fmla="*/ 3780101 w 12191996"/>
              <a:gd name="connsiteY65" fmla="*/ 125412 h 1931671"/>
              <a:gd name="connsiteX66" fmla="*/ 3821376 w 12191996"/>
              <a:gd name="connsiteY66" fmla="*/ 141287 h 1931671"/>
              <a:gd name="connsiteX67" fmla="*/ 3867413 w 12191996"/>
              <a:gd name="connsiteY67" fmla="*/ 155575 h 1931671"/>
              <a:gd name="connsiteX68" fmla="*/ 3919801 w 12191996"/>
              <a:gd name="connsiteY68" fmla="*/ 166687 h 1931671"/>
              <a:gd name="connsiteX69" fmla="*/ 3980126 w 12191996"/>
              <a:gd name="connsiteY69" fmla="*/ 174625 h 1931671"/>
              <a:gd name="connsiteX70" fmla="*/ 4048388 w 12191996"/>
              <a:gd name="connsiteY70" fmla="*/ 176212 h 1931671"/>
              <a:gd name="connsiteX71" fmla="*/ 4116651 w 12191996"/>
              <a:gd name="connsiteY71" fmla="*/ 174625 h 1931671"/>
              <a:gd name="connsiteX72" fmla="*/ 4176976 w 12191996"/>
              <a:gd name="connsiteY72" fmla="*/ 166687 h 1931671"/>
              <a:gd name="connsiteX73" fmla="*/ 4229363 w 12191996"/>
              <a:gd name="connsiteY73" fmla="*/ 155575 h 1931671"/>
              <a:gd name="connsiteX74" fmla="*/ 4275401 w 12191996"/>
              <a:gd name="connsiteY74" fmla="*/ 141287 h 1931671"/>
              <a:gd name="connsiteX75" fmla="*/ 4316676 w 12191996"/>
              <a:gd name="connsiteY75" fmla="*/ 125412 h 1931671"/>
              <a:gd name="connsiteX76" fmla="*/ 4353188 w 12191996"/>
              <a:gd name="connsiteY76" fmla="*/ 106362 h 1931671"/>
              <a:gd name="connsiteX77" fmla="*/ 4429388 w 12191996"/>
              <a:gd name="connsiteY77" fmla="*/ 68262 h 1931671"/>
              <a:gd name="connsiteX78" fmla="*/ 4465901 w 12191996"/>
              <a:gd name="connsiteY78" fmla="*/ 52387 h 1931671"/>
              <a:gd name="connsiteX79" fmla="*/ 4507176 w 12191996"/>
              <a:gd name="connsiteY79" fmla="*/ 36512 h 1931671"/>
              <a:gd name="connsiteX80" fmla="*/ 4553214 w 12191996"/>
              <a:gd name="connsiteY80" fmla="*/ 20637 h 1931671"/>
              <a:gd name="connsiteX81" fmla="*/ 4605601 w 12191996"/>
              <a:gd name="connsiteY81" fmla="*/ 9525 h 1931671"/>
              <a:gd name="connsiteX82" fmla="*/ 4665927 w 12191996"/>
              <a:gd name="connsiteY82" fmla="*/ 3175 h 1931671"/>
              <a:gd name="connsiteX83" fmla="*/ 4734188 w 12191996"/>
              <a:gd name="connsiteY83" fmla="*/ 0 h 1931671"/>
              <a:gd name="connsiteX84" fmla="*/ 4802452 w 12191996"/>
              <a:gd name="connsiteY84" fmla="*/ 3175 h 1931671"/>
              <a:gd name="connsiteX85" fmla="*/ 4862776 w 12191996"/>
              <a:gd name="connsiteY85" fmla="*/ 9525 h 1931671"/>
              <a:gd name="connsiteX86" fmla="*/ 4915164 w 12191996"/>
              <a:gd name="connsiteY86" fmla="*/ 20637 h 1931671"/>
              <a:gd name="connsiteX87" fmla="*/ 4961200 w 12191996"/>
              <a:gd name="connsiteY87" fmla="*/ 36512 h 1931671"/>
              <a:gd name="connsiteX88" fmla="*/ 5002476 w 12191996"/>
              <a:gd name="connsiteY88" fmla="*/ 52387 h 1931671"/>
              <a:gd name="connsiteX89" fmla="*/ 5038988 w 12191996"/>
              <a:gd name="connsiteY89" fmla="*/ 68262 h 1931671"/>
              <a:gd name="connsiteX90" fmla="*/ 5077089 w 12191996"/>
              <a:gd name="connsiteY90" fmla="*/ 87312 h 1931671"/>
              <a:gd name="connsiteX91" fmla="*/ 5115188 w 12191996"/>
              <a:gd name="connsiteY91" fmla="*/ 106362 h 1931671"/>
              <a:gd name="connsiteX92" fmla="*/ 5151700 w 12191996"/>
              <a:gd name="connsiteY92" fmla="*/ 125412 h 1931671"/>
              <a:gd name="connsiteX93" fmla="*/ 5192976 w 12191996"/>
              <a:gd name="connsiteY93" fmla="*/ 141287 h 1931671"/>
              <a:gd name="connsiteX94" fmla="*/ 5239013 w 12191996"/>
              <a:gd name="connsiteY94" fmla="*/ 155575 h 1931671"/>
              <a:gd name="connsiteX95" fmla="*/ 5291400 w 12191996"/>
              <a:gd name="connsiteY95" fmla="*/ 166687 h 1931671"/>
              <a:gd name="connsiteX96" fmla="*/ 5351726 w 12191996"/>
              <a:gd name="connsiteY96" fmla="*/ 174625 h 1931671"/>
              <a:gd name="connsiteX97" fmla="*/ 5410198 w 12191996"/>
              <a:gd name="connsiteY97" fmla="*/ 175985 h 1931671"/>
              <a:gd name="connsiteX98" fmla="*/ 5468670 w 12191996"/>
              <a:gd name="connsiteY98" fmla="*/ 174625 h 1931671"/>
              <a:gd name="connsiteX99" fmla="*/ 5528995 w 12191996"/>
              <a:gd name="connsiteY99" fmla="*/ 166687 h 1931671"/>
              <a:gd name="connsiteX100" fmla="*/ 5581382 w 12191996"/>
              <a:gd name="connsiteY100" fmla="*/ 155575 h 1931671"/>
              <a:gd name="connsiteX101" fmla="*/ 5627420 w 12191996"/>
              <a:gd name="connsiteY101" fmla="*/ 141287 h 1931671"/>
              <a:gd name="connsiteX102" fmla="*/ 5668695 w 12191996"/>
              <a:gd name="connsiteY102" fmla="*/ 125412 h 1931671"/>
              <a:gd name="connsiteX103" fmla="*/ 5705208 w 12191996"/>
              <a:gd name="connsiteY103" fmla="*/ 106362 h 1931671"/>
              <a:gd name="connsiteX104" fmla="*/ 5743307 w 12191996"/>
              <a:gd name="connsiteY104" fmla="*/ 87312 h 1931671"/>
              <a:gd name="connsiteX105" fmla="*/ 5781407 w 12191996"/>
              <a:gd name="connsiteY105" fmla="*/ 68262 h 1931671"/>
              <a:gd name="connsiteX106" fmla="*/ 5817920 w 12191996"/>
              <a:gd name="connsiteY106" fmla="*/ 52387 h 1931671"/>
              <a:gd name="connsiteX107" fmla="*/ 5859195 w 12191996"/>
              <a:gd name="connsiteY107" fmla="*/ 36512 h 1931671"/>
              <a:gd name="connsiteX108" fmla="*/ 5905233 w 12191996"/>
              <a:gd name="connsiteY108" fmla="*/ 20637 h 1931671"/>
              <a:gd name="connsiteX109" fmla="*/ 5957620 w 12191996"/>
              <a:gd name="connsiteY109" fmla="*/ 9525 h 1931671"/>
              <a:gd name="connsiteX110" fmla="*/ 6017946 w 12191996"/>
              <a:gd name="connsiteY110" fmla="*/ 3175 h 1931671"/>
              <a:gd name="connsiteX111" fmla="*/ 6086208 w 12191996"/>
              <a:gd name="connsiteY111" fmla="*/ 0 h 1931671"/>
              <a:gd name="connsiteX112" fmla="*/ 6095998 w 12191996"/>
              <a:gd name="connsiteY112" fmla="*/ 455 h 1931671"/>
              <a:gd name="connsiteX113" fmla="*/ 6105788 w 12191996"/>
              <a:gd name="connsiteY113" fmla="*/ 0 h 1931671"/>
              <a:gd name="connsiteX114" fmla="*/ 6174051 w 12191996"/>
              <a:gd name="connsiteY114" fmla="*/ 3175 h 1931671"/>
              <a:gd name="connsiteX115" fmla="*/ 6234376 w 12191996"/>
              <a:gd name="connsiteY115" fmla="*/ 9525 h 1931671"/>
              <a:gd name="connsiteX116" fmla="*/ 6286763 w 12191996"/>
              <a:gd name="connsiteY116" fmla="*/ 20637 h 1931671"/>
              <a:gd name="connsiteX117" fmla="*/ 6332801 w 12191996"/>
              <a:gd name="connsiteY117" fmla="*/ 36512 h 1931671"/>
              <a:gd name="connsiteX118" fmla="*/ 6374076 w 12191996"/>
              <a:gd name="connsiteY118" fmla="*/ 52387 h 1931671"/>
              <a:gd name="connsiteX119" fmla="*/ 6410588 w 12191996"/>
              <a:gd name="connsiteY119" fmla="*/ 68262 h 1931671"/>
              <a:gd name="connsiteX120" fmla="*/ 6448688 w 12191996"/>
              <a:gd name="connsiteY120" fmla="*/ 87312 h 1931671"/>
              <a:gd name="connsiteX121" fmla="*/ 6486788 w 12191996"/>
              <a:gd name="connsiteY121" fmla="*/ 106362 h 1931671"/>
              <a:gd name="connsiteX122" fmla="*/ 6523301 w 12191996"/>
              <a:gd name="connsiteY122" fmla="*/ 125412 h 1931671"/>
              <a:gd name="connsiteX123" fmla="*/ 6564576 w 12191996"/>
              <a:gd name="connsiteY123" fmla="*/ 141287 h 1931671"/>
              <a:gd name="connsiteX124" fmla="*/ 6610613 w 12191996"/>
              <a:gd name="connsiteY124" fmla="*/ 155575 h 1931671"/>
              <a:gd name="connsiteX125" fmla="*/ 6663001 w 12191996"/>
              <a:gd name="connsiteY125" fmla="*/ 166687 h 1931671"/>
              <a:gd name="connsiteX126" fmla="*/ 6723326 w 12191996"/>
              <a:gd name="connsiteY126" fmla="*/ 174625 h 1931671"/>
              <a:gd name="connsiteX127" fmla="*/ 6781798 w 12191996"/>
              <a:gd name="connsiteY127" fmla="*/ 175985 h 1931671"/>
              <a:gd name="connsiteX128" fmla="*/ 6840270 w 12191996"/>
              <a:gd name="connsiteY128" fmla="*/ 174625 h 1931671"/>
              <a:gd name="connsiteX129" fmla="*/ 6900595 w 12191996"/>
              <a:gd name="connsiteY129" fmla="*/ 166687 h 1931671"/>
              <a:gd name="connsiteX130" fmla="*/ 6952982 w 12191996"/>
              <a:gd name="connsiteY130" fmla="*/ 155575 h 1931671"/>
              <a:gd name="connsiteX131" fmla="*/ 6999020 w 12191996"/>
              <a:gd name="connsiteY131" fmla="*/ 141287 h 1931671"/>
              <a:gd name="connsiteX132" fmla="*/ 7040295 w 12191996"/>
              <a:gd name="connsiteY132" fmla="*/ 125412 h 1931671"/>
              <a:gd name="connsiteX133" fmla="*/ 7076807 w 12191996"/>
              <a:gd name="connsiteY133" fmla="*/ 106362 h 1931671"/>
              <a:gd name="connsiteX134" fmla="*/ 7114907 w 12191996"/>
              <a:gd name="connsiteY134" fmla="*/ 87312 h 1931671"/>
              <a:gd name="connsiteX135" fmla="*/ 7153007 w 12191996"/>
              <a:gd name="connsiteY135" fmla="*/ 68262 h 1931671"/>
              <a:gd name="connsiteX136" fmla="*/ 7189520 w 12191996"/>
              <a:gd name="connsiteY136" fmla="*/ 52387 h 1931671"/>
              <a:gd name="connsiteX137" fmla="*/ 7230795 w 12191996"/>
              <a:gd name="connsiteY137" fmla="*/ 36512 h 1931671"/>
              <a:gd name="connsiteX138" fmla="*/ 7276832 w 12191996"/>
              <a:gd name="connsiteY138" fmla="*/ 20637 h 1931671"/>
              <a:gd name="connsiteX139" fmla="*/ 7329220 w 12191996"/>
              <a:gd name="connsiteY139" fmla="*/ 9525 h 1931671"/>
              <a:gd name="connsiteX140" fmla="*/ 7389545 w 12191996"/>
              <a:gd name="connsiteY140" fmla="*/ 3175 h 1931671"/>
              <a:gd name="connsiteX141" fmla="*/ 7457807 w 12191996"/>
              <a:gd name="connsiteY141" fmla="*/ 0 h 1931671"/>
              <a:gd name="connsiteX142" fmla="*/ 7526070 w 12191996"/>
              <a:gd name="connsiteY142" fmla="*/ 3175 h 1931671"/>
              <a:gd name="connsiteX143" fmla="*/ 7586395 w 12191996"/>
              <a:gd name="connsiteY143" fmla="*/ 9525 h 1931671"/>
              <a:gd name="connsiteX144" fmla="*/ 7638782 w 12191996"/>
              <a:gd name="connsiteY144" fmla="*/ 20637 h 1931671"/>
              <a:gd name="connsiteX145" fmla="*/ 7684820 w 12191996"/>
              <a:gd name="connsiteY145" fmla="*/ 36512 h 1931671"/>
              <a:gd name="connsiteX146" fmla="*/ 7726095 w 12191996"/>
              <a:gd name="connsiteY146" fmla="*/ 52387 h 1931671"/>
              <a:gd name="connsiteX147" fmla="*/ 7762607 w 12191996"/>
              <a:gd name="connsiteY147" fmla="*/ 68262 h 1931671"/>
              <a:gd name="connsiteX148" fmla="*/ 7800707 w 12191996"/>
              <a:gd name="connsiteY148" fmla="*/ 87312 h 1931671"/>
              <a:gd name="connsiteX149" fmla="*/ 7838807 w 12191996"/>
              <a:gd name="connsiteY149" fmla="*/ 106362 h 1931671"/>
              <a:gd name="connsiteX150" fmla="*/ 7875320 w 12191996"/>
              <a:gd name="connsiteY150" fmla="*/ 125412 h 1931671"/>
              <a:gd name="connsiteX151" fmla="*/ 7916595 w 12191996"/>
              <a:gd name="connsiteY151" fmla="*/ 141287 h 1931671"/>
              <a:gd name="connsiteX152" fmla="*/ 7962632 w 12191996"/>
              <a:gd name="connsiteY152" fmla="*/ 155575 h 1931671"/>
              <a:gd name="connsiteX153" fmla="*/ 8015020 w 12191996"/>
              <a:gd name="connsiteY153" fmla="*/ 166687 h 1931671"/>
              <a:gd name="connsiteX154" fmla="*/ 8075345 w 12191996"/>
              <a:gd name="connsiteY154" fmla="*/ 174625 h 1931671"/>
              <a:gd name="connsiteX155" fmla="*/ 8143607 w 12191996"/>
              <a:gd name="connsiteY155" fmla="*/ 176212 h 1931671"/>
              <a:gd name="connsiteX156" fmla="*/ 8211870 w 12191996"/>
              <a:gd name="connsiteY156" fmla="*/ 174625 h 1931671"/>
              <a:gd name="connsiteX157" fmla="*/ 8272195 w 12191996"/>
              <a:gd name="connsiteY157" fmla="*/ 166687 h 1931671"/>
              <a:gd name="connsiteX158" fmla="*/ 8324582 w 12191996"/>
              <a:gd name="connsiteY158" fmla="*/ 155575 h 1931671"/>
              <a:gd name="connsiteX159" fmla="*/ 8370620 w 12191996"/>
              <a:gd name="connsiteY159" fmla="*/ 141287 h 1931671"/>
              <a:gd name="connsiteX160" fmla="*/ 8411895 w 12191996"/>
              <a:gd name="connsiteY160" fmla="*/ 125412 h 1931671"/>
              <a:gd name="connsiteX161" fmla="*/ 8448407 w 12191996"/>
              <a:gd name="connsiteY161" fmla="*/ 106362 h 1931671"/>
              <a:gd name="connsiteX162" fmla="*/ 8486507 w 12191996"/>
              <a:gd name="connsiteY162" fmla="*/ 87312 h 1931671"/>
              <a:gd name="connsiteX163" fmla="*/ 8524607 w 12191996"/>
              <a:gd name="connsiteY163" fmla="*/ 68262 h 1931671"/>
              <a:gd name="connsiteX164" fmla="*/ 8561119 w 12191996"/>
              <a:gd name="connsiteY164" fmla="*/ 52387 h 1931671"/>
              <a:gd name="connsiteX165" fmla="*/ 8602395 w 12191996"/>
              <a:gd name="connsiteY165" fmla="*/ 36512 h 1931671"/>
              <a:gd name="connsiteX166" fmla="*/ 8648431 w 12191996"/>
              <a:gd name="connsiteY166" fmla="*/ 20637 h 1931671"/>
              <a:gd name="connsiteX167" fmla="*/ 8700819 w 12191996"/>
              <a:gd name="connsiteY167" fmla="*/ 9525 h 1931671"/>
              <a:gd name="connsiteX168" fmla="*/ 8761145 w 12191996"/>
              <a:gd name="connsiteY168" fmla="*/ 3175 h 1931671"/>
              <a:gd name="connsiteX169" fmla="*/ 8827819 w 12191996"/>
              <a:gd name="connsiteY169" fmla="*/ 0 h 1931671"/>
              <a:gd name="connsiteX170" fmla="*/ 8897669 w 12191996"/>
              <a:gd name="connsiteY170" fmla="*/ 3175 h 1931671"/>
              <a:gd name="connsiteX171" fmla="*/ 8957995 w 12191996"/>
              <a:gd name="connsiteY171" fmla="*/ 9525 h 1931671"/>
              <a:gd name="connsiteX172" fmla="*/ 9010381 w 12191996"/>
              <a:gd name="connsiteY172" fmla="*/ 20637 h 1931671"/>
              <a:gd name="connsiteX173" fmla="*/ 9056419 w 12191996"/>
              <a:gd name="connsiteY173" fmla="*/ 36512 h 1931671"/>
              <a:gd name="connsiteX174" fmla="*/ 9097695 w 12191996"/>
              <a:gd name="connsiteY174" fmla="*/ 52387 h 1931671"/>
              <a:gd name="connsiteX175" fmla="*/ 9134207 w 12191996"/>
              <a:gd name="connsiteY175" fmla="*/ 68262 h 1931671"/>
              <a:gd name="connsiteX176" fmla="*/ 9172307 w 12191996"/>
              <a:gd name="connsiteY176" fmla="*/ 87312 h 1931671"/>
              <a:gd name="connsiteX177" fmla="*/ 9210407 w 12191996"/>
              <a:gd name="connsiteY177" fmla="*/ 106362 h 1931671"/>
              <a:gd name="connsiteX178" fmla="*/ 9246919 w 12191996"/>
              <a:gd name="connsiteY178" fmla="*/ 125412 h 1931671"/>
              <a:gd name="connsiteX179" fmla="*/ 9288195 w 12191996"/>
              <a:gd name="connsiteY179" fmla="*/ 141287 h 1931671"/>
              <a:gd name="connsiteX180" fmla="*/ 9334231 w 12191996"/>
              <a:gd name="connsiteY180" fmla="*/ 155575 h 1931671"/>
              <a:gd name="connsiteX181" fmla="*/ 9386619 w 12191996"/>
              <a:gd name="connsiteY181" fmla="*/ 166687 h 1931671"/>
              <a:gd name="connsiteX182" fmla="*/ 9446945 w 12191996"/>
              <a:gd name="connsiteY182" fmla="*/ 174625 h 1931671"/>
              <a:gd name="connsiteX183" fmla="*/ 9515207 w 12191996"/>
              <a:gd name="connsiteY183" fmla="*/ 176212 h 1931671"/>
              <a:gd name="connsiteX184" fmla="*/ 9583469 w 12191996"/>
              <a:gd name="connsiteY184" fmla="*/ 174625 h 1931671"/>
              <a:gd name="connsiteX185" fmla="*/ 9643795 w 12191996"/>
              <a:gd name="connsiteY185" fmla="*/ 166687 h 1931671"/>
              <a:gd name="connsiteX186" fmla="*/ 9696181 w 12191996"/>
              <a:gd name="connsiteY186" fmla="*/ 155575 h 1931671"/>
              <a:gd name="connsiteX187" fmla="*/ 9742219 w 12191996"/>
              <a:gd name="connsiteY187" fmla="*/ 141287 h 1931671"/>
              <a:gd name="connsiteX188" fmla="*/ 9783495 w 12191996"/>
              <a:gd name="connsiteY188" fmla="*/ 125412 h 1931671"/>
              <a:gd name="connsiteX189" fmla="*/ 9820007 w 12191996"/>
              <a:gd name="connsiteY189" fmla="*/ 106362 h 1931671"/>
              <a:gd name="connsiteX190" fmla="*/ 9896207 w 12191996"/>
              <a:gd name="connsiteY190" fmla="*/ 68262 h 1931671"/>
              <a:gd name="connsiteX191" fmla="*/ 9932719 w 12191996"/>
              <a:gd name="connsiteY191" fmla="*/ 52387 h 1931671"/>
              <a:gd name="connsiteX192" fmla="*/ 9973995 w 12191996"/>
              <a:gd name="connsiteY192" fmla="*/ 36512 h 1931671"/>
              <a:gd name="connsiteX193" fmla="*/ 10020031 w 12191996"/>
              <a:gd name="connsiteY193" fmla="*/ 20637 h 1931671"/>
              <a:gd name="connsiteX194" fmla="*/ 10072419 w 12191996"/>
              <a:gd name="connsiteY194" fmla="*/ 9525 h 1931671"/>
              <a:gd name="connsiteX195" fmla="*/ 10132745 w 12191996"/>
              <a:gd name="connsiteY195" fmla="*/ 3175 h 1931671"/>
              <a:gd name="connsiteX196" fmla="*/ 10201007 w 12191996"/>
              <a:gd name="connsiteY196" fmla="*/ 0 h 1931671"/>
              <a:gd name="connsiteX197" fmla="*/ 10269269 w 12191996"/>
              <a:gd name="connsiteY197" fmla="*/ 3175 h 1931671"/>
              <a:gd name="connsiteX198" fmla="*/ 10329595 w 12191996"/>
              <a:gd name="connsiteY198" fmla="*/ 9525 h 1931671"/>
              <a:gd name="connsiteX199" fmla="*/ 10381981 w 12191996"/>
              <a:gd name="connsiteY199" fmla="*/ 20637 h 1931671"/>
              <a:gd name="connsiteX200" fmla="*/ 10428019 w 12191996"/>
              <a:gd name="connsiteY200" fmla="*/ 36512 h 1931671"/>
              <a:gd name="connsiteX201" fmla="*/ 10469295 w 12191996"/>
              <a:gd name="connsiteY201" fmla="*/ 52387 h 1931671"/>
              <a:gd name="connsiteX202" fmla="*/ 10505807 w 12191996"/>
              <a:gd name="connsiteY202" fmla="*/ 68262 h 1931671"/>
              <a:gd name="connsiteX203" fmla="*/ 10543907 w 12191996"/>
              <a:gd name="connsiteY203" fmla="*/ 87312 h 1931671"/>
              <a:gd name="connsiteX204" fmla="*/ 10582007 w 12191996"/>
              <a:gd name="connsiteY204" fmla="*/ 106362 h 1931671"/>
              <a:gd name="connsiteX205" fmla="*/ 10618519 w 12191996"/>
              <a:gd name="connsiteY205" fmla="*/ 125412 h 1931671"/>
              <a:gd name="connsiteX206" fmla="*/ 10659795 w 12191996"/>
              <a:gd name="connsiteY206" fmla="*/ 141287 h 1931671"/>
              <a:gd name="connsiteX207" fmla="*/ 10705831 w 12191996"/>
              <a:gd name="connsiteY207" fmla="*/ 155575 h 1931671"/>
              <a:gd name="connsiteX208" fmla="*/ 10758219 w 12191996"/>
              <a:gd name="connsiteY208" fmla="*/ 166687 h 1931671"/>
              <a:gd name="connsiteX209" fmla="*/ 10818545 w 12191996"/>
              <a:gd name="connsiteY209" fmla="*/ 174625 h 1931671"/>
              <a:gd name="connsiteX210" fmla="*/ 10886807 w 12191996"/>
              <a:gd name="connsiteY210" fmla="*/ 176212 h 1931671"/>
              <a:gd name="connsiteX211" fmla="*/ 10955069 w 12191996"/>
              <a:gd name="connsiteY211" fmla="*/ 174625 h 1931671"/>
              <a:gd name="connsiteX212" fmla="*/ 11015395 w 12191996"/>
              <a:gd name="connsiteY212" fmla="*/ 166687 h 1931671"/>
              <a:gd name="connsiteX213" fmla="*/ 11067781 w 12191996"/>
              <a:gd name="connsiteY213" fmla="*/ 155575 h 1931671"/>
              <a:gd name="connsiteX214" fmla="*/ 11113819 w 12191996"/>
              <a:gd name="connsiteY214" fmla="*/ 141287 h 1931671"/>
              <a:gd name="connsiteX215" fmla="*/ 11155095 w 12191996"/>
              <a:gd name="connsiteY215" fmla="*/ 125412 h 1931671"/>
              <a:gd name="connsiteX216" fmla="*/ 11191607 w 12191996"/>
              <a:gd name="connsiteY216" fmla="*/ 106362 h 1931671"/>
              <a:gd name="connsiteX217" fmla="*/ 11229707 w 12191996"/>
              <a:gd name="connsiteY217" fmla="*/ 87312 h 1931671"/>
              <a:gd name="connsiteX218" fmla="*/ 11267807 w 12191996"/>
              <a:gd name="connsiteY218" fmla="*/ 68262 h 1931671"/>
              <a:gd name="connsiteX219" fmla="*/ 11304319 w 12191996"/>
              <a:gd name="connsiteY219" fmla="*/ 52387 h 1931671"/>
              <a:gd name="connsiteX220" fmla="*/ 11345595 w 12191996"/>
              <a:gd name="connsiteY220" fmla="*/ 36512 h 1931671"/>
              <a:gd name="connsiteX221" fmla="*/ 11391631 w 12191996"/>
              <a:gd name="connsiteY221" fmla="*/ 20637 h 1931671"/>
              <a:gd name="connsiteX222" fmla="*/ 11444019 w 12191996"/>
              <a:gd name="connsiteY222" fmla="*/ 9525 h 1931671"/>
              <a:gd name="connsiteX223" fmla="*/ 11504345 w 12191996"/>
              <a:gd name="connsiteY223" fmla="*/ 3175 h 1931671"/>
              <a:gd name="connsiteX224" fmla="*/ 11572607 w 12191996"/>
              <a:gd name="connsiteY224" fmla="*/ 0 h 1931671"/>
              <a:gd name="connsiteX225" fmla="*/ 11640869 w 12191996"/>
              <a:gd name="connsiteY225" fmla="*/ 3175 h 1931671"/>
              <a:gd name="connsiteX226" fmla="*/ 11701195 w 12191996"/>
              <a:gd name="connsiteY226" fmla="*/ 9525 h 1931671"/>
              <a:gd name="connsiteX227" fmla="*/ 11753581 w 12191996"/>
              <a:gd name="connsiteY227" fmla="*/ 20637 h 1931671"/>
              <a:gd name="connsiteX228" fmla="*/ 11799619 w 12191996"/>
              <a:gd name="connsiteY228" fmla="*/ 36512 h 1931671"/>
              <a:gd name="connsiteX229" fmla="*/ 11840895 w 12191996"/>
              <a:gd name="connsiteY229" fmla="*/ 52387 h 1931671"/>
              <a:gd name="connsiteX230" fmla="*/ 11877407 w 12191996"/>
              <a:gd name="connsiteY230" fmla="*/ 68262 h 1931671"/>
              <a:gd name="connsiteX231" fmla="*/ 11915507 w 12191996"/>
              <a:gd name="connsiteY231" fmla="*/ 87312 h 1931671"/>
              <a:gd name="connsiteX232" fmla="*/ 11953607 w 12191996"/>
              <a:gd name="connsiteY232" fmla="*/ 106362 h 1931671"/>
              <a:gd name="connsiteX233" fmla="*/ 11990119 w 12191996"/>
              <a:gd name="connsiteY233" fmla="*/ 125412 h 1931671"/>
              <a:gd name="connsiteX234" fmla="*/ 12031395 w 12191996"/>
              <a:gd name="connsiteY234" fmla="*/ 141287 h 1931671"/>
              <a:gd name="connsiteX235" fmla="*/ 12077431 w 12191996"/>
              <a:gd name="connsiteY235" fmla="*/ 155575 h 1931671"/>
              <a:gd name="connsiteX236" fmla="*/ 12129819 w 12191996"/>
              <a:gd name="connsiteY236" fmla="*/ 166688 h 1931671"/>
              <a:gd name="connsiteX237" fmla="*/ 12190145 w 12191996"/>
              <a:gd name="connsiteY237" fmla="*/ 174625 h 1931671"/>
              <a:gd name="connsiteX238" fmla="*/ 12191996 w 12191996"/>
              <a:gd name="connsiteY238" fmla="*/ 174668 h 1931671"/>
              <a:gd name="connsiteX239" fmla="*/ 12191996 w 12191996"/>
              <a:gd name="connsiteY239" fmla="*/ 1931671 h 1931671"/>
              <a:gd name="connsiteX240" fmla="*/ 0 w 12191996"/>
              <a:gd name="connsiteY240" fmla="*/ 1931671 h 1931671"/>
              <a:gd name="connsiteX241" fmla="*/ 0 w 12191996"/>
              <a:gd name="connsiteY241" fmla="*/ 174668 h 1931671"/>
              <a:gd name="connsiteX242" fmla="*/ 1851 w 12191996"/>
              <a:gd name="connsiteY242" fmla="*/ 174625 h 1931671"/>
              <a:gd name="connsiteX243" fmla="*/ 62176 w 12191996"/>
              <a:gd name="connsiteY243" fmla="*/ 166687 h 1931671"/>
              <a:gd name="connsiteX244" fmla="*/ 114563 w 12191996"/>
              <a:gd name="connsiteY244" fmla="*/ 155575 h 1931671"/>
              <a:gd name="connsiteX245" fmla="*/ 160601 w 12191996"/>
              <a:gd name="connsiteY245" fmla="*/ 141287 h 1931671"/>
              <a:gd name="connsiteX246" fmla="*/ 201876 w 12191996"/>
              <a:gd name="connsiteY246" fmla="*/ 125412 h 1931671"/>
              <a:gd name="connsiteX247" fmla="*/ 238388 w 12191996"/>
              <a:gd name="connsiteY247" fmla="*/ 106362 h 1931671"/>
              <a:gd name="connsiteX248" fmla="*/ 276488 w 12191996"/>
              <a:gd name="connsiteY248" fmla="*/ 87312 h 1931671"/>
              <a:gd name="connsiteX249" fmla="*/ 314588 w 12191996"/>
              <a:gd name="connsiteY249" fmla="*/ 68262 h 1931671"/>
              <a:gd name="connsiteX250" fmla="*/ 351101 w 12191996"/>
              <a:gd name="connsiteY250" fmla="*/ 52387 h 1931671"/>
              <a:gd name="connsiteX251" fmla="*/ 392376 w 12191996"/>
              <a:gd name="connsiteY251" fmla="*/ 36512 h 1931671"/>
              <a:gd name="connsiteX252" fmla="*/ 438413 w 12191996"/>
              <a:gd name="connsiteY252" fmla="*/ 20637 h 1931671"/>
              <a:gd name="connsiteX253" fmla="*/ 490801 w 12191996"/>
              <a:gd name="connsiteY253" fmla="*/ 9525 h 1931671"/>
              <a:gd name="connsiteX254" fmla="*/ 551126 w 12191996"/>
              <a:gd name="connsiteY254" fmla="*/ 3175 h 1931671"/>
              <a:gd name="connsiteX255" fmla="*/ 619388 w 12191996"/>
              <a:gd name="connsiteY255" fmla="*/ 0 h 19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1931671">
                <a:moveTo>
                  <a:pt x="619388" y="0"/>
                </a:moveTo>
                <a:lnTo>
                  <a:pt x="687651" y="3175"/>
                </a:lnTo>
                <a:lnTo>
                  <a:pt x="747976" y="9525"/>
                </a:lnTo>
                <a:lnTo>
                  <a:pt x="800363" y="20637"/>
                </a:lnTo>
                <a:lnTo>
                  <a:pt x="846401" y="36512"/>
                </a:lnTo>
                <a:lnTo>
                  <a:pt x="887676" y="52387"/>
                </a:lnTo>
                <a:lnTo>
                  <a:pt x="924188" y="68262"/>
                </a:lnTo>
                <a:lnTo>
                  <a:pt x="962288" y="87312"/>
                </a:lnTo>
                <a:lnTo>
                  <a:pt x="1000388" y="106362"/>
                </a:lnTo>
                <a:lnTo>
                  <a:pt x="1036901" y="125412"/>
                </a:lnTo>
                <a:lnTo>
                  <a:pt x="1078176" y="141287"/>
                </a:lnTo>
                <a:lnTo>
                  <a:pt x="1124213" y="155575"/>
                </a:lnTo>
                <a:lnTo>
                  <a:pt x="1176601" y="166687"/>
                </a:lnTo>
                <a:lnTo>
                  <a:pt x="1236926" y="174625"/>
                </a:lnTo>
                <a:lnTo>
                  <a:pt x="1305188" y="176212"/>
                </a:lnTo>
                <a:lnTo>
                  <a:pt x="1373451" y="174625"/>
                </a:lnTo>
                <a:lnTo>
                  <a:pt x="1433776" y="166687"/>
                </a:lnTo>
                <a:lnTo>
                  <a:pt x="1486163" y="155575"/>
                </a:lnTo>
                <a:lnTo>
                  <a:pt x="1532201" y="141287"/>
                </a:lnTo>
                <a:lnTo>
                  <a:pt x="1573476" y="125412"/>
                </a:lnTo>
                <a:lnTo>
                  <a:pt x="1609988" y="106362"/>
                </a:lnTo>
                <a:lnTo>
                  <a:pt x="1648088" y="87312"/>
                </a:lnTo>
                <a:lnTo>
                  <a:pt x="1686188" y="68262"/>
                </a:lnTo>
                <a:lnTo>
                  <a:pt x="1722701" y="52387"/>
                </a:lnTo>
                <a:lnTo>
                  <a:pt x="1763976" y="36512"/>
                </a:lnTo>
                <a:lnTo>
                  <a:pt x="1810013" y="20637"/>
                </a:lnTo>
                <a:lnTo>
                  <a:pt x="1862401" y="9525"/>
                </a:lnTo>
                <a:lnTo>
                  <a:pt x="1922726" y="3175"/>
                </a:lnTo>
                <a:lnTo>
                  <a:pt x="1990988" y="0"/>
                </a:lnTo>
                <a:lnTo>
                  <a:pt x="2059251" y="3175"/>
                </a:lnTo>
                <a:lnTo>
                  <a:pt x="2119576" y="9525"/>
                </a:lnTo>
                <a:lnTo>
                  <a:pt x="2171963" y="20637"/>
                </a:lnTo>
                <a:lnTo>
                  <a:pt x="2218001" y="36512"/>
                </a:lnTo>
                <a:lnTo>
                  <a:pt x="2259276" y="52387"/>
                </a:lnTo>
                <a:lnTo>
                  <a:pt x="2295788" y="68262"/>
                </a:lnTo>
                <a:lnTo>
                  <a:pt x="2333888" y="87312"/>
                </a:lnTo>
                <a:lnTo>
                  <a:pt x="2371988" y="106362"/>
                </a:lnTo>
                <a:lnTo>
                  <a:pt x="2408501" y="125412"/>
                </a:lnTo>
                <a:lnTo>
                  <a:pt x="2449776" y="141287"/>
                </a:lnTo>
                <a:lnTo>
                  <a:pt x="2495813" y="155575"/>
                </a:lnTo>
                <a:lnTo>
                  <a:pt x="2548201" y="166687"/>
                </a:lnTo>
                <a:lnTo>
                  <a:pt x="2608526" y="174625"/>
                </a:lnTo>
                <a:lnTo>
                  <a:pt x="2676788" y="176212"/>
                </a:lnTo>
                <a:lnTo>
                  <a:pt x="2745051" y="174625"/>
                </a:lnTo>
                <a:lnTo>
                  <a:pt x="2805376" y="166687"/>
                </a:lnTo>
                <a:lnTo>
                  <a:pt x="2857763" y="155575"/>
                </a:lnTo>
                <a:lnTo>
                  <a:pt x="2903801" y="141287"/>
                </a:lnTo>
                <a:lnTo>
                  <a:pt x="2945076" y="125412"/>
                </a:lnTo>
                <a:lnTo>
                  <a:pt x="2981588" y="106362"/>
                </a:lnTo>
                <a:lnTo>
                  <a:pt x="3019688" y="87312"/>
                </a:lnTo>
                <a:lnTo>
                  <a:pt x="3057788" y="68262"/>
                </a:lnTo>
                <a:lnTo>
                  <a:pt x="3094301" y="52387"/>
                </a:lnTo>
                <a:lnTo>
                  <a:pt x="3135576" y="36512"/>
                </a:lnTo>
                <a:lnTo>
                  <a:pt x="3181613" y="20637"/>
                </a:lnTo>
                <a:lnTo>
                  <a:pt x="3234001" y="9525"/>
                </a:lnTo>
                <a:lnTo>
                  <a:pt x="3294326" y="3175"/>
                </a:lnTo>
                <a:lnTo>
                  <a:pt x="3361001" y="0"/>
                </a:lnTo>
                <a:lnTo>
                  <a:pt x="3430851" y="3175"/>
                </a:lnTo>
                <a:lnTo>
                  <a:pt x="3491176" y="9525"/>
                </a:lnTo>
                <a:lnTo>
                  <a:pt x="3543563" y="20637"/>
                </a:lnTo>
                <a:lnTo>
                  <a:pt x="3589601" y="36512"/>
                </a:lnTo>
                <a:lnTo>
                  <a:pt x="3630876" y="52387"/>
                </a:lnTo>
                <a:lnTo>
                  <a:pt x="3667388" y="68262"/>
                </a:lnTo>
                <a:lnTo>
                  <a:pt x="3705488" y="87312"/>
                </a:lnTo>
                <a:lnTo>
                  <a:pt x="3743588" y="106362"/>
                </a:lnTo>
                <a:lnTo>
                  <a:pt x="3780101" y="125412"/>
                </a:lnTo>
                <a:lnTo>
                  <a:pt x="3821376" y="141287"/>
                </a:lnTo>
                <a:lnTo>
                  <a:pt x="3867413" y="155575"/>
                </a:lnTo>
                <a:lnTo>
                  <a:pt x="3919801" y="166687"/>
                </a:lnTo>
                <a:lnTo>
                  <a:pt x="3980126" y="174625"/>
                </a:lnTo>
                <a:lnTo>
                  <a:pt x="4048388" y="176212"/>
                </a:lnTo>
                <a:lnTo>
                  <a:pt x="4116651" y="174625"/>
                </a:lnTo>
                <a:lnTo>
                  <a:pt x="4176976" y="166687"/>
                </a:lnTo>
                <a:lnTo>
                  <a:pt x="4229363" y="155575"/>
                </a:lnTo>
                <a:lnTo>
                  <a:pt x="4275401" y="141287"/>
                </a:lnTo>
                <a:lnTo>
                  <a:pt x="4316676" y="125412"/>
                </a:lnTo>
                <a:lnTo>
                  <a:pt x="4353188" y="106362"/>
                </a:lnTo>
                <a:lnTo>
                  <a:pt x="4429388" y="68262"/>
                </a:lnTo>
                <a:lnTo>
                  <a:pt x="4465901" y="52387"/>
                </a:lnTo>
                <a:lnTo>
                  <a:pt x="4507176" y="36512"/>
                </a:lnTo>
                <a:lnTo>
                  <a:pt x="4553214" y="20637"/>
                </a:lnTo>
                <a:lnTo>
                  <a:pt x="4605601" y="9525"/>
                </a:lnTo>
                <a:lnTo>
                  <a:pt x="4665927" y="3175"/>
                </a:lnTo>
                <a:lnTo>
                  <a:pt x="4734188" y="0"/>
                </a:lnTo>
                <a:lnTo>
                  <a:pt x="4802452" y="3175"/>
                </a:lnTo>
                <a:lnTo>
                  <a:pt x="4862776" y="9525"/>
                </a:lnTo>
                <a:lnTo>
                  <a:pt x="4915164" y="20637"/>
                </a:lnTo>
                <a:lnTo>
                  <a:pt x="4961200" y="36512"/>
                </a:lnTo>
                <a:lnTo>
                  <a:pt x="5002476" y="52387"/>
                </a:lnTo>
                <a:lnTo>
                  <a:pt x="5038988" y="68262"/>
                </a:lnTo>
                <a:lnTo>
                  <a:pt x="5077089" y="87312"/>
                </a:lnTo>
                <a:lnTo>
                  <a:pt x="5115188" y="106362"/>
                </a:lnTo>
                <a:lnTo>
                  <a:pt x="5151700" y="125412"/>
                </a:lnTo>
                <a:lnTo>
                  <a:pt x="5192976" y="141287"/>
                </a:lnTo>
                <a:lnTo>
                  <a:pt x="5239013" y="155575"/>
                </a:lnTo>
                <a:lnTo>
                  <a:pt x="5291400" y="166687"/>
                </a:lnTo>
                <a:lnTo>
                  <a:pt x="5351726" y="174625"/>
                </a:lnTo>
                <a:lnTo>
                  <a:pt x="5410198" y="175985"/>
                </a:lnTo>
                <a:lnTo>
                  <a:pt x="5468670" y="174625"/>
                </a:lnTo>
                <a:lnTo>
                  <a:pt x="5528995" y="166687"/>
                </a:lnTo>
                <a:lnTo>
                  <a:pt x="5581382" y="155575"/>
                </a:lnTo>
                <a:lnTo>
                  <a:pt x="5627420" y="141287"/>
                </a:lnTo>
                <a:lnTo>
                  <a:pt x="5668695" y="125412"/>
                </a:lnTo>
                <a:lnTo>
                  <a:pt x="5705208" y="106362"/>
                </a:lnTo>
                <a:lnTo>
                  <a:pt x="5743307" y="87312"/>
                </a:lnTo>
                <a:lnTo>
                  <a:pt x="5781407" y="68262"/>
                </a:lnTo>
                <a:lnTo>
                  <a:pt x="5817920" y="52387"/>
                </a:lnTo>
                <a:lnTo>
                  <a:pt x="5859195" y="36512"/>
                </a:lnTo>
                <a:lnTo>
                  <a:pt x="5905233" y="20637"/>
                </a:lnTo>
                <a:lnTo>
                  <a:pt x="5957620" y="9525"/>
                </a:lnTo>
                <a:lnTo>
                  <a:pt x="6017946" y="3175"/>
                </a:lnTo>
                <a:lnTo>
                  <a:pt x="6086208" y="0"/>
                </a:lnTo>
                <a:lnTo>
                  <a:pt x="6095998" y="455"/>
                </a:lnTo>
                <a:lnTo>
                  <a:pt x="6105788" y="0"/>
                </a:lnTo>
                <a:lnTo>
                  <a:pt x="6174051" y="3175"/>
                </a:lnTo>
                <a:lnTo>
                  <a:pt x="6234376" y="9525"/>
                </a:lnTo>
                <a:lnTo>
                  <a:pt x="6286763" y="20637"/>
                </a:lnTo>
                <a:lnTo>
                  <a:pt x="6332801" y="36512"/>
                </a:lnTo>
                <a:lnTo>
                  <a:pt x="6374076" y="52387"/>
                </a:lnTo>
                <a:lnTo>
                  <a:pt x="6410588" y="68262"/>
                </a:lnTo>
                <a:lnTo>
                  <a:pt x="6448688" y="87312"/>
                </a:lnTo>
                <a:lnTo>
                  <a:pt x="6486788" y="106362"/>
                </a:lnTo>
                <a:lnTo>
                  <a:pt x="6523301" y="125412"/>
                </a:lnTo>
                <a:lnTo>
                  <a:pt x="6564576" y="141287"/>
                </a:lnTo>
                <a:lnTo>
                  <a:pt x="6610613" y="155575"/>
                </a:lnTo>
                <a:lnTo>
                  <a:pt x="6663001" y="166687"/>
                </a:lnTo>
                <a:lnTo>
                  <a:pt x="6723326" y="174625"/>
                </a:lnTo>
                <a:lnTo>
                  <a:pt x="6781798" y="175985"/>
                </a:lnTo>
                <a:lnTo>
                  <a:pt x="6840270" y="174625"/>
                </a:lnTo>
                <a:lnTo>
                  <a:pt x="6900595" y="166687"/>
                </a:lnTo>
                <a:lnTo>
                  <a:pt x="6952982" y="155575"/>
                </a:lnTo>
                <a:lnTo>
                  <a:pt x="6999020" y="141287"/>
                </a:lnTo>
                <a:lnTo>
                  <a:pt x="7040295" y="125412"/>
                </a:lnTo>
                <a:lnTo>
                  <a:pt x="7076807" y="106362"/>
                </a:lnTo>
                <a:lnTo>
                  <a:pt x="7114907" y="87312"/>
                </a:lnTo>
                <a:lnTo>
                  <a:pt x="7153007" y="68262"/>
                </a:lnTo>
                <a:lnTo>
                  <a:pt x="7189520" y="52387"/>
                </a:lnTo>
                <a:lnTo>
                  <a:pt x="7230795" y="36512"/>
                </a:lnTo>
                <a:lnTo>
                  <a:pt x="7276832" y="20637"/>
                </a:lnTo>
                <a:lnTo>
                  <a:pt x="7329220" y="9525"/>
                </a:lnTo>
                <a:lnTo>
                  <a:pt x="7389545" y="3175"/>
                </a:lnTo>
                <a:lnTo>
                  <a:pt x="7457807" y="0"/>
                </a:lnTo>
                <a:lnTo>
                  <a:pt x="7526070" y="3175"/>
                </a:lnTo>
                <a:lnTo>
                  <a:pt x="7586395" y="9525"/>
                </a:lnTo>
                <a:lnTo>
                  <a:pt x="7638782" y="20637"/>
                </a:lnTo>
                <a:lnTo>
                  <a:pt x="7684820" y="36512"/>
                </a:lnTo>
                <a:lnTo>
                  <a:pt x="7726095" y="52387"/>
                </a:lnTo>
                <a:lnTo>
                  <a:pt x="7762607" y="68262"/>
                </a:lnTo>
                <a:lnTo>
                  <a:pt x="7800707" y="87312"/>
                </a:lnTo>
                <a:lnTo>
                  <a:pt x="7838807" y="106362"/>
                </a:lnTo>
                <a:lnTo>
                  <a:pt x="7875320" y="125412"/>
                </a:lnTo>
                <a:lnTo>
                  <a:pt x="7916595" y="141287"/>
                </a:lnTo>
                <a:lnTo>
                  <a:pt x="7962632" y="155575"/>
                </a:lnTo>
                <a:lnTo>
                  <a:pt x="8015020" y="166687"/>
                </a:lnTo>
                <a:lnTo>
                  <a:pt x="8075345" y="174625"/>
                </a:lnTo>
                <a:lnTo>
                  <a:pt x="8143607" y="176212"/>
                </a:lnTo>
                <a:lnTo>
                  <a:pt x="8211870" y="174625"/>
                </a:lnTo>
                <a:lnTo>
                  <a:pt x="8272195" y="166687"/>
                </a:lnTo>
                <a:lnTo>
                  <a:pt x="8324582" y="155575"/>
                </a:lnTo>
                <a:lnTo>
                  <a:pt x="8370620" y="141287"/>
                </a:lnTo>
                <a:lnTo>
                  <a:pt x="8411895" y="125412"/>
                </a:lnTo>
                <a:lnTo>
                  <a:pt x="8448407" y="106362"/>
                </a:lnTo>
                <a:lnTo>
                  <a:pt x="8486507" y="87312"/>
                </a:lnTo>
                <a:lnTo>
                  <a:pt x="8524607" y="68262"/>
                </a:lnTo>
                <a:lnTo>
                  <a:pt x="8561119" y="52387"/>
                </a:lnTo>
                <a:lnTo>
                  <a:pt x="8602395" y="36512"/>
                </a:lnTo>
                <a:lnTo>
                  <a:pt x="8648431" y="20637"/>
                </a:lnTo>
                <a:lnTo>
                  <a:pt x="8700819" y="9525"/>
                </a:lnTo>
                <a:lnTo>
                  <a:pt x="8761145" y="3175"/>
                </a:lnTo>
                <a:lnTo>
                  <a:pt x="8827819" y="0"/>
                </a:lnTo>
                <a:lnTo>
                  <a:pt x="8897669" y="3175"/>
                </a:lnTo>
                <a:lnTo>
                  <a:pt x="8957995" y="9525"/>
                </a:lnTo>
                <a:lnTo>
                  <a:pt x="9010381" y="20637"/>
                </a:lnTo>
                <a:lnTo>
                  <a:pt x="9056419" y="36512"/>
                </a:lnTo>
                <a:lnTo>
                  <a:pt x="9097695" y="52387"/>
                </a:lnTo>
                <a:lnTo>
                  <a:pt x="9134207" y="68262"/>
                </a:lnTo>
                <a:lnTo>
                  <a:pt x="9172307" y="87312"/>
                </a:lnTo>
                <a:lnTo>
                  <a:pt x="9210407" y="106362"/>
                </a:lnTo>
                <a:lnTo>
                  <a:pt x="9246919" y="125412"/>
                </a:lnTo>
                <a:lnTo>
                  <a:pt x="9288195" y="141287"/>
                </a:lnTo>
                <a:lnTo>
                  <a:pt x="9334231" y="155575"/>
                </a:lnTo>
                <a:lnTo>
                  <a:pt x="9386619" y="166687"/>
                </a:lnTo>
                <a:lnTo>
                  <a:pt x="9446945" y="174625"/>
                </a:lnTo>
                <a:lnTo>
                  <a:pt x="9515207" y="176212"/>
                </a:lnTo>
                <a:lnTo>
                  <a:pt x="9583469" y="174625"/>
                </a:lnTo>
                <a:lnTo>
                  <a:pt x="9643795" y="166687"/>
                </a:lnTo>
                <a:lnTo>
                  <a:pt x="9696181" y="155575"/>
                </a:lnTo>
                <a:lnTo>
                  <a:pt x="9742219" y="141287"/>
                </a:lnTo>
                <a:lnTo>
                  <a:pt x="9783495" y="125412"/>
                </a:lnTo>
                <a:lnTo>
                  <a:pt x="9820007" y="106362"/>
                </a:lnTo>
                <a:lnTo>
                  <a:pt x="9896207" y="68262"/>
                </a:lnTo>
                <a:lnTo>
                  <a:pt x="9932719" y="52387"/>
                </a:lnTo>
                <a:lnTo>
                  <a:pt x="9973995" y="36512"/>
                </a:lnTo>
                <a:lnTo>
                  <a:pt x="10020031" y="20637"/>
                </a:lnTo>
                <a:lnTo>
                  <a:pt x="10072419" y="9525"/>
                </a:lnTo>
                <a:lnTo>
                  <a:pt x="10132745" y="3175"/>
                </a:lnTo>
                <a:lnTo>
                  <a:pt x="10201007" y="0"/>
                </a:lnTo>
                <a:lnTo>
                  <a:pt x="10269269" y="3175"/>
                </a:lnTo>
                <a:lnTo>
                  <a:pt x="10329595" y="9525"/>
                </a:lnTo>
                <a:lnTo>
                  <a:pt x="10381981" y="20637"/>
                </a:lnTo>
                <a:lnTo>
                  <a:pt x="10428019" y="36512"/>
                </a:lnTo>
                <a:lnTo>
                  <a:pt x="10469295" y="52387"/>
                </a:lnTo>
                <a:lnTo>
                  <a:pt x="10505807" y="68262"/>
                </a:lnTo>
                <a:lnTo>
                  <a:pt x="10543907" y="87312"/>
                </a:lnTo>
                <a:lnTo>
                  <a:pt x="10582007" y="106362"/>
                </a:lnTo>
                <a:lnTo>
                  <a:pt x="10618519" y="125412"/>
                </a:lnTo>
                <a:lnTo>
                  <a:pt x="10659795" y="141287"/>
                </a:lnTo>
                <a:lnTo>
                  <a:pt x="10705831" y="155575"/>
                </a:lnTo>
                <a:lnTo>
                  <a:pt x="10758219" y="166687"/>
                </a:lnTo>
                <a:lnTo>
                  <a:pt x="10818545" y="174625"/>
                </a:lnTo>
                <a:lnTo>
                  <a:pt x="10886807" y="176212"/>
                </a:lnTo>
                <a:lnTo>
                  <a:pt x="10955069" y="174625"/>
                </a:lnTo>
                <a:lnTo>
                  <a:pt x="11015395" y="166687"/>
                </a:lnTo>
                <a:lnTo>
                  <a:pt x="11067781" y="155575"/>
                </a:lnTo>
                <a:lnTo>
                  <a:pt x="11113819" y="141287"/>
                </a:lnTo>
                <a:lnTo>
                  <a:pt x="11155095" y="125412"/>
                </a:lnTo>
                <a:lnTo>
                  <a:pt x="11191607" y="106362"/>
                </a:lnTo>
                <a:lnTo>
                  <a:pt x="11229707" y="87312"/>
                </a:lnTo>
                <a:lnTo>
                  <a:pt x="11267807" y="68262"/>
                </a:lnTo>
                <a:lnTo>
                  <a:pt x="11304319" y="52387"/>
                </a:lnTo>
                <a:lnTo>
                  <a:pt x="11345595" y="36512"/>
                </a:lnTo>
                <a:lnTo>
                  <a:pt x="11391631" y="20637"/>
                </a:lnTo>
                <a:lnTo>
                  <a:pt x="11444019" y="9525"/>
                </a:lnTo>
                <a:lnTo>
                  <a:pt x="11504345" y="3175"/>
                </a:lnTo>
                <a:lnTo>
                  <a:pt x="11572607" y="0"/>
                </a:lnTo>
                <a:lnTo>
                  <a:pt x="11640869" y="3175"/>
                </a:lnTo>
                <a:lnTo>
                  <a:pt x="11701195" y="9525"/>
                </a:lnTo>
                <a:lnTo>
                  <a:pt x="11753581" y="20637"/>
                </a:lnTo>
                <a:lnTo>
                  <a:pt x="11799619" y="36512"/>
                </a:lnTo>
                <a:lnTo>
                  <a:pt x="11840895" y="52387"/>
                </a:lnTo>
                <a:lnTo>
                  <a:pt x="11877407" y="68262"/>
                </a:lnTo>
                <a:lnTo>
                  <a:pt x="11915507" y="87312"/>
                </a:lnTo>
                <a:lnTo>
                  <a:pt x="11953607" y="106362"/>
                </a:lnTo>
                <a:lnTo>
                  <a:pt x="11990119" y="125412"/>
                </a:lnTo>
                <a:lnTo>
                  <a:pt x="12031395" y="141287"/>
                </a:lnTo>
                <a:lnTo>
                  <a:pt x="12077431" y="155575"/>
                </a:lnTo>
                <a:lnTo>
                  <a:pt x="12129819" y="166688"/>
                </a:lnTo>
                <a:lnTo>
                  <a:pt x="12190145" y="174625"/>
                </a:lnTo>
                <a:lnTo>
                  <a:pt x="12191996" y="174668"/>
                </a:lnTo>
                <a:lnTo>
                  <a:pt x="12191996" y="1931671"/>
                </a:lnTo>
                <a:lnTo>
                  <a:pt x="0" y="1931671"/>
                </a:lnTo>
                <a:lnTo>
                  <a:pt x="0" y="174668"/>
                </a:lnTo>
                <a:lnTo>
                  <a:pt x="1851" y="174625"/>
                </a:lnTo>
                <a:lnTo>
                  <a:pt x="62176" y="166687"/>
                </a:lnTo>
                <a:lnTo>
                  <a:pt x="114563" y="155575"/>
                </a:lnTo>
                <a:lnTo>
                  <a:pt x="160601" y="141287"/>
                </a:lnTo>
                <a:lnTo>
                  <a:pt x="201876" y="125412"/>
                </a:lnTo>
                <a:lnTo>
                  <a:pt x="238388" y="106362"/>
                </a:lnTo>
                <a:lnTo>
                  <a:pt x="276488" y="87312"/>
                </a:lnTo>
                <a:lnTo>
                  <a:pt x="314588" y="68262"/>
                </a:lnTo>
                <a:lnTo>
                  <a:pt x="351101" y="52387"/>
                </a:lnTo>
                <a:lnTo>
                  <a:pt x="392376" y="36512"/>
                </a:lnTo>
                <a:lnTo>
                  <a:pt x="438413" y="20637"/>
                </a:lnTo>
                <a:lnTo>
                  <a:pt x="490801" y="9525"/>
                </a:lnTo>
                <a:lnTo>
                  <a:pt x="551126" y="3175"/>
                </a:lnTo>
                <a:lnTo>
                  <a:pt x="619388" y="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9957036-C837-4C4C-BBF0-4A0EC52A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5102540"/>
          </a:xfrm>
          <a:custGeom>
            <a:avLst/>
            <a:gdLst>
              <a:gd name="connsiteX0" fmla="*/ 0 w 12191996"/>
              <a:gd name="connsiteY0" fmla="*/ 0 h 5102540"/>
              <a:gd name="connsiteX1" fmla="*/ 12191996 w 12191996"/>
              <a:gd name="connsiteY1" fmla="*/ 0 h 5102540"/>
              <a:gd name="connsiteX2" fmla="*/ 12191996 w 12191996"/>
              <a:gd name="connsiteY2" fmla="*/ 5100996 h 5102540"/>
              <a:gd name="connsiteX3" fmla="*/ 12190145 w 12191996"/>
              <a:gd name="connsiteY3" fmla="*/ 5100953 h 5102540"/>
              <a:gd name="connsiteX4" fmla="*/ 12129819 w 12191996"/>
              <a:gd name="connsiteY4" fmla="*/ 5093016 h 5102540"/>
              <a:gd name="connsiteX5" fmla="*/ 12077431 w 12191996"/>
              <a:gd name="connsiteY5" fmla="*/ 5081903 h 5102540"/>
              <a:gd name="connsiteX6" fmla="*/ 12031395 w 12191996"/>
              <a:gd name="connsiteY6" fmla="*/ 5067615 h 5102540"/>
              <a:gd name="connsiteX7" fmla="*/ 11990119 w 12191996"/>
              <a:gd name="connsiteY7" fmla="*/ 5051740 h 5102540"/>
              <a:gd name="connsiteX8" fmla="*/ 11953607 w 12191996"/>
              <a:gd name="connsiteY8" fmla="*/ 5032690 h 5102540"/>
              <a:gd name="connsiteX9" fmla="*/ 11915507 w 12191996"/>
              <a:gd name="connsiteY9" fmla="*/ 5013640 h 5102540"/>
              <a:gd name="connsiteX10" fmla="*/ 11877407 w 12191996"/>
              <a:gd name="connsiteY10" fmla="*/ 4994590 h 5102540"/>
              <a:gd name="connsiteX11" fmla="*/ 11840895 w 12191996"/>
              <a:gd name="connsiteY11" fmla="*/ 4978715 h 5102540"/>
              <a:gd name="connsiteX12" fmla="*/ 11799619 w 12191996"/>
              <a:gd name="connsiteY12" fmla="*/ 4962840 h 5102540"/>
              <a:gd name="connsiteX13" fmla="*/ 11753581 w 12191996"/>
              <a:gd name="connsiteY13" fmla="*/ 4946965 h 5102540"/>
              <a:gd name="connsiteX14" fmla="*/ 11701195 w 12191996"/>
              <a:gd name="connsiteY14" fmla="*/ 4935853 h 5102540"/>
              <a:gd name="connsiteX15" fmla="*/ 11640869 w 12191996"/>
              <a:gd name="connsiteY15" fmla="*/ 4929503 h 5102540"/>
              <a:gd name="connsiteX16" fmla="*/ 11572607 w 12191996"/>
              <a:gd name="connsiteY16" fmla="*/ 4926328 h 5102540"/>
              <a:gd name="connsiteX17" fmla="*/ 11504345 w 12191996"/>
              <a:gd name="connsiteY17" fmla="*/ 4929503 h 5102540"/>
              <a:gd name="connsiteX18" fmla="*/ 11444019 w 12191996"/>
              <a:gd name="connsiteY18" fmla="*/ 4935853 h 5102540"/>
              <a:gd name="connsiteX19" fmla="*/ 11391631 w 12191996"/>
              <a:gd name="connsiteY19" fmla="*/ 4946965 h 5102540"/>
              <a:gd name="connsiteX20" fmla="*/ 11345595 w 12191996"/>
              <a:gd name="connsiteY20" fmla="*/ 4962840 h 5102540"/>
              <a:gd name="connsiteX21" fmla="*/ 11304319 w 12191996"/>
              <a:gd name="connsiteY21" fmla="*/ 4978715 h 5102540"/>
              <a:gd name="connsiteX22" fmla="*/ 11267807 w 12191996"/>
              <a:gd name="connsiteY22" fmla="*/ 4994590 h 5102540"/>
              <a:gd name="connsiteX23" fmla="*/ 11229707 w 12191996"/>
              <a:gd name="connsiteY23" fmla="*/ 5013640 h 5102540"/>
              <a:gd name="connsiteX24" fmla="*/ 11191607 w 12191996"/>
              <a:gd name="connsiteY24" fmla="*/ 5032690 h 5102540"/>
              <a:gd name="connsiteX25" fmla="*/ 11155095 w 12191996"/>
              <a:gd name="connsiteY25" fmla="*/ 5051740 h 5102540"/>
              <a:gd name="connsiteX26" fmla="*/ 11113819 w 12191996"/>
              <a:gd name="connsiteY26" fmla="*/ 5067615 h 5102540"/>
              <a:gd name="connsiteX27" fmla="*/ 11067781 w 12191996"/>
              <a:gd name="connsiteY27" fmla="*/ 5081903 h 5102540"/>
              <a:gd name="connsiteX28" fmla="*/ 11015395 w 12191996"/>
              <a:gd name="connsiteY28" fmla="*/ 5093015 h 5102540"/>
              <a:gd name="connsiteX29" fmla="*/ 10955069 w 12191996"/>
              <a:gd name="connsiteY29" fmla="*/ 5100953 h 5102540"/>
              <a:gd name="connsiteX30" fmla="*/ 10886807 w 12191996"/>
              <a:gd name="connsiteY30" fmla="*/ 5102540 h 5102540"/>
              <a:gd name="connsiteX31" fmla="*/ 10818545 w 12191996"/>
              <a:gd name="connsiteY31" fmla="*/ 5100953 h 5102540"/>
              <a:gd name="connsiteX32" fmla="*/ 10758219 w 12191996"/>
              <a:gd name="connsiteY32" fmla="*/ 5093015 h 5102540"/>
              <a:gd name="connsiteX33" fmla="*/ 10705831 w 12191996"/>
              <a:gd name="connsiteY33" fmla="*/ 5081903 h 5102540"/>
              <a:gd name="connsiteX34" fmla="*/ 10659795 w 12191996"/>
              <a:gd name="connsiteY34" fmla="*/ 5067615 h 5102540"/>
              <a:gd name="connsiteX35" fmla="*/ 10618519 w 12191996"/>
              <a:gd name="connsiteY35" fmla="*/ 5051740 h 5102540"/>
              <a:gd name="connsiteX36" fmla="*/ 10582007 w 12191996"/>
              <a:gd name="connsiteY36" fmla="*/ 5032690 h 5102540"/>
              <a:gd name="connsiteX37" fmla="*/ 10543907 w 12191996"/>
              <a:gd name="connsiteY37" fmla="*/ 5013640 h 5102540"/>
              <a:gd name="connsiteX38" fmla="*/ 10505807 w 12191996"/>
              <a:gd name="connsiteY38" fmla="*/ 4994590 h 5102540"/>
              <a:gd name="connsiteX39" fmla="*/ 10469295 w 12191996"/>
              <a:gd name="connsiteY39" fmla="*/ 4978715 h 5102540"/>
              <a:gd name="connsiteX40" fmla="*/ 10428019 w 12191996"/>
              <a:gd name="connsiteY40" fmla="*/ 4962840 h 5102540"/>
              <a:gd name="connsiteX41" fmla="*/ 10381981 w 12191996"/>
              <a:gd name="connsiteY41" fmla="*/ 4946965 h 5102540"/>
              <a:gd name="connsiteX42" fmla="*/ 10329595 w 12191996"/>
              <a:gd name="connsiteY42" fmla="*/ 4935853 h 5102540"/>
              <a:gd name="connsiteX43" fmla="*/ 10269269 w 12191996"/>
              <a:gd name="connsiteY43" fmla="*/ 4929503 h 5102540"/>
              <a:gd name="connsiteX44" fmla="*/ 10201007 w 12191996"/>
              <a:gd name="connsiteY44" fmla="*/ 4926328 h 5102540"/>
              <a:gd name="connsiteX45" fmla="*/ 10132745 w 12191996"/>
              <a:gd name="connsiteY45" fmla="*/ 4929503 h 5102540"/>
              <a:gd name="connsiteX46" fmla="*/ 10072419 w 12191996"/>
              <a:gd name="connsiteY46" fmla="*/ 4935853 h 5102540"/>
              <a:gd name="connsiteX47" fmla="*/ 10020031 w 12191996"/>
              <a:gd name="connsiteY47" fmla="*/ 4946965 h 5102540"/>
              <a:gd name="connsiteX48" fmla="*/ 9973995 w 12191996"/>
              <a:gd name="connsiteY48" fmla="*/ 4962840 h 5102540"/>
              <a:gd name="connsiteX49" fmla="*/ 9932719 w 12191996"/>
              <a:gd name="connsiteY49" fmla="*/ 4978715 h 5102540"/>
              <a:gd name="connsiteX50" fmla="*/ 9896207 w 12191996"/>
              <a:gd name="connsiteY50" fmla="*/ 4994590 h 5102540"/>
              <a:gd name="connsiteX51" fmla="*/ 9820007 w 12191996"/>
              <a:gd name="connsiteY51" fmla="*/ 5032690 h 5102540"/>
              <a:gd name="connsiteX52" fmla="*/ 9783495 w 12191996"/>
              <a:gd name="connsiteY52" fmla="*/ 5051740 h 5102540"/>
              <a:gd name="connsiteX53" fmla="*/ 9742219 w 12191996"/>
              <a:gd name="connsiteY53" fmla="*/ 5067615 h 5102540"/>
              <a:gd name="connsiteX54" fmla="*/ 9696181 w 12191996"/>
              <a:gd name="connsiteY54" fmla="*/ 5081903 h 5102540"/>
              <a:gd name="connsiteX55" fmla="*/ 9643795 w 12191996"/>
              <a:gd name="connsiteY55" fmla="*/ 5093015 h 5102540"/>
              <a:gd name="connsiteX56" fmla="*/ 9583469 w 12191996"/>
              <a:gd name="connsiteY56" fmla="*/ 5100953 h 5102540"/>
              <a:gd name="connsiteX57" fmla="*/ 9515207 w 12191996"/>
              <a:gd name="connsiteY57" fmla="*/ 5102540 h 5102540"/>
              <a:gd name="connsiteX58" fmla="*/ 9446945 w 12191996"/>
              <a:gd name="connsiteY58" fmla="*/ 5100953 h 5102540"/>
              <a:gd name="connsiteX59" fmla="*/ 9386619 w 12191996"/>
              <a:gd name="connsiteY59" fmla="*/ 5093015 h 5102540"/>
              <a:gd name="connsiteX60" fmla="*/ 9334231 w 12191996"/>
              <a:gd name="connsiteY60" fmla="*/ 5081903 h 5102540"/>
              <a:gd name="connsiteX61" fmla="*/ 9288195 w 12191996"/>
              <a:gd name="connsiteY61" fmla="*/ 5067615 h 5102540"/>
              <a:gd name="connsiteX62" fmla="*/ 9246919 w 12191996"/>
              <a:gd name="connsiteY62" fmla="*/ 5051740 h 5102540"/>
              <a:gd name="connsiteX63" fmla="*/ 9210407 w 12191996"/>
              <a:gd name="connsiteY63" fmla="*/ 5032690 h 5102540"/>
              <a:gd name="connsiteX64" fmla="*/ 9172307 w 12191996"/>
              <a:gd name="connsiteY64" fmla="*/ 5013640 h 5102540"/>
              <a:gd name="connsiteX65" fmla="*/ 9134207 w 12191996"/>
              <a:gd name="connsiteY65" fmla="*/ 4994590 h 5102540"/>
              <a:gd name="connsiteX66" fmla="*/ 9097695 w 12191996"/>
              <a:gd name="connsiteY66" fmla="*/ 4978715 h 5102540"/>
              <a:gd name="connsiteX67" fmla="*/ 9056419 w 12191996"/>
              <a:gd name="connsiteY67" fmla="*/ 4962840 h 5102540"/>
              <a:gd name="connsiteX68" fmla="*/ 9010381 w 12191996"/>
              <a:gd name="connsiteY68" fmla="*/ 4946965 h 5102540"/>
              <a:gd name="connsiteX69" fmla="*/ 8957995 w 12191996"/>
              <a:gd name="connsiteY69" fmla="*/ 4935853 h 5102540"/>
              <a:gd name="connsiteX70" fmla="*/ 8897669 w 12191996"/>
              <a:gd name="connsiteY70" fmla="*/ 4929503 h 5102540"/>
              <a:gd name="connsiteX71" fmla="*/ 8827819 w 12191996"/>
              <a:gd name="connsiteY71" fmla="*/ 4926328 h 5102540"/>
              <a:gd name="connsiteX72" fmla="*/ 8761145 w 12191996"/>
              <a:gd name="connsiteY72" fmla="*/ 4929503 h 5102540"/>
              <a:gd name="connsiteX73" fmla="*/ 8700819 w 12191996"/>
              <a:gd name="connsiteY73" fmla="*/ 4935853 h 5102540"/>
              <a:gd name="connsiteX74" fmla="*/ 8648431 w 12191996"/>
              <a:gd name="connsiteY74" fmla="*/ 4946965 h 5102540"/>
              <a:gd name="connsiteX75" fmla="*/ 8602395 w 12191996"/>
              <a:gd name="connsiteY75" fmla="*/ 4962840 h 5102540"/>
              <a:gd name="connsiteX76" fmla="*/ 8561119 w 12191996"/>
              <a:gd name="connsiteY76" fmla="*/ 4978715 h 5102540"/>
              <a:gd name="connsiteX77" fmla="*/ 8524607 w 12191996"/>
              <a:gd name="connsiteY77" fmla="*/ 4994590 h 5102540"/>
              <a:gd name="connsiteX78" fmla="*/ 8486507 w 12191996"/>
              <a:gd name="connsiteY78" fmla="*/ 5013640 h 5102540"/>
              <a:gd name="connsiteX79" fmla="*/ 8448407 w 12191996"/>
              <a:gd name="connsiteY79" fmla="*/ 5032690 h 5102540"/>
              <a:gd name="connsiteX80" fmla="*/ 8411895 w 12191996"/>
              <a:gd name="connsiteY80" fmla="*/ 5051740 h 5102540"/>
              <a:gd name="connsiteX81" fmla="*/ 8370620 w 12191996"/>
              <a:gd name="connsiteY81" fmla="*/ 5067615 h 5102540"/>
              <a:gd name="connsiteX82" fmla="*/ 8324582 w 12191996"/>
              <a:gd name="connsiteY82" fmla="*/ 5081903 h 5102540"/>
              <a:gd name="connsiteX83" fmla="*/ 8272195 w 12191996"/>
              <a:gd name="connsiteY83" fmla="*/ 5093015 h 5102540"/>
              <a:gd name="connsiteX84" fmla="*/ 8211870 w 12191996"/>
              <a:gd name="connsiteY84" fmla="*/ 5100953 h 5102540"/>
              <a:gd name="connsiteX85" fmla="*/ 8143607 w 12191996"/>
              <a:gd name="connsiteY85" fmla="*/ 5102540 h 5102540"/>
              <a:gd name="connsiteX86" fmla="*/ 8075345 w 12191996"/>
              <a:gd name="connsiteY86" fmla="*/ 5100953 h 5102540"/>
              <a:gd name="connsiteX87" fmla="*/ 8015020 w 12191996"/>
              <a:gd name="connsiteY87" fmla="*/ 5093015 h 5102540"/>
              <a:gd name="connsiteX88" fmla="*/ 7962632 w 12191996"/>
              <a:gd name="connsiteY88" fmla="*/ 5081903 h 5102540"/>
              <a:gd name="connsiteX89" fmla="*/ 7916595 w 12191996"/>
              <a:gd name="connsiteY89" fmla="*/ 5067615 h 5102540"/>
              <a:gd name="connsiteX90" fmla="*/ 7875320 w 12191996"/>
              <a:gd name="connsiteY90" fmla="*/ 5051740 h 5102540"/>
              <a:gd name="connsiteX91" fmla="*/ 7838807 w 12191996"/>
              <a:gd name="connsiteY91" fmla="*/ 5032690 h 5102540"/>
              <a:gd name="connsiteX92" fmla="*/ 7800707 w 12191996"/>
              <a:gd name="connsiteY92" fmla="*/ 5013640 h 5102540"/>
              <a:gd name="connsiteX93" fmla="*/ 7762607 w 12191996"/>
              <a:gd name="connsiteY93" fmla="*/ 4994590 h 5102540"/>
              <a:gd name="connsiteX94" fmla="*/ 7726095 w 12191996"/>
              <a:gd name="connsiteY94" fmla="*/ 4978715 h 5102540"/>
              <a:gd name="connsiteX95" fmla="*/ 7684820 w 12191996"/>
              <a:gd name="connsiteY95" fmla="*/ 4962840 h 5102540"/>
              <a:gd name="connsiteX96" fmla="*/ 7638782 w 12191996"/>
              <a:gd name="connsiteY96" fmla="*/ 4946965 h 5102540"/>
              <a:gd name="connsiteX97" fmla="*/ 7586395 w 12191996"/>
              <a:gd name="connsiteY97" fmla="*/ 4935853 h 5102540"/>
              <a:gd name="connsiteX98" fmla="*/ 7526070 w 12191996"/>
              <a:gd name="connsiteY98" fmla="*/ 4929503 h 5102540"/>
              <a:gd name="connsiteX99" fmla="*/ 7457807 w 12191996"/>
              <a:gd name="connsiteY99" fmla="*/ 4926328 h 5102540"/>
              <a:gd name="connsiteX100" fmla="*/ 7389545 w 12191996"/>
              <a:gd name="connsiteY100" fmla="*/ 4929503 h 5102540"/>
              <a:gd name="connsiteX101" fmla="*/ 7329220 w 12191996"/>
              <a:gd name="connsiteY101" fmla="*/ 4935853 h 5102540"/>
              <a:gd name="connsiteX102" fmla="*/ 7276832 w 12191996"/>
              <a:gd name="connsiteY102" fmla="*/ 4946965 h 5102540"/>
              <a:gd name="connsiteX103" fmla="*/ 7230795 w 12191996"/>
              <a:gd name="connsiteY103" fmla="*/ 4962840 h 5102540"/>
              <a:gd name="connsiteX104" fmla="*/ 7189520 w 12191996"/>
              <a:gd name="connsiteY104" fmla="*/ 4978715 h 5102540"/>
              <a:gd name="connsiteX105" fmla="*/ 7153007 w 12191996"/>
              <a:gd name="connsiteY105" fmla="*/ 4994590 h 5102540"/>
              <a:gd name="connsiteX106" fmla="*/ 7114907 w 12191996"/>
              <a:gd name="connsiteY106" fmla="*/ 5013640 h 5102540"/>
              <a:gd name="connsiteX107" fmla="*/ 7076807 w 12191996"/>
              <a:gd name="connsiteY107" fmla="*/ 5032690 h 5102540"/>
              <a:gd name="connsiteX108" fmla="*/ 7040295 w 12191996"/>
              <a:gd name="connsiteY108" fmla="*/ 5051740 h 5102540"/>
              <a:gd name="connsiteX109" fmla="*/ 6999020 w 12191996"/>
              <a:gd name="connsiteY109" fmla="*/ 5067615 h 5102540"/>
              <a:gd name="connsiteX110" fmla="*/ 6952982 w 12191996"/>
              <a:gd name="connsiteY110" fmla="*/ 5081903 h 5102540"/>
              <a:gd name="connsiteX111" fmla="*/ 6900595 w 12191996"/>
              <a:gd name="connsiteY111" fmla="*/ 5093015 h 5102540"/>
              <a:gd name="connsiteX112" fmla="*/ 6840270 w 12191996"/>
              <a:gd name="connsiteY112" fmla="*/ 5100953 h 5102540"/>
              <a:gd name="connsiteX113" fmla="*/ 6781798 w 12191996"/>
              <a:gd name="connsiteY113" fmla="*/ 5102313 h 5102540"/>
              <a:gd name="connsiteX114" fmla="*/ 6723326 w 12191996"/>
              <a:gd name="connsiteY114" fmla="*/ 5100953 h 5102540"/>
              <a:gd name="connsiteX115" fmla="*/ 6663001 w 12191996"/>
              <a:gd name="connsiteY115" fmla="*/ 5093015 h 5102540"/>
              <a:gd name="connsiteX116" fmla="*/ 6610613 w 12191996"/>
              <a:gd name="connsiteY116" fmla="*/ 5081903 h 5102540"/>
              <a:gd name="connsiteX117" fmla="*/ 6564576 w 12191996"/>
              <a:gd name="connsiteY117" fmla="*/ 5067615 h 5102540"/>
              <a:gd name="connsiteX118" fmla="*/ 6523301 w 12191996"/>
              <a:gd name="connsiteY118" fmla="*/ 5051740 h 5102540"/>
              <a:gd name="connsiteX119" fmla="*/ 6486788 w 12191996"/>
              <a:gd name="connsiteY119" fmla="*/ 5032690 h 5102540"/>
              <a:gd name="connsiteX120" fmla="*/ 6448688 w 12191996"/>
              <a:gd name="connsiteY120" fmla="*/ 5013640 h 5102540"/>
              <a:gd name="connsiteX121" fmla="*/ 6410588 w 12191996"/>
              <a:gd name="connsiteY121" fmla="*/ 4994590 h 5102540"/>
              <a:gd name="connsiteX122" fmla="*/ 6374076 w 12191996"/>
              <a:gd name="connsiteY122" fmla="*/ 4978715 h 5102540"/>
              <a:gd name="connsiteX123" fmla="*/ 6332801 w 12191996"/>
              <a:gd name="connsiteY123" fmla="*/ 4962840 h 5102540"/>
              <a:gd name="connsiteX124" fmla="*/ 6286763 w 12191996"/>
              <a:gd name="connsiteY124" fmla="*/ 4946965 h 5102540"/>
              <a:gd name="connsiteX125" fmla="*/ 6234376 w 12191996"/>
              <a:gd name="connsiteY125" fmla="*/ 4935853 h 5102540"/>
              <a:gd name="connsiteX126" fmla="*/ 6174051 w 12191996"/>
              <a:gd name="connsiteY126" fmla="*/ 4929503 h 5102540"/>
              <a:gd name="connsiteX127" fmla="*/ 6105788 w 12191996"/>
              <a:gd name="connsiteY127" fmla="*/ 4926328 h 5102540"/>
              <a:gd name="connsiteX128" fmla="*/ 6095998 w 12191996"/>
              <a:gd name="connsiteY128" fmla="*/ 4926783 h 5102540"/>
              <a:gd name="connsiteX129" fmla="*/ 6086208 w 12191996"/>
              <a:gd name="connsiteY129" fmla="*/ 4926328 h 5102540"/>
              <a:gd name="connsiteX130" fmla="*/ 6017946 w 12191996"/>
              <a:gd name="connsiteY130" fmla="*/ 4929503 h 5102540"/>
              <a:gd name="connsiteX131" fmla="*/ 5957620 w 12191996"/>
              <a:gd name="connsiteY131" fmla="*/ 4935853 h 5102540"/>
              <a:gd name="connsiteX132" fmla="*/ 5905233 w 12191996"/>
              <a:gd name="connsiteY132" fmla="*/ 4946965 h 5102540"/>
              <a:gd name="connsiteX133" fmla="*/ 5859195 w 12191996"/>
              <a:gd name="connsiteY133" fmla="*/ 4962840 h 5102540"/>
              <a:gd name="connsiteX134" fmla="*/ 5817920 w 12191996"/>
              <a:gd name="connsiteY134" fmla="*/ 4978715 h 5102540"/>
              <a:gd name="connsiteX135" fmla="*/ 5781407 w 12191996"/>
              <a:gd name="connsiteY135" fmla="*/ 4994590 h 5102540"/>
              <a:gd name="connsiteX136" fmla="*/ 5743307 w 12191996"/>
              <a:gd name="connsiteY136" fmla="*/ 5013640 h 5102540"/>
              <a:gd name="connsiteX137" fmla="*/ 5705208 w 12191996"/>
              <a:gd name="connsiteY137" fmla="*/ 5032690 h 5102540"/>
              <a:gd name="connsiteX138" fmla="*/ 5668695 w 12191996"/>
              <a:gd name="connsiteY138" fmla="*/ 5051740 h 5102540"/>
              <a:gd name="connsiteX139" fmla="*/ 5627420 w 12191996"/>
              <a:gd name="connsiteY139" fmla="*/ 5067615 h 5102540"/>
              <a:gd name="connsiteX140" fmla="*/ 5581382 w 12191996"/>
              <a:gd name="connsiteY140" fmla="*/ 5081903 h 5102540"/>
              <a:gd name="connsiteX141" fmla="*/ 5528995 w 12191996"/>
              <a:gd name="connsiteY141" fmla="*/ 5093015 h 5102540"/>
              <a:gd name="connsiteX142" fmla="*/ 5468670 w 12191996"/>
              <a:gd name="connsiteY142" fmla="*/ 5100953 h 5102540"/>
              <a:gd name="connsiteX143" fmla="*/ 5410198 w 12191996"/>
              <a:gd name="connsiteY143" fmla="*/ 5102313 h 5102540"/>
              <a:gd name="connsiteX144" fmla="*/ 5351726 w 12191996"/>
              <a:gd name="connsiteY144" fmla="*/ 5100953 h 5102540"/>
              <a:gd name="connsiteX145" fmla="*/ 5291400 w 12191996"/>
              <a:gd name="connsiteY145" fmla="*/ 5093015 h 5102540"/>
              <a:gd name="connsiteX146" fmla="*/ 5239013 w 12191996"/>
              <a:gd name="connsiteY146" fmla="*/ 5081903 h 5102540"/>
              <a:gd name="connsiteX147" fmla="*/ 5192976 w 12191996"/>
              <a:gd name="connsiteY147" fmla="*/ 5067615 h 5102540"/>
              <a:gd name="connsiteX148" fmla="*/ 5151700 w 12191996"/>
              <a:gd name="connsiteY148" fmla="*/ 5051740 h 5102540"/>
              <a:gd name="connsiteX149" fmla="*/ 5115188 w 12191996"/>
              <a:gd name="connsiteY149" fmla="*/ 5032690 h 5102540"/>
              <a:gd name="connsiteX150" fmla="*/ 5077089 w 12191996"/>
              <a:gd name="connsiteY150" fmla="*/ 5013640 h 5102540"/>
              <a:gd name="connsiteX151" fmla="*/ 5038988 w 12191996"/>
              <a:gd name="connsiteY151" fmla="*/ 4994590 h 5102540"/>
              <a:gd name="connsiteX152" fmla="*/ 5002476 w 12191996"/>
              <a:gd name="connsiteY152" fmla="*/ 4978715 h 5102540"/>
              <a:gd name="connsiteX153" fmla="*/ 4961200 w 12191996"/>
              <a:gd name="connsiteY153" fmla="*/ 4962840 h 5102540"/>
              <a:gd name="connsiteX154" fmla="*/ 4915164 w 12191996"/>
              <a:gd name="connsiteY154" fmla="*/ 4946965 h 5102540"/>
              <a:gd name="connsiteX155" fmla="*/ 4862776 w 12191996"/>
              <a:gd name="connsiteY155" fmla="*/ 4935853 h 5102540"/>
              <a:gd name="connsiteX156" fmla="*/ 4802452 w 12191996"/>
              <a:gd name="connsiteY156" fmla="*/ 4929503 h 5102540"/>
              <a:gd name="connsiteX157" fmla="*/ 4734188 w 12191996"/>
              <a:gd name="connsiteY157" fmla="*/ 4926328 h 5102540"/>
              <a:gd name="connsiteX158" fmla="*/ 4665927 w 12191996"/>
              <a:gd name="connsiteY158" fmla="*/ 4929503 h 5102540"/>
              <a:gd name="connsiteX159" fmla="*/ 4605601 w 12191996"/>
              <a:gd name="connsiteY159" fmla="*/ 4935853 h 5102540"/>
              <a:gd name="connsiteX160" fmla="*/ 4553214 w 12191996"/>
              <a:gd name="connsiteY160" fmla="*/ 4946965 h 5102540"/>
              <a:gd name="connsiteX161" fmla="*/ 4507176 w 12191996"/>
              <a:gd name="connsiteY161" fmla="*/ 4962840 h 5102540"/>
              <a:gd name="connsiteX162" fmla="*/ 4465901 w 12191996"/>
              <a:gd name="connsiteY162" fmla="*/ 4978715 h 5102540"/>
              <a:gd name="connsiteX163" fmla="*/ 4429388 w 12191996"/>
              <a:gd name="connsiteY163" fmla="*/ 4994590 h 5102540"/>
              <a:gd name="connsiteX164" fmla="*/ 4353188 w 12191996"/>
              <a:gd name="connsiteY164" fmla="*/ 5032690 h 5102540"/>
              <a:gd name="connsiteX165" fmla="*/ 4316676 w 12191996"/>
              <a:gd name="connsiteY165" fmla="*/ 5051740 h 5102540"/>
              <a:gd name="connsiteX166" fmla="*/ 4275401 w 12191996"/>
              <a:gd name="connsiteY166" fmla="*/ 5067615 h 5102540"/>
              <a:gd name="connsiteX167" fmla="*/ 4229363 w 12191996"/>
              <a:gd name="connsiteY167" fmla="*/ 5081903 h 5102540"/>
              <a:gd name="connsiteX168" fmla="*/ 4176976 w 12191996"/>
              <a:gd name="connsiteY168" fmla="*/ 5093015 h 5102540"/>
              <a:gd name="connsiteX169" fmla="*/ 4116651 w 12191996"/>
              <a:gd name="connsiteY169" fmla="*/ 5100953 h 5102540"/>
              <a:gd name="connsiteX170" fmla="*/ 4048388 w 12191996"/>
              <a:gd name="connsiteY170" fmla="*/ 5102540 h 5102540"/>
              <a:gd name="connsiteX171" fmla="*/ 3980126 w 12191996"/>
              <a:gd name="connsiteY171" fmla="*/ 5100953 h 5102540"/>
              <a:gd name="connsiteX172" fmla="*/ 3919801 w 12191996"/>
              <a:gd name="connsiteY172" fmla="*/ 5093015 h 5102540"/>
              <a:gd name="connsiteX173" fmla="*/ 3867413 w 12191996"/>
              <a:gd name="connsiteY173" fmla="*/ 5081903 h 5102540"/>
              <a:gd name="connsiteX174" fmla="*/ 3821376 w 12191996"/>
              <a:gd name="connsiteY174" fmla="*/ 5067615 h 5102540"/>
              <a:gd name="connsiteX175" fmla="*/ 3780101 w 12191996"/>
              <a:gd name="connsiteY175" fmla="*/ 5051740 h 5102540"/>
              <a:gd name="connsiteX176" fmla="*/ 3743588 w 12191996"/>
              <a:gd name="connsiteY176" fmla="*/ 5032690 h 5102540"/>
              <a:gd name="connsiteX177" fmla="*/ 3705488 w 12191996"/>
              <a:gd name="connsiteY177" fmla="*/ 5013640 h 5102540"/>
              <a:gd name="connsiteX178" fmla="*/ 3667388 w 12191996"/>
              <a:gd name="connsiteY178" fmla="*/ 4994590 h 5102540"/>
              <a:gd name="connsiteX179" fmla="*/ 3630876 w 12191996"/>
              <a:gd name="connsiteY179" fmla="*/ 4978715 h 5102540"/>
              <a:gd name="connsiteX180" fmla="*/ 3589601 w 12191996"/>
              <a:gd name="connsiteY180" fmla="*/ 4962840 h 5102540"/>
              <a:gd name="connsiteX181" fmla="*/ 3543563 w 12191996"/>
              <a:gd name="connsiteY181" fmla="*/ 4946965 h 5102540"/>
              <a:gd name="connsiteX182" fmla="*/ 3491176 w 12191996"/>
              <a:gd name="connsiteY182" fmla="*/ 4935853 h 5102540"/>
              <a:gd name="connsiteX183" fmla="*/ 3430851 w 12191996"/>
              <a:gd name="connsiteY183" fmla="*/ 4929503 h 5102540"/>
              <a:gd name="connsiteX184" fmla="*/ 3361001 w 12191996"/>
              <a:gd name="connsiteY184" fmla="*/ 4926328 h 5102540"/>
              <a:gd name="connsiteX185" fmla="*/ 3294326 w 12191996"/>
              <a:gd name="connsiteY185" fmla="*/ 4929503 h 5102540"/>
              <a:gd name="connsiteX186" fmla="*/ 3234001 w 12191996"/>
              <a:gd name="connsiteY186" fmla="*/ 4935853 h 5102540"/>
              <a:gd name="connsiteX187" fmla="*/ 3181613 w 12191996"/>
              <a:gd name="connsiteY187" fmla="*/ 4946965 h 5102540"/>
              <a:gd name="connsiteX188" fmla="*/ 3135576 w 12191996"/>
              <a:gd name="connsiteY188" fmla="*/ 4962840 h 5102540"/>
              <a:gd name="connsiteX189" fmla="*/ 3094301 w 12191996"/>
              <a:gd name="connsiteY189" fmla="*/ 4978715 h 5102540"/>
              <a:gd name="connsiteX190" fmla="*/ 3057788 w 12191996"/>
              <a:gd name="connsiteY190" fmla="*/ 4994590 h 5102540"/>
              <a:gd name="connsiteX191" fmla="*/ 3019688 w 12191996"/>
              <a:gd name="connsiteY191" fmla="*/ 5013640 h 5102540"/>
              <a:gd name="connsiteX192" fmla="*/ 2981588 w 12191996"/>
              <a:gd name="connsiteY192" fmla="*/ 5032690 h 5102540"/>
              <a:gd name="connsiteX193" fmla="*/ 2945076 w 12191996"/>
              <a:gd name="connsiteY193" fmla="*/ 5051740 h 5102540"/>
              <a:gd name="connsiteX194" fmla="*/ 2903801 w 12191996"/>
              <a:gd name="connsiteY194" fmla="*/ 5067615 h 5102540"/>
              <a:gd name="connsiteX195" fmla="*/ 2857763 w 12191996"/>
              <a:gd name="connsiteY195" fmla="*/ 5081903 h 5102540"/>
              <a:gd name="connsiteX196" fmla="*/ 2805376 w 12191996"/>
              <a:gd name="connsiteY196" fmla="*/ 5093015 h 5102540"/>
              <a:gd name="connsiteX197" fmla="*/ 2745051 w 12191996"/>
              <a:gd name="connsiteY197" fmla="*/ 5100953 h 5102540"/>
              <a:gd name="connsiteX198" fmla="*/ 2676788 w 12191996"/>
              <a:gd name="connsiteY198" fmla="*/ 5102540 h 5102540"/>
              <a:gd name="connsiteX199" fmla="*/ 2608526 w 12191996"/>
              <a:gd name="connsiteY199" fmla="*/ 5100953 h 5102540"/>
              <a:gd name="connsiteX200" fmla="*/ 2548201 w 12191996"/>
              <a:gd name="connsiteY200" fmla="*/ 5093015 h 5102540"/>
              <a:gd name="connsiteX201" fmla="*/ 2495813 w 12191996"/>
              <a:gd name="connsiteY201" fmla="*/ 5081903 h 5102540"/>
              <a:gd name="connsiteX202" fmla="*/ 2449776 w 12191996"/>
              <a:gd name="connsiteY202" fmla="*/ 5067615 h 5102540"/>
              <a:gd name="connsiteX203" fmla="*/ 2408501 w 12191996"/>
              <a:gd name="connsiteY203" fmla="*/ 5051740 h 5102540"/>
              <a:gd name="connsiteX204" fmla="*/ 2371988 w 12191996"/>
              <a:gd name="connsiteY204" fmla="*/ 5032690 h 5102540"/>
              <a:gd name="connsiteX205" fmla="*/ 2333888 w 12191996"/>
              <a:gd name="connsiteY205" fmla="*/ 5013640 h 5102540"/>
              <a:gd name="connsiteX206" fmla="*/ 2295788 w 12191996"/>
              <a:gd name="connsiteY206" fmla="*/ 4994590 h 5102540"/>
              <a:gd name="connsiteX207" fmla="*/ 2259276 w 12191996"/>
              <a:gd name="connsiteY207" fmla="*/ 4978715 h 5102540"/>
              <a:gd name="connsiteX208" fmla="*/ 2218001 w 12191996"/>
              <a:gd name="connsiteY208" fmla="*/ 4962840 h 5102540"/>
              <a:gd name="connsiteX209" fmla="*/ 2171963 w 12191996"/>
              <a:gd name="connsiteY209" fmla="*/ 4946965 h 5102540"/>
              <a:gd name="connsiteX210" fmla="*/ 2119576 w 12191996"/>
              <a:gd name="connsiteY210" fmla="*/ 4935853 h 5102540"/>
              <a:gd name="connsiteX211" fmla="*/ 2059251 w 12191996"/>
              <a:gd name="connsiteY211" fmla="*/ 4929503 h 5102540"/>
              <a:gd name="connsiteX212" fmla="*/ 1990988 w 12191996"/>
              <a:gd name="connsiteY212" fmla="*/ 4926328 h 5102540"/>
              <a:gd name="connsiteX213" fmla="*/ 1922726 w 12191996"/>
              <a:gd name="connsiteY213" fmla="*/ 4929503 h 5102540"/>
              <a:gd name="connsiteX214" fmla="*/ 1862401 w 12191996"/>
              <a:gd name="connsiteY214" fmla="*/ 4935853 h 5102540"/>
              <a:gd name="connsiteX215" fmla="*/ 1810013 w 12191996"/>
              <a:gd name="connsiteY215" fmla="*/ 4946965 h 5102540"/>
              <a:gd name="connsiteX216" fmla="*/ 1763976 w 12191996"/>
              <a:gd name="connsiteY216" fmla="*/ 4962840 h 5102540"/>
              <a:gd name="connsiteX217" fmla="*/ 1722701 w 12191996"/>
              <a:gd name="connsiteY217" fmla="*/ 4978715 h 5102540"/>
              <a:gd name="connsiteX218" fmla="*/ 1686188 w 12191996"/>
              <a:gd name="connsiteY218" fmla="*/ 4994590 h 5102540"/>
              <a:gd name="connsiteX219" fmla="*/ 1648088 w 12191996"/>
              <a:gd name="connsiteY219" fmla="*/ 5013640 h 5102540"/>
              <a:gd name="connsiteX220" fmla="*/ 1609988 w 12191996"/>
              <a:gd name="connsiteY220" fmla="*/ 5032690 h 5102540"/>
              <a:gd name="connsiteX221" fmla="*/ 1573476 w 12191996"/>
              <a:gd name="connsiteY221" fmla="*/ 5051740 h 5102540"/>
              <a:gd name="connsiteX222" fmla="*/ 1532201 w 12191996"/>
              <a:gd name="connsiteY222" fmla="*/ 5067615 h 5102540"/>
              <a:gd name="connsiteX223" fmla="*/ 1486163 w 12191996"/>
              <a:gd name="connsiteY223" fmla="*/ 5081903 h 5102540"/>
              <a:gd name="connsiteX224" fmla="*/ 1433776 w 12191996"/>
              <a:gd name="connsiteY224" fmla="*/ 5093015 h 5102540"/>
              <a:gd name="connsiteX225" fmla="*/ 1373451 w 12191996"/>
              <a:gd name="connsiteY225" fmla="*/ 5100953 h 5102540"/>
              <a:gd name="connsiteX226" fmla="*/ 1305188 w 12191996"/>
              <a:gd name="connsiteY226" fmla="*/ 5102540 h 5102540"/>
              <a:gd name="connsiteX227" fmla="*/ 1236926 w 12191996"/>
              <a:gd name="connsiteY227" fmla="*/ 5100953 h 5102540"/>
              <a:gd name="connsiteX228" fmla="*/ 1176601 w 12191996"/>
              <a:gd name="connsiteY228" fmla="*/ 5093015 h 5102540"/>
              <a:gd name="connsiteX229" fmla="*/ 1124213 w 12191996"/>
              <a:gd name="connsiteY229" fmla="*/ 5081903 h 5102540"/>
              <a:gd name="connsiteX230" fmla="*/ 1078176 w 12191996"/>
              <a:gd name="connsiteY230" fmla="*/ 5067615 h 5102540"/>
              <a:gd name="connsiteX231" fmla="*/ 1036901 w 12191996"/>
              <a:gd name="connsiteY231" fmla="*/ 5051740 h 5102540"/>
              <a:gd name="connsiteX232" fmla="*/ 1000388 w 12191996"/>
              <a:gd name="connsiteY232" fmla="*/ 5032690 h 5102540"/>
              <a:gd name="connsiteX233" fmla="*/ 962288 w 12191996"/>
              <a:gd name="connsiteY233" fmla="*/ 5013640 h 5102540"/>
              <a:gd name="connsiteX234" fmla="*/ 924188 w 12191996"/>
              <a:gd name="connsiteY234" fmla="*/ 4994590 h 5102540"/>
              <a:gd name="connsiteX235" fmla="*/ 887676 w 12191996"/>
              <a:gd name="connsiteY235" fmla="*/ 4978715 h 5102540"/>
              <a:gd name="connsiteX236" fmla="*/ 846401 w 12191996"/>
              <a:gd name="connsiteY236" fmla="*/ 4962840 h 5102540"/>
              <a:gd name="connsiteX237" fmla="*/ 800363 w 12191996"/>
              <a:gd name="connsiteY237" fmla="*/ 4946965 h 5102540"/>
              <a:gd name="connsiteX238" fmla="*/ 747976 w 12191996"/>
              <a:gd name="connsiteY238" fmla="*/ 4935853 h 5102540"/>
              <a:gd name="connsiteX239" fmla="*/ 687651 w 12191996"/>
              <a:gd name="connsiteY239" fmla="*/ 4929503 h 5102540"/>
              <a:gd name="connsiteX240" fmla="*/ 619388 w 12191996"/>
              <a:gd name="connsiteY240" fmla="*/ 4926328 h 5102540"/>
              <a:gd name="connsiteX241" fmla="*/ 551126 w 12191996"/>
              <a:gd name="connsiteY241" fmla="*/ 4929503 h 5102540"/>
              <a:gd name="connsiteX242" fmla="*/ 490801 w 12191996"/>
              <a:gd name="connsiteY242" fmla="*/ 4935853 h 5102540"/>
              <a:gd name="connsiteX243" fmla="*/ 438413 w 12191996"/>
              <a:gd name="connsiteY243" fmla="*/ 4946965 h 5102540"/>
              <a:gd name="connsiteX244" fmla="*/ 392376 w 12191996"/>
              <a:gd name="connsiteY244" fmla="*/ 4962840 h 5102540"/>
              <a:gd name="connsiteX245" fmla="*/ 351101 w 12191996"/>
              <a:gd name="connsiteY245" fmla="*/ 4978715 h 5102540"/>
              <a:gd name="connsiteX246" fmla="*/ 314588 w 12191996"/>
              <a:gd name="connsiteY246" fmla="*/ 4994590 h 5102540"/>
              <a:gd name="connsiteX247" fmla="*/ 276488 w 12191996"/>
              <a:gd name="connsiteY247" fmla="*/ 5013640 h 5102540"/>
              <a:gd name="connsiteX248" fmla="*/ 238388 w 12191996"/>
              <a:gd name="connsiteY248" fmla="*/ 5032690 h 5102540"/>
              <a:gd name="connsiteX249" fmla="*/ 201876 w 12191996"/>
              <a:gd name="connsiteY249" fmla="*/ 5051740 h 5102540"/>
              <a:gd name="connsiteX250" fmla="*/ 160601 w 12191996"/>
              <a:gd name="connsiteY250" fmla="*/ 5067615 h 5102540"/>
              <a:gd name="connsiteX251" fmla="*/ 114563 w 12191996"/>
              <a:gd name="connsiteY251" fmla="*/ 5081903 h 5102540"/>
              <a:gd name="connsiteX252" fmla="*/ 62176 w 12191996"/>
              <a:gd name="connsiteY252" fmla="*/ 5093015 h 5102540"/>
              <a:gd name="connsiteX253" fmla="*/ 1851 w 12191996"/>
              <a:gd name="connsiteY253" fmla="*/ 5100953 h 5102540"/>
              <a:gd name="connsiteX254" fmla="*/ 0 w 12191996"/>
              <a:gd name="connsiteY254" fmla="*/ 5100996 h 5102540"/>
              <a:gd name="connsiteX255" fmla="*/ 0 w 12191996"/>
              <a:gd name="connsiteY255" fmla="*/ 0 h 510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5102540">
                <a:moveTo>
                  <a:pt x="0" y="0"/>
                </a:moveTo>
                <a:lnTo>
                  <a:pt x="12191996" y="0"/>
                </a:lnTo>
                <a:lnTo>
                  <a:pt x="12191996" y="5100996"/>
                </a:lnTo>
                <a:lnTo>
                  <a:pt x="12190145" y="5100953"/>
                </a:lnTo>
                <a:lnTo>
                  <a:pt x="12129819" y="5093016"/>
                </a:lnTo>
                <a:lnTo>
                  <a:pt x="12077431" y="5081903"/>
                </a:lnTo>
                <a:lnTo>
                  <a:pt x="12031395" y="5067615"/>
                </a:lnTo>
                <a:lnTo>
                  <a:pt x="11990119" y="5051740"/>
                </a:lnTo>
                <a:lnTo>
                  <a:pt x="11953607" y="5032690"/>
                </a:lnTo>
                <a:lnTo>
                  <a:pt x="11915507" y="5013640"/>
                </a:lnTo>
                <a:lnTo>
                  <a:pt x="11877407" y="4994590"/>
                </a:lnTo>
                <a:lnTo>
                  <a:pt x="11840895" y="4978715"/>
                </a:lnTo>
                <a:lnTo>
                  <a:pt x="11799619" y="4962840"/>
                </a:lnTo>
                <a:lnTo>
                  <a:pt x="11753581" y="4946965"/>
                </a:lnTo>
                <a:lnTo>
                  <a:pt x="11701195" y="4935853"/>
                </a:lnTo>
                <a:lnTo>
                  <a:pt x="11640869" y="4929503"/>
                </a:lnTo>
                <a:lnTo>
                  <a:pt x="11572607" y="4926328"/>
                </a:lnTo>
                <a:lnTo>
                  <a:pt x="11504345" y="4929503"/>
                </a:lnTo>
                <a:lnTo>
                  <a:pt x="11444019" y="4935853"/>
                </a:lnTo>
                <a:lnTo>
                  <a:pt x="11391631" y="4946965"/>
                </a:lnTo>
                <a:lnTo>
                  <a:pt x="11345595" y="4962840"/>
                </a:lnTo>
                <a:lnTo>
                  <a:pt x="11304319" y="4978715"/>
                </a:lnTo>
                <a:lnTo>
                  <a:pt x="11267807" y="4994590"/>
                </a:lnTo>
                <a:lnTo>
                  <a:pt x="11229707" y="5013640"/>
                </a:lnTo>
                <a:lnTo>
                  <a:pt x="11191607" y="5032690"/>
                </a:lnTo>
                <a:lnTo>
                  <a:pt x="11155095" y="5051740"/>
                </a:lnTo>
                <a:lnTo>
                  <a:pt x="11113819" y="5067615"/>
                </a:lnTo>
                <a:lnTo>
                  <a:pt x="11067781" y="5081903"/>
                </a:lnTo>
                <a:lnTo>
                  <a:pt x="11015395" y="5093015"/>
                </a:lnTo>
                <a:lnTo>
                  <a:pt x="10955069" y="5100953"/>
                </a:lnTo>
                <a:lnTo>
                  <a:pt x="10886807" y="5102540"/>
                </a:lnTo>
                <a:lnTo>
                  <a:pt x="10818545" y="5100953"/>
                </a:lnTo>
                <a:lnTo>
                  <a:pt x="10758219" y="5093015"/>
                </a:lnTo>
                <a:lnTo>
                  <a:pt x="10705831" y="5081903"/>
                </a:lnTo>
                <a:lnTo>
                  <a:pt x="10659795" y="5067615"/>
                </a:lnTo>
                <a:lnTo>
                  <a:pt x="10618519" y="5051740"/>
                </a:lnTo>
                <a:lnTo>
                  <a:pt x="10582007" y="5032690"/>
                </a:lnTo>
                <a:lnTo>
                  <a:pt x="10543907" y="5013640"/>
                </a:lnTo>
                <a:lnTo>
                  <a:pt x="10505807" y="4994590"/>
                </a:lnTo>
                <a:lnTo>
                  <a:pt x="10469295" y="4978715"/>
                </a:lnTo>
                <a:lnTo>
                  <a:pt x="10428019" y="4962840"/>
                </a:lnTo>
                <a:lnTo>
                  <a:pt x="10381981" y="4946965"/>
                </a:lnTo>
                <a:lnTo>
                  <a:pt x="10329595" y="4935853"/>
                </a:lnTo>
                <a:lnTo>
                  <a:pt x="10269269" y="4929503"/>
                </a:lnTo>
                <a:lnTo>
                  <a:pt x="10201007" y="4926328"/>
                </a:lnTo>
                <a:lnTo>
                  <a:pt x="10132745" y="4929503"/>
                </a:lnTo>
                <a:lnTo>
                  <a:pt x="10072419" y="4935853"/>
                </a:lnTo>
                <a:lnTo>
                  <a:pt x="10020031" y="4946965"/>
                </a:lnTo>
                <a:lnTo>
                  <a:pt x="9973995" y="4962840"/>
                </a:lnTo>
                <a:lnTo>
                  <a:pt x="9932719" y="4978715"/>
                </a:lnTo>
                <a:lnTo>
                  <a:pt x="9896207" y="4994590"/>
                </a:lnTo>
                <a:lnTo>
                  <a:pt x="9820007" y="5032690"/>
                </a:lnTo>
                <a:lnTo>
                  <a:pt x="9783495" y="5051740"/>
                </a:lnTo>
                <a:lnTo>
                  <a:pt x="9742219" y="5067615"/>
                </a:lnTo>
                <a:lnTo>
                  <a:pt x="9696181" y="5081903"/>
                </a:lnTo>
                <a:lnTo>
                  <a:pt x="9643795" y="5093015"/>
                </a:lnTo>
                <a:lnTo>
                  <a:pt x="9583469" y="5100953"/>
                </a:lnTo>
                <a:lnTo>
                  <a:pt x="9515207" y="5102540"/>
                </a:lnTo>
                <a:lnTo>
                  <a:pt x="9446945" y="5100953"/>
                </a:lnTo>
                <a:lnTo>
                  <a:pt x="9386619" y="5093015"/>
                </a:lnTo>
                <a:lnTo>
                  <a:pt x="9334231" y="5081903"/>
                </a:lnTo>
                <a:lnTo>
                  <a:pt x="9288195" y="5067615"/>
                </a:lnTo>
                <a:lnTo>
                  <a:pt x="9246919" y="5051740"/>
                </a:lnTo>
                <a:lnTo>
                  <a:pt x="9210407" y="5032690"/>
                </a:lnTo>
                <a:lnTo>
                  <a:pt x="9172307" y="5013640"/>
                </a:lnTo>
                <a:lnTo>
                  <a:pt x="9134207" y="4994590"/>
                </a:lnTo>
                <a:lnTo>
                  <a:pt x="9097695" y="4978715"/>
                </a:lnTo>
                <a:lnTo>
                  <a:pt x="9056419" y="4962840"/>
                </a:lnTo>
                <a:lnTo>
                  <a:pt x="9010381" y="4946965"/>
                </a:lnTo>
                <a:lnTo>
                  <a:pt x="8957995" y="4935853"/>
                </a:lnTo>
                <a:lnTo>
                  <a:pt x="8897669" y="4929503"/>
                </a:lnTo>
                <a:lnTo>
                  <a:pt x="8827819" y="4926328"/>
                </a:lnTo>
                <a:lnTo>
                  <a:pt x="8761145" y="4929503"/>
                </a:lnTo>
                <a:lnTo>
                  <a:pt x="8700819" y="4935853"/>
                </a:lnTo>
                <a:lnTo>
                  <a:pt x="8648431" y="4946965"/>
                </a:lnTo>
                <a:lnTo>
                  <a:pt x="8602395" y="4962840"/>
                </a:lnTo>
                <a:lnTo>
                  <a:pt x="8561119" y="4978715"/>
                </a:lnTo>
                <a:lnTo>
                  <a:pt x="8524607" y="4994590"/>
                </a:lnTo>
                <a:lnTo>
                  <a:pt x="8486507" y="5013640"/>
                </a:lnTo>
                <a:lnTo>
                  <a:pt x="8448407" y="5032690"/>
                </a:lnTo>
                <a:lnTo>
                  <a:pt x="8411895" y="5051740"/>
                </a:lnTo>
                <a:lnTo>
                  <a:pt x="8370620" y="5067615"/>
                </a:lnTo>
                <a:lnTo>
                  <a:pt x="8324582" y="5081903"/>
                </a:lnTo>
                <a:lnTo>
                  <a:pt x="8272195" y="5093015"/>
                </a:lnTo>
                <a:lnTo>
                  <a:pt x="8211870" y="5100953"/>
                </a:lnTo>
                <a:lnTo>
                  <a:pt x="8143607" y="5102540"/>
                </a:lnTo>
                <a:lnTo>
                  <a:pt x="8075345" y="5100953"/>
                </a:lnTo>
                <a:lnTo>
                  <a:pt x="8015020" y="5093015"/>
                </a:lnTo>
                <a:lnTo>
                  <a:pt x="7962632" y="5081903"/>
                </a:lnTo>
                <a:lnTo>
                  <a:pt x="7916595" y="5067615"/>
                </a:lnTo>
                <a:lnTo>
                  <a:pt x="7875320" y="5051740"/>
                </a:lnTo>
                <a:lnTo>
                  <a:pt x="7838807" y="5032690"/>
                </a:lnTo>
                <a:lnTo>
                  <a:pt x="7800707" y="5013640"/>
                </a:lnTo>
                <a:lnTo>
                  <a:pt x="7762607" y="4994590"/>
                </a:lnTo>
                <a:lnTo>
                  <a:pt x="7726095" y="4978715"/>
                </a:lnTo>
                <a:lnTo>
                  <a:pt x="7684820" y="4962840"/>
                </a:lnTo>
                <a:lnTo>
                  <a:pt x="7638782" y="4946965"/>
                </a:lnTo>
                <a:lnTo>
                  <a:pt x="7586395" y="4935853"/>
                </a:lnTo>
                <a:lnTo>
                  <a:pt x="7526070" y="4929503"/>
                </a:lnTo>
                <a:lnTo>
                  <a:pt x="7457807" y="4926328"/>
                </a:lnTo>
                <a:lnTo>
                  <a:pt x="7389545" y="4929503"/>
                </a:lnTo>
                <a:lnTo>
                  <a:pt x="7329220" y="4935853"/>
                </a:lnTo>
                <a:lnTo>
                  <a:pt x="7276832" y="4946965"/>
                </a:lnTo>
                <a:lnTo>
                  <a:pt x="7230795" y="4962840"/>
                </a:lnTo>
                <a:lnTo>
                  <a:pt x="7189520" y="4978715"/>
                </a:lnTo>
                <a:lnTo>
                  <a:pt x="7153007" y="4994590"/>
                </a:lnTo>
                <a:lnTo>
                  <a:pt x="7114907" y="5013640"/>
                </a:lnTo>
                <a:lnTo>
                  <a:pt x="7076807" y="5032690"/>
                </a:lnTo>
                <a:lnTo>
                  <a:pt x="7040295" y="5051740"/>
                </a:lnTo>
                <a:lnTo>
                  <a:pt x="6999020" y="5067615"/>
                </a:lnTo>
                <a:lnTo>
                  <a:pt x="6952982" y="5081903"/>
                </a:lnTo>
                <a:lnTo>
                  <a:pt x="6900595" y="5093015"/>
                </a:lnTo>
                <a:lnTo>
                  <a:pt x="6840270" y="5100953"/>
                </a:lnTo>
                <a:lnTo>
                  <a:pt x="6781798" y="5102313"/>
                </a:lnTo>
                <a:lnTo>
                  <a:pt x="6723326" y="5100953"/>
                </a:lnTo>
                <a:lnTo>
                  <a:pt x="6663001" y="5093015"/>
                </a:lnTo>
                <a:lnTo>
                  <a:pt x="6610613" y="5081903"/>
                </a:lnTo>
                <a:lnTo>
                  <a:pt x="6564576" y="5067615"/>
                </a:lnTo>
                <a:lnTo>
                  <a:pt x="6523301" y="5051740"/>
                </a:lnTo>
                <a:lnTo>
                  <a:pt x="6486788" y="5032690"/>
                </a:lnTo>
                <a:lnTo>
                  <a:pt x="6448688" y="5013640"/>
                </a:lnTo>
                <a:lnTo>
                  <a:pt x="6410588" y="4994590"/>
                </a:lnTo>
                <a:lnTo>
                  <a:pt x="6374076" y="4978715"/>
                </a:lnTo>
                <a:lnTo>
                  <a:pt x="6332801" y="4962840"/>
                </a:lnTo>
                <a:lnTo>
                  <a:pt x="6286763" y="4946965"/>
                </a:lnTo>
                <a:lnTo>
                  <a:pt x="6234376" y="4935853"/>
                </a:lnTo>
                <a:lnTo>
                  <a:pt x="6174051" y="4929503"/>
                </a:lnTo>
                <a:lnTo>
                  <a:pt x="6105788" y="4926328"/>
                </a:lnTo>
                <a:lnTo>
                  <a:pt x="6095998" y="4926783"/>
                </a:lnTo>
                <a:lnTo>
                  <a:pt x="6086208" y="4926328"/>
                </a:lnTo>
                <a:lnTo>
                  <a:pt x="6017946" y="4929503"/>
                </a:lnTo>
                <a:lnTo>
                  <a:pt x="5957620" y="4935853"/>
                </a:lnTo>
                <a:lnTo>
                  <a:pt x="5905233" y="4946965"/>
                </a:lnTo>
                <a:lnTo>
                  <a:pt x="5859195" y="4962840"/>
                </a:lnTo>
                <a:lnTo>
                  <a:pt x="5817920" y="4978715"/>
                </a:lnTo>
                <a:lnTo>
                  <a:pt x="5781407" y="4994590"/>
                </a:lnTo>
                <a:lnTo>
                  <a:pt x="5743307" y="5013640"/>
                </a:lnTo>
                <a:lnTo>
                  <a:pt x="5705208" y="5032690"/>
                </a:lnTo>
                <a:lnTo>
                  <a:pt x="5668695" y="5051740"/>
                </a:lnTo>
                <a:lnTo>
                  <a:pt x="5627420" y="5067615"/>
                </a:lnTo>
                <a:lnTo>
                  <a:pt x="5581382" y="5081903"/>
                </a:lnTo>
                <a:lnTo>
                  <a:pt x="5528995" y="5093015"/>
                </a:lnTo>
                <a:lnTo>
                  <a:pt x="5468670" y="5100953"/>
                </a:lnTo>
                <a:lnTo>
                  <a:pt x="5410198" y="5102313"/>
                </a:lnTo>
                <a:lnTo>
                  <a:pt x="5351726" y="5100953"/>
                </a:lnTo>
                <a:lnTo>
                  <a:pt x="5291400" y="5093015"/>
                </a:lnTo>
                <a:lnTo>
                  <a:pt x="5239013" y="5081903"/>
                </a:lnTo>
                <a:lnTo>
                  <a:pt x="5192976" y="5067615"/>
                </a:lnTo>
                <a:lnTo>
                  <a:pt x="5151700" y="5051740"/>
                </a:lnTo>
                <a:lnTo>
                  <a:pt x="5115188" y="5032690"/>
                </a:lnTo>
                <a:lnTo>
                  <a:pt x="5077089" y="5013640"/>
                </a:lnTo>
                <a:lnTo>
                  <a:pt x="5038988" y="4994590"/>
                </a:lnTo>
                <a:lnTo>
                  <a:pt x="5002476" y="4978715"/>
                </a:lnTo>
                <a:lnTo>
                  <a:pt x="4961200" y="4962840"/>
                </a:lnTo>
                <a:lnTo>
                  <a:pt x="4915164" y="4946965"/>
                </a:lnTo>
                <a:lnTo>
                  <a:pt x="4862776" y="4935853"/>
                </a:lnTo>
                <a:lnTo>
                  <a:pt x="4802452" y="4929503"/>
                </a:lnTo>
                <a:lnTo>
                  <a:pt x="4734188" y="4926328"/>
                </a:lnTo>
                <a:lnTo>
                  <a:pt x="4665927" y="4929503"/>
                </a:lnTo>
                <a:lnTo>
                  <a:pt x="4605601" y="4935853"/>
                </a:lnTo>
                <a:lnTo>
                  <a:pt x="4553214" y="4946965"/>
                </a:lnTo>
                <a:lnTo>
                  <a:pt x="4507176" y="4962840"/>
                </a:lnTo>
                <a:lnTo>
                  <a:pt x="4465901" y="4978715"/>
                </a:lnTo>
                <a:lnTo>
                  <a:pt x="4429388" y="4994590"/>
                </a:lnTo>
                <a:lnTo>
                  <a:pt x="4353188" y="5032690"/>
                </a:lnTo>
                <a:lnTo>
                  <a:pt x="4316676" y="5051740"/>
                </a:lnTo>
                <a:lnTo>
                  <a:pt x="4275401" y="5067615"/>
                </a:lnTo>
                <a:lnTo>
                  <a:pt x="4229363" y="5081903"/>
                </a:lnTo>
                <a:lnTo>
                  <a:pt x="4176976" y="5093015"/>
                </a:lnTo>
                <a:lnTo>
                  <a:pt x="4116651" y="5100953"/>
                </a:lnTo>
                <a:lnTo>
                  <a:pt x="4048388" y="5102540"/>
                </a:lnTo>
                <a:lnTo>
                  <a:pt x="3980126" y="5100953"/>
                </a:lnTo>
                <a:lnTo>
                  <a:pt x="3919801" y="5093015"/>
                </a:lnTo>
                <a:lnTo>
                  <a:pt x="3867413" y="5081903"/>
                </a:lnTo>
                <a:lnTo>
                  <a:pt x="3821376" y="5067615"/>
                </a:lnTo>
                <a:lnTo>
                  <a:pt x="3780101" y="5051740"/>
                </a:lnTo>
                <a:lnTo>
                  <a:pt x="3743588" y="5032690"/>
                </a:lnTo>
                <a:lnTo>
                  <a:pt x="3705488" y="5013640"/>
                </a:lnTo>
                <a:lnTo>
                  <a:pt x="3667388" y="4994590"/>
                </a:lnTo>
                <a:lnTo>
                  <a:pt x="3630876" y="4978715"/>
                </a:lnTo>
                <a:lnTo>
                  <a:pt x="3589601" y="4962840"/>
                </a:lnTo>
                <a:lnTo>
                  <a:pt x="3543563" y="4946965"/>
                </a:lnTo>
                <a:lnTo>
                  <a:pt x="3491176" y="4935853"/>
                </a:lnTo>
                <a:lnTo>
                  <a:pt x="3430851" y="4929503"/>
                </a:lnTo>
                <a:lnTo>
                  <a:pt x="3361001" y="4926328"/>
                </a:lnTo>
                <a:lnTo>
                  <a:pt x="3294326" y="4929503"/>
                </a:lnTo>
                <a:lnTo>
                  <a:pt x="3234001" y="4935853"/>
                </a:lnTo>
                <a:lnTo>
                  <a:pt x="3181613" y="4946965"/>
                </a:lnTo>
                <a:lnTo>
                  <a:pt x="3135576" y="4962840"/>
                </a:lnTo>
                <a:lnTo>
                  <a:pt x="3094301" y="4978715"/>
                </a:lnTo>
                <a:lnTo>
                  <a:pt x="3057788" y="4994590"/>
                </a:lnTo>
                <a:lnTo>
                  <a:pt x="3019688" y="5013640"/>
                </a:lnTo>
                <a:lnTo>
                  <a:pt x="2981588" y="5032690"/>
                </a:lnTo>
                <a:lnTo>
                  <a:pt x="2945076" y="5051740"/>
                </a:lnTo>
                <a:lnTo>
                  <a:pt x="2903801" y="5067615"/>
                </a:lnTo>
                <a:lnTo>
                  <a:pt x="2857763" y="5081903"/>
                </a:lnTo>
                <a:lnTo>
                  <a:pt x="2805376" y="5093015"/>
                </a:lnTo>
                <a:lnTo>
                  <a:pt x="2745051" y="5100953"/>
                </a:lnTo>
                <a:lnTo>
                  <a:pt x="2676788" y="5102540"/>
                </a:lnTo>
                <a:lnTo>
                  <a:pt x="2608526" y="5100953"/>
                </a:lnTo>
                <a:lnTo>
                  <a:pt x="2548201" y="5093015"/>
                </a:lnTo>
                <a:lnTo>
                  <a:pt x="2495813" y="5081903"/>
                </a:lnTo>
                <a:lnTo>
                  <a:pt x="2449776" y="5067615"/>
                </a:lnTo>
                <a:lnTo>
                  <a:pt x="2408501" y="5051740"/>
                </a:lnTo>
                <a:lnTo>
                  <a:pt x="2371988" y="5032690"/>
                </a:lnTo>
                <a:lnTo>
                  <a:pt x="2333888" y="5013640"/>
                </a:lnTo>
                <a:lnTo>
                  <a:pt x="2295788" y="4994590"/>
                </a:lnTo>
                <a:lnTo>
                  <a:pt x="2259276" y="4978715"/>
                </a:lnTo>
                <a:lnTo>
                  <a:pt x="2218001" y="4962840"/>
                </a:lnTo>
                <a:lnTo>
                  <a:pt x="2171963" y="4946965"/>
                </a:lnTo>
                <a:lnTo>
                  <a:pt x="2119576" y="4935853"/>
                </a:lnTo>
                <a:lnTo>
                  <a:pt x="2059251" y="4929503"/>
                </a:lnTo>
                <a:lnTo>
                  <a:pt x="1990988" y="4926328"/>
                </a:lnTo>
                <a:lnTo>
                  <a:pt x="1922726" y="4929503"/>
                </a:lnTo>
                <a:lnTo>
                  <a:pt x="1862401" y="4935853"/>
                </a:lnTo>
                <a:lnTo>
                  <a:pt x="1810013" y="4946965"/>
                </a:lnTo>
                <a:lnTo>
                  <a:pt x="1763976" y="4962840"/>
                </a:lnTo>
                <a:lnTo>
                  <a:pt x="1722701" y="4978715"/>
                </a:lnTo>
                <a:lnTo>
                  <a:pt x="1686188" y="4994590"/>
                </a:lnTo>
                <a:lnTo>
                  <a:pt x="1648088" y="5013640"/>
                </a:lnTo>
                <a:lnTo>
                  <a:pt x="1609988" y="5032690"/>
                </a:lnTo>
                <a:lnTo>
                  <a:pt x="1573476" y="5051740"/>
                </a:lnTo>
                <a:lnTo>
                  <a:pt x="1532201" y="5067615"/>
                </a:lnTo>
                <a:lnTo>
                  <a:pt x="1486163" y="5081903"/>
                </a:lnTo>
                <a:lnTo>
                  <a:pt x="1433776" y="5093015"/>
                </a:lnTo>
                <a:lnTo>
                  <a:pt x="1373451" y="5100953"/>
                </a:lnTo>
                <a:lnTo>
                  <a:pt x="1305188" y="5102540"/>
                </a:lnTo>
                <a:lnTo>
                  <a:pt x="1236926" y="5100953"/>
                </a:lnTo>
                <a:lnTo>
                  <a:pt x="1176601" y="5093015"/>
                </a:lnTo>
                <a:lnTo>
                  <a:pt x="1124213" y="5081903"/>
                </a:lnTo>
                <a:lnTo>
                  <a:pt x="1078176" y="5067615"/>
                </a:lnTo>
                <a:lnTo>
                  <a:pt x="1036901" y="5051740"/>
                </a:lnTo>
                <a:lnTo>
                  <a:pt x="1000388" y="5032690"/>
                </a:lnTo>
                <a:lnTo>
                  <a:pt x="962288" y="5013640"/>
                </a:lnTo>
                <a:lnTo>
                  <a:pt x="924188" y="4994590"/>
                </a:lnTo>
                <a:lnTo>
                  <a:pt x="887676" y="4978715"/>
                </a:lnTo>
                <a:lnTo>
                  <a:pt x="846401" y="4962840"/>
                </a:lnTo>
                <a:lnTo>
                  <a:pt x="800363" y="4946965"/>
                </a:lnTo>
                <a:lnTo>
                  <a:pt x="747976" y="4935853"/>
                </a:lnTo>
                <a:lnTo>
                  <a:pt x="687651" y="4929503"/>
                </a:lnTo>
                <a:lnTo>
                  <a:pt x="619388" y="4926328"/>
                </a:lnTo>
                <a:lnTo>
                  <a:pt x="551126" y="4929503"/>
                </a:lnTo>
                <a:lnTo>
                  <a:pt x="490801" y="4935853"/>
                </a:lnTo>
                <a:lnTo>
                  <a:pt x="438413" y="4946965"/>
                </a:lnTo>
                <a:lnTo>
                  <a:pt x="392376" y="4962840"/>
                </a:lnTo>
                <a:lnTo>
                  <a:pt x="351101" y="4978715"/>
                </a:lnTo>
                <a:lnTo>
                  <a:pt x="314588" y="4994590"/>
                </a:lnTo>
                <a:lnTo>
                  <a:pt x="276488" y="5013640"/>
                </a:lnTo>
                <a:lnTo>
                  <a:pt x="238388" y="5032690"/>
                </a:lnTo>
                <a:lnTo>
                  <a:pt x="201876" y="5051740"/>
                </a:lnTo>
                <a:lnTo>
                  <a:pt x="160601" y="5067615"/>
                </a:lnTo>
                <a:lnTo>
                  <a:pt x="114563" y="5081903"/>
                </a:lnTo>
                <a:lnTo>
                  <a:pt x="62176" y="5093015"/>
                </a:lnTo>
                <a:lnTo>
                  <a:pt x="1851" y="5100953"/>
                </a:lnTo>
                <a:lnTo>
                  <a:pt x="0" y="51009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65FB4-EEE8-7AF0-C9E2-001F81B4E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Run the Web Application and test the page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C1887B-FB03-4296-8352-8CFA0080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4926330"/>
            <a:ext cx="12191996" cy="320591"/>
          </a:xfrm>
          <a:custGeom>
            <a:avLst/>
            <a:gdLst>
              <a:gd name="connsiteX0" fmla="*/ 619389 w 12191996"/>
              <a:gd name="connsiteY0" fmla="*/ 0 h 320591"/>
              <a:gd name="connsiteX1" fmla="*/ 687652 w 12191996"/>
              <a:gd name="connsiteY1" fmla="*/ 3175 h 320591"/>
              <a:gd name="connsiteX2" fmla="*/ 747977 w 12191996"/>
              <a:gd name="connsiteY2" fmla="*/ 9525 h 320591"/>
              <a:gd name="connsiteX3" fmla="*/ 800364 w 12191996"/>
              <a:gd name="connsiteY3" fmla="*/ 20637 h 320591"/>
              <a:gd name="connsiteX4" fmla="*/ 846402 w 12191996"/>
              <a:gd name="connsiteY4" fmla="*/ 36512 h 320591"/>
              <a:gd name="connsiteX5" fmla="*/ 887677 w 12191996"/>
              <a:gd name="connsiteY5" fmla="*/ 52387 h 320591"/>
              <a:gd name="connsiteX6" fmla="*/ 924189 w 12191996"/>
              <a:gd name="connsiteY6" fmla="*/ 68262 h 320591"/>
              <a:gd name="connsiteX7" fmla="*/ 962289 w 12191996"/>
              <a:gd name="connsiteY7" fmla="*/ 87312 h 320591"/>
              <a:gd name="connsiteX8" fmla="*/ 1000389 w 12191996"/>
              <a:gd name="connsiteY8" fmla="*/ 106362 h 320591"/>
              <a:gd name="connsiteX9" fmla="*/ 1036902 w 12191996"/>
              <a:gd name="connsiteY9" fmla="*/ 125412 h 320591"/>
              <a:gd name="connsiteX10" fmla="*/ 1078177 w 12191996"/>
              <a:gd name="connsiteY10" fmla="*/ 141287 h 320591"/>
              <a:gd name="connsiteX11" fmla="*/ 1124214 w 12191996"/>
              <a:gd name="connsiteY11" fmla="*/ 155575 h 320591"/>
              <a:gd name="connsiteX12" fmla="*/ 1176602 w 12191996"/>
              <a:gd name="connsiteY12" fmla="*/ 166687 h 320591"/>
              <a:gd name="connsiteX13" fmla="*/ 1236927 w 12191996"/>
              <a:gd name="connsiteY13" fmla="*/ 174625 h 320591"/>
              <a:gd name="connsiteX14" fmla="*/ 1305189 w 12191996"/>
              <a:gd name="connsiteY14" fmla="*/ 176212 h 320591"/>
              <a:gd name="connsiteX15" fmla="*/ 1373452 w 12191996"/>
              <a:gd name="connsiteY15" fmla="*/ 174625 h 320591"/>
              <a:gd name="connsiteX16" fmla="*/ 1433777 w 12191996"/>
              <a:gd name="connsiteY16" fmla="*/ 166687 h 320591"/>
              <a:gd name="connsiteX17" fmla="*/ 1486164 w 12191996"/>
              <a:gd name="connsiteY17" fmla="*/ 155575 h 320591"/>
              <a:gd name="connsiteX18" fmla="*/ 1532202 w 12191996"/>
              <a:gd name="connsiteY18" fmla="*/ 141287 h 320591"/>
              <a:gd name="connsiteX19" fmla="*/ 1573477 w 12191996"/>
              <a:gd name="connsiteY19" fmla="*/ 125412 h 320591"/>
              <a:gd name="connsiteX20" fmla="*/ 1609989 w 12191996"/>
              <a:gd name="connsiteY20" fmla="*/ 106362 h 320591"/>
              <a:gd name="connsiteX21" fmla="*/ 1648089 w 12191996"/>
              <a:gd name="connsiteY21" fmla="*/ 87312 h 320591"/>
              <a:gd name="connsiteX22" fmla="*/ 1686189 w 12191996"/>
              <a:gd name="connsiteY22" fmla="*/ 68262 h 320591"/>
              <a:gd name="connsiteX23" fmla="*/ 1722702 w 12191996"/>
              <a:gd name="connsiteY23" fmla="*/ 52387 h 320591"/>
              <a:gd name="connsiteX24" fmla="*/ 1763977 w 12191996"/>
              <a:gd name="connsiteY24" fmla="*/ 36512 h 320591"/>
              <a:gd name="connsiteX25" fmla="*/ 1810014 w 12191996"/>
              <a:gd name="connsiteY25" fmla="*/ 20637 h 320591"/>
              <a:gd name="connsiteX26" fmla="*/ 1862402 w 12191996"/>
              <a:gd name="connsiteY26" fmla="*/ 9525 h 320591"/>
              <a:gd name="connsiteX27" fmla="*/ 1922727 w 12191996"/>
              <a:gd name="connsiteY27" fmla="*/ 3175 h 320591"/>
              <a:gd name="connsiteX28" fmla="*/ 1990989 w 12191996"/>
              <a:gd name="connsiteY28" fmla="*/ 0 h 320591"/>
              <a:gd name="connsiteX29" fmla="*/ 2059252 w 12191996"/>
              <a:gd name="connsiteY29" fmla="*/ 3175 h 320591"/>
              <a:gd name="connsiteX30" fmla="*/ 2119577 w 12191996"/>
              <a:gd name="connsiteY30" fmla="*/ 9525 h 320591"/>
              <a:gd name="connsiteX31" fmla="*/ 2171964 w 12191996"/>
              <a:gd name="connsiteY31" fmla="*/ 20637 h 320591"/>
              <a:gd name="connsiteX32" fmla="*/ 2218002 w 12191996"/>
              <a:gd name="connsiteY32" fmla="*/ 36512 h 320591"/>
              <a:gd name="connsiteX33" fmla="*/ 2259277 w 12191996"/>
              <a:gd name="connsiteY33" fmla="*/ 52387 h 320591"/>
              <a:gd name="connsiteX34" fmla="*/ 2295789 w 12191996"/>
              <a:gd name="connsiteY34" fmla="*/ 68262 h 320591"/>
              <a:gd name="connsiteX35" fmla="*/ 2333889 w 12191996"/>
              <a:gd name="connsiteY35" fmla="*/ 87312 h 320591"/>
              <a:gd name="connsiteX36" fmla="*/ 2371989 w 12191996"/>
              <a:gd name="connsiteY36" fmla="*/ 106362 h 320591"/>
              <a:gd name="connsiteX37" fmla="*/ 2408502 w 12191996"/>
              <a:gd name="connsiteY37" fmla="*/ 125412 h 320591"/>
              <a:gd name="connsiteX38" fmla="*/ 2449777 w 12191996"/>
              <a:gd name="connsiteY38" fmla="*/ 141287 h 320591"/>
              <a:gd name="connsiteX39" fmla="*/ 2495814 w 12191996"/>
              <a:gd name="connsiteY39" fmla="*/ 155575 h 320591"/>
              <a:gd name="connsiteX40" fmla="*/ 2548202 w 12191996"/>
              <a:gd name="connsiteY40" fmla="*/ 166687 h 320591"/>
              <a:gd name="connsiteX41" fmla="*/ 2608527 w 12191996"/>
              <a:gd name="connsiteY41" fmla="*/ 174625 h 320591"/>
              <a:gd name="connsiteX42" fmla="*/ 2676789 w 12191996"/>
              <a:gd name="connsiteY42" fmla="*/ 176212 h 320591"/>
              <a:gd name="connsiteX43" fmla="*/ 2745052 w 12191996"/>
              <a:gd name="connsiteY43" fmla="*/ 174625 h 320591"/>
              <a:gd name="connsiteX44" fmla="*/ 2805377 w 12191996"/>
              <a:gd name="connsiteY44" fmla="*/ 166687 h 320591"/>
              <a:gd name="connsiteX45" fmla="*/ 2857764 w 12191996"/>
              <a:gd name="connsiteY45" fmla="*/ 155575 h 320591"/>
              <a:gd name="connsiteX46" fmla="*/ 2903802 w 12191996"/>
              <a:gd name="connsiteY46" fmla="*/ 141287 h 320591"/>
              <a:gd name="connsiteX47" fmla="*/ 2945077 w 12191996"/>
              <a:gd name="connsiteY47" fmla="*/ 125412 h 320591"/>
              <a:gd name="connsiteX48" fmla="*/ 2981589 w 12191996"/>
              <a:gd name="connsiteY48" fmla="*/ 106362 h 320591"/>
              <a:gd name="connsiteX49" fmla="*/ 3019689 w 12191996"/>
              <a:gd name="connsiteY49" fmla="*/ 87312 h 320591"/>
              <a:gd name="connsiteX50" fmla="*/ 3057789 w 12191996"/>
              <a:gd name="connsiteY50" fmla="*/ 68262 h 320591"/>
              <a:gd name="connsiteX51" fmla="*/ 3094302 w 12191996"/>
              <a:gd name="connsiteY51" fmla="*/ 52387 h 320591"/>
              <a:gd name="connsiteX52" fmla="*/ 3135577 w 12191996"/>
              <a:gd name="connsiteY52" fmla="*/ 36512 h 320591"/>
              <a:gd name="connsiteX53" fmla="*/ 3181614 w 12191996"/>
              <a:gd name="connsiteY53" fmla="*/ 20637 h 320591"/>
              <a:gd name="connsiteX54" fmla="*/ 3234002 w 12191996"/>
              <a:gd name="connsiteY54" fmla="*/ 9525 h 320591"/>
              <a:gd name="connsiteX55" fmla="*/ 3294327 w 12191996"/>
              <a:gd name="connsiteY55" fmla="*/ 3175 h 320591"/>
              <a:gd name="connsiteX56" fmla="*/ 3361002 w 12191996"/>
              <a:gd name="connsiteY56" fmla="*/ 0 h 320591"/>
              <a:gd name="connsiteX57" fmla="*/ 3430852 w 12191996"/>
              <a:gd name="connsiteY57" fmla="*/ 3175 h 320591"/>
              <a:gd name="connsiteX58" fmla="*/ 3491177 w 12191996"/>
              <a:gd name="connsiteY58" fmla="*/ 9525 h 320591"/>
              <a:gd name="connsiteX59" fmla="*/ 3543564 w 12191996"/>
              <a:gd name="connsiteY59" fmla="*/ 20637 h 320591"/>
              <a:gd name="connsiteX60" fmla="*/ 3589602 w 12191996"/>
              <a:gd name="connsiteY60" fmla="*/ 36512 h 320591"/>
              <a:gd name="connsiteX61" fmla="*/ 3630877 w 12191996"/>
              <a:gd name="connsiteY61" fmla="*/ 52387 h 320591"/>
              <a:gd name="connsiteX62" fmla="*/ 3667389 w 12191996"/>
              <a:gd name="connsiteY62" fmla="*/ 68262 h 320591"/>
              <a:gd name="connsiteX63" fmla="*/ 3705489 w 12191996"/>
              <a:gd name="connsiteY63" fmla="*/ 87312 h 320591"/>
              <a:gd name="connsiteX64" fmla="*/ 3743589 w 12191996"/>
              <a:gd name="connsiteY64" fmla="*/ 106362 h 320591"/>
              <a:gd name="connsiteX65" fmla="*/ 3780102 w 12191996"/>
              <a:gd name="connsiteY65" fmla="*/ 125412 h 320591"/>
              <a:gd name="connsiteX66" fmla="*/ 3821377 w 12191996"/>
              <a:gd name="connsiteY66" fmla="*/ 141287 h 320591"/>
              <a:gd name="connsiteX67" fmla="*/ 3867414 w 12191996"/>
              <a:gd name="connsiteY67" fmla="*/ 155575 h 320591"/>
              <a:gd name="connsiteX68" fmla="*/ 3919802 w 12191996"/>
              <a:gd name="connsiteY68" fmla="*/ 166687 h 320591"/>
              <a:gd name="connsiteX69" fmla="*/ 3980127 w 12191996"/>
              <a:gd name="connsiteY69" fmla="*/ 174625 h 320591"/>
              <a:gd name="connsiteX70" fmla="*/ 4048389 w 12191996"/>
              <a:gd name="connsiteY70" fmla="*/ 176212 h 320591"/>
              <a:gd name="connsiteX71" fmla="*/ 4116652 w 12191996"/>
              <a:gd name="connsiteY71" fmla="*/ 174625 h 320591"/>
              <a:gd name="connsiteX72" fmla="*/ 4176977 w 12191996"/>
              <a:gd name="connsiteY72" fmla="*/ 166687 h 320591"/>
              <a:gd name="connsiteX73" fmla="*/ 4229364 w 12191996"/>
              <a:gd name="connsiteY73" fmla="*/ 155575 h 320591"/>
              <a:gd name="connsiteX74" fmla="*/ 4275402 w 12191996"/>
              <a:gd name="connsiteY74" fmla="*/ 141287 h 320591"/>
              <a:gd name="connsiteX75" fmla="*/ 4316677 w 12191996"/>
              <a:gd name="connsiteY75" fmla="*/ 125412 h 320591"/>
              <a:gd name="connsiteX76" fmla="*/ 4353189 w 12191996"/>
              <a:gd name="connsiteY76" fmla="*/ 106362 h 320591"/>
              <a:gd name="connsiteX77" fmla="*/ 4429389 w 12191996"/>
              <a:gd name="connsiteY77" fmla="*/ 68262 h 320591"/>
              <a:gd name="connsiteX78" fmla="*/ 4465902 w 12191996"/>
              <a:gd name="connsiteY78" fmla="*/ 52387 h 320591"/>
              <a:gd name="connsiteX79" fmla="*/ 4507177 w 12191996"/>
              <a:gd name="connsiteY79" fmla="*/ 36512 h 320591"/>
              <a:gd name="connsiteX80" fmla="*/ 4553215 w 12191996"/>
              <a:gd name="connsiteY80" fmla="*/ 20637 h 320591"/>
              <a:gd name="connsiteX81" fmla="*/ 4605602 w 12191996"/>
              <a:gd name="connsiteY81" fmla="*/ 9525 h 320591"/>
              <a:gd name="connsiteX82" fmla="*/ 4665928 w 12191996"/>
              <a:gd name="connsiteY82" fmla="*/ 3175 h 320591"/>
              <a:gd name="connsiteX83" fmla="*/ 4734189 w 12191996"/>
              <a:gd name="connsiteY83" fmla="*/ 0 h 320591"/>
              <a:gd name="connsiteX84" fmla="*/ 4802453 w 12191996"/>
              <a:gd name="connsiteY84" fmla="*/ 3175 h 320591"/>
              <a:gd name="connsiteX85" fmla="*/ 4862777 w 12191996"/>
              <a:gd name="connsiteY85" fmla="*/ 9525 h 320591"/>
              <a:gd name="connsiteX86" fmla="*/ 4915165 w 12191996"/>
              <a:gd name="connsiteY86" fmla="*/ 20637 h 320591"/>
              <a:gd name="connsiteX87" fmla="*/ 4961201 w 12191996"/>
              <a:gd name="connsiteY87" fmla="*/ 36512 h 320591"/>
              <a:gd name="connsiteX88" fmla="*/ 5002477 w 12191996"/>
              <a:gd name="connsiteY88" fmla="*/ 52387 h 320591"/>
              <a:gd name="connsiteX89" fmla="*/ 5038989 w 12191996"/>
              <a:gd name="connsiteY89" fmla="*/ 68262 h 320591"/>
              <a:gd name="connsiteX90" fmla="*/ 5077090 w 12191996"/>
              <a:gd name="connsiteY90" fmla="*/ 87312 h 320591"/>
              <a:gd name="connsiteX91" fmla="*/ 5115189 w 12191996"/>
              <a:gd name="connsiteY91" fmla="*/ 106362 h 320591"/>
              <a:gd name="connsiteX92" fmla="*/ 5151701 w 12191996"/>
              <a:gd name="connsiteY92" fmla="*/ 125412 h 320591"/>
              <a:gd name="connsiteX93" fmla="*/ 5192977 w 12191996"/>
              <a:gd name="connsiteY93" fmla="*/ 141287 h 320591"/>
              <a:gd name="connsiteX94" fmla="*/ 5239014 w 12191996"/>
              <a:gd name="connsiteY94" fmla="*/ 155575 h 320591"/>
              <a:gd name="connsiteX95" fmla="*/ 5291401 w 12191996"/>
              <a:gd name="connsiteY95" fmla="*/ 166687 h 320591"/>
              <a:gd name="connsiteX96" fmla="*/ 5351727 w 12191996"/>
              <a:gd name="connsiteY96" fmla="*/ 174625 h 320591"/>
              <a:gd name="connsiteX97" fmla="*/ 5410199 w 12191996"/>
              <a:gd name="connsiteY97" fmla="*/ 175985 h 320591"/>
              <a:gd name="connsiteX98" fmla="*/ 5468671 w 12191996"/>
              <a:gd name="connsiteY98" fmla="*/ 174625 h 320591"/>
              <a:gd name="connsiteX99" fmla="*/ 5528996 w 12191996"/>
              <a:gd name="connsiteY99" fmla="*/ 166687 h 320591"/>
              <a:gd name="connsiteX100" fmla="*/ 5581383 w 12191996"/>
              <a:gd name="connsiteY100" fmla="*/ 155575 h 320591"/>
              <a:gd name="connsiteX101" fmla="*/ 5627421 w 12191996"/>
              <a:gd name="connsiteY101" fmla="*/ 141287 h 320591"/>
              <a:gd name="connsiteX102" fmla="*/ 5668696 w 12191996"/>
              <a:gd name="connsiteY102" fmla="*/ 125412 h 320591"/>
              <a:gd name="connsiteX103" fmla="*/ 5705209 w 12191996"/>
              <a:gd name="connsiteY103" fmla="*/ 106362 h 320591"/>
              <a:gd name="connsiteX104" fmla="*/ 5743308 w 12191996"/>
              <a:gd name="connsiteY104" fmla="*/ 87312 h 320591"/>
              <a:gd name="connsiteX105" fmla="*/ 5781408 w 12191996"/>
              <a:gd name="connsiteY105" fmla="*/ 68262 h 320591"/>
              <a:gd name="connsiteX106" fmla="*/ 5817921 w 12191996"/>
              <a:gd name="connsiteY106" fmla="*/ 52387 h 320591"/>
              <a:gd name="connsiteX107" fmla="*/ 5859196 w 12191996"/>
              <a:gd name="connsiteY107" fmla="*/ 36512 h 320591"/>
              <a:gd name="connsiteX108" fmla="*/ 5905234 w 12191996"/>
              <a:gd name="connsiteY108" fmla="*/ 20637 h 320591"/>
              <a:gd name="connsiteX109" fmla="*/ 5957621 w 12191996"/>
              <a:gd name="connsiteY109" fmla="*/ 9525 h 320591"/>
              <a:gd name="connsiteX110" fmla="*/ 6017947 w 12191996"/>
              <a:gd name="connsiteY110" fmla="*/ 3175 h 320591"/>
              <a:gd name="connsiteX111" fmla="*/ 6086209 w 12191996"/>
              <a:gd name="connsiteY111" fmla="*/ 0 h 320591"/>
              <a:gd name="connsiteX112" fmla="*/ 6095999 w 12191996"/>
              <a:gd name="connsiteY112" fmla="*/ 455 h 320591"/>
              <a:gd name="connsiteX113" fmla="*/ 6105789 w 12191996"/>
              <a:gd name="connsiteY113" fmla="*/ 0 h 320591"/>
              <a:gd name="connsiteX114" fmla="*/ 6174052 w 12191996"/>
              <a:gd name="connsiteY114" fmla="*/ 3175 h 320591"/>
              <a:gd name="connsiteX115" fmla="*/ 6234377 w 12191996"/>
              <a:gd name="connsiteY115" fmla="*/ 9525 h 320591"/>
              <a:gd name="connsiteX116" fmla="*/ 6286764 w 12191996"/>
              <a:gd name="connsiteY116" fmla="*/ 20637 h 320591"/>
              <a:gd name="connsiteX117" fmla="*/ 6332802 w 12191996"/>
              <a:gd name="connsiteY117" fmla="*/ 36512 h 320591"/>
              <a:gd name="connsiteX118" fmla="*/ 6374077 w 12191996"/>
              <a:gd name="connsiteY118" fmla="*/ 52387 h 320591"/>
              <a:gd name="connsiteX119" fmla="*/ 6410589 w 12191996"/>
              <a:gd name="connsiteY119" fmla="*/ 68262 h 320591"/>
              <a:gd name="connsiteX120" fmla="*/ 6448689 w 12191996"/>
              <a:gd name="connsiteY120" fmla="*/ 87312 h 320591"/>
              <a:gd name="connsiteX121" fmla="*/ 6486789 w 12191996"/>
              <a:gd name="connsiteY121" fmla="*/ 106362 h 320591"/>
              <a:gd name="connsiteX122" fmla="*/ 6523302 w 12191996"/>
              <a:gd name="connsiteY122" fmla="*/ 125412 h 320591"/>
              <a:gd name="connsiteX123" fmla="*/ 6564577 w 12191996"/>
              <a:gd name="connsiteY123" fmla="*/ 141287 h 320591"/>
              <a:gd name="connsiteX124" fmla="*/ 6610614 w 12191996"/>
              <a:gd name="connsiteY124" fmla="*/ 155575 h 320591"/>
              <a:gd name="connsiteX125" fmla="*/ 6663002 w 12191996"/>
              <a:gd name="connsiteY125" fmla="*/ 166687 h 320591"/>
              <a:gd name="connsiteX126" fmla="*/ 6723327 w 12191996"/>
              <a:gd name="connsiteY126" fmla="*/ 174625 h 320591"/>
              <a:gd name="connsiteX127" fmla="*/ 6781799 w 12191996"/>
              <a:gd name="connsiteY127" fmla="*/ 175985 h 320591"/>
              <a:gd name="connsiteX128" fmla="*/ 6840271 w 12191996"/>
              <a:gd name="connsiteY128" fmla="*/ 174625 h 320591"/>
              <a:gd name="connsiteX129" fmla="*/ 6900596 w 12191996"/>
              <a:gd name="connsiteY129" fmla="*/ 166687 h 320591"/>
              <a:gd name="connsiteX130" fmla="*/ 6952983 w 12191996"/>
              <a:gd name="connsiteY130" fmla="*/ 155575 h 320591"/>
              <a:gd name="connsiteX131" fmla="*/ 6999021 w 12191996"/>
              <a:gd name="connsiteY131" fmla="*/ 141287 h 320591"/>
              <a:gd name="connsiteX132" fmla="*/ 7040296 w 12191996"/>
              <a:gd name="connsiteY132" fmla="*/ 125412 h 320591"/>
              <a:gd name="connsiteX133" fmla="*/ 7076808 w 12191996"/>
              <a:gd name="connsiteY133" fmla="*/ 106362 h 320591"/>
              <a:gd name="connsiteX134" fmla="*/ 7114908 w 12191996"/>
              <a:gd name="connsiteY134" fmla="*/ 87312 h 320591"/>
              <a:gd name="connsiteX135" fmla="*/ 7153008 w 12191996"/>
              <a:gd name="connsiteY135" fmla="*/ 68262 h 320591"/>
              <a:gd name="connsiteX136" fmla="*/ 7189521 w 12191996"/>
              <a:gd name="connsiteY136" fmla="*/ 52387 h 320591"/>
              <a:gd name="connsiteX137" fmla="*/ 7230796 w 12191996"/>
              <a:gd name="connsiteY137" fmla="*/ 36512 h 320591"/>
              <a:gd name="connsiteX138" fmla="*/ 7276833 w 12191996"/>
              <a:gd name="connsiteY138" fmla="*/ 20637 h 320591"/>
              <a:gd name="connsiteX139" fmla="*/ 7329221 w 12191996"/>
              <a:gd name="connsiteY139" fmla="*/ 9525 h 320591"/>
              <a:gd name="connsiteX140" fmla="*/ 7389546 w 12191996"/>
              <a:gd name="connsiteY140" fmla="*/ 3175 h 320591"/>
              <a:gd name="connsiteX141" fmla="*/ 7457808 w 12191996"/>
              <a:gd name="connsiteY141" fmla="*/ 0 h 320591"/>
              <a:gd name="connsiteX142" fmla="*/ 7526071 w 12191996"/>
              <a:gd name="connsiteY142" fmla="*/ 3175 h 320591"/>
              <a:gd name="connsiteX143" fmla="*/ 7586396 w 12191996"/>
              <a:gd name="connsiteY143" fmla="*/ 9525 h 320591"/>
              <a:gd name="connsiteX144" fmla="*/ 7638783 w 12191996"/>
              <a:gd name="connsiteY144" fmla="*/ 20637 h 320591"/>
              <a:gd name="connsiteX145" fmla="*/ 7684821 w 12191996"/>
              <a:gd name="connsiteY145" fmla="*/ 36512 h 320591"/>
              <a:gd name="connsiteX146" fmla="*/ 7726096 w 12191996"/>
              <a:gd name="connsiteY146" fmla="*/ 52387 h 320591"/>
              <a:gd name="connsiteX147" fmla="*/ 7762608 w 12191996"/>
              <a:gd name="connsiteY147" fmla="*/ 68262 h 320591"/>
              <a:gd name="connsiteX148" fmla="*/ 7800708 w 12191996"/>
              <a:gd name="connsiteY148" fmla="*/ 87312 h 320591"/>
              <a:gd name="connsiteX149" fmla="*/ 7838808 w 12191996"/>
              <a:gd name="connsiteY149" fmla="*/ 106362 h 320591"/>
              <a:gd name="connsiteX150" fmla="*/ 7875321 w 12191996"/>
              <a:gd name="connsiteY150" fmla="*/ 125412 h 320591"/>
              <a:gd name="connsiteX151" fmla="*/ 7916596 w 12191996"/>
              <a:gd name="connsiteY151" fmla="*/ 141287 h 320591"/>
              <a:gd name="connsiteX152" fmla="*/ 7962633 w 12191996"/>
              <a:gd name="connsiteY152" fmla="*/ 155575 h 320591"/>
              <a:gd name="connsiteX153" fmla="*/ 8015021 w 12191996"/>
              <a:gd name="connsiteY153" fmla="*/ 166687 h 320591"/>
              <a:gd name="connsiteX154" fmla="*/ 8075346 w 12191996"/>
              <a:gd name="connsiteY154" fmla="*/ 174625 h 320591"/>
              <a:gd name="connsiteX155" fmla="*/ 8143608 w 12191996"/>
              <a:gd name="connsiteY155" fmla="*/ 176212 h 320591"/>
              <a:gd name="connsiteX156" fmla="*/ 8211871 w 12191996"/>
              <a:gd name="connsiteY156" fmla="*/ 174625 h 320591"/>
              <a:gd name="connsiteX157" fmla="*/ 8272196 w 12191996"/>
              <a:gd name="connsiteY157" fmla="*/ 166687 h 320591"/>
              <a:gd name="connsiteX158" fmla="*/ 8324583 w 12191996"/>
              <a:gd name="connsiteY158" fmla="*/ 155575 h 320591"/>
              <a:gd name="connsiteX159" fmla="*/ 8370621 w 12191996"/>
              <a:gd name="connsiteY159" fmla="*/ 141287 h 320591"/>
              <a:gd name="connsiteX160" fmla="*/ 8411896 w 12191996"/>
              <a:gd name="connsiteY160" fmla="*/ 125412 h 320591"/>
              <a:gd name="connsiteX161" fmla="*/ 8448408 w 12191996"/>
              <a:gd name="connsiteY161" fmla="*/ 106362 h 320591"/>
              <a:gd name="connsiteX162" fmla="*/ 8486508 w 12191996"/>
              <a:gd name="connsiteY162" fmla="*/ 87312 h 320591"/>
              <a:gd name="connsiteX163" fmla="*/ 8524608 w 12191996"/>
              <a:gd name="connsiteY163" fmla="*/ 68262 h 320591"/>
              <a:gd name="connsiteX164" fmla="*/ 8561120 w 12191996"/>
              <a:gd name="connsiteY164" fmla="*/ 52387 h 320591"/>
              <a:gd name="connsiteX165" fmla="*/ 8602396 w 12191996"/>
              <a:gd name="connsiteY165" fmla="*/ 36512 h 320591"/>
              <a:gd name="connsiteX166" fmla="*/ 8648432 w 12191996"/>
              <a:gd name="connsiteY166" fmla="*/ 20637 h 320591"/>
              <a:gd name="connsiteX167" fmla="*/ 8700820 w 12191996"/>
              <a:gd name="connsiteY167" fmla="*/ 9525 h 320591"/>
              <a:gd name="connsiteX168" fmla="*/ 8761146 w 12191996"/>
              <a:gd name="connsiteY168" fmla="*/ 3175 h 320591"/>
              <a:gd name="connsiteX169" fmla="*/ 8827820 w 12191996"/>
              <a:gd name="connsiteY169" fmla="*/ 0 h 320591"/>
              <a:gd name="connsiteX170" fmla="*/ 8897670 w 12191996"/>
              <a:gd name="connsiteY170" fmla="*/ 3175 h 320591"/>
              <a:gd name="connsiteX171" fmla="*/ 8957996 w 12191996"/>
              <a:gd name="connsiteY171" fmla="*/ 9525 h 320591"/>
              <a:gd name="connsiteX172" fmla="*/ 9010382 w 12191996"/>
              <a:gd name="connsiteY172" fmla="*/ 20637 h 320591"/>
              <a:gd name="connsiteX173" fmla="*/ 9056420 w 12191996"/>
              <a:gd name="connsiteY173" fmla="*/ 36512 h 320591"/>
              <a:gd name="connsiteX174" fmla="*/ 9097696 w 12191996"/>
              <a:gd name="connsiteY174" fmla="*/ 52387 h 320591"/>
              <a:gd name="connsiteX175" fmla="*/ 9134208 w 12191996"/>
              <a:gd name="connsiteY175" fmla="*/ 68262 h 320591"/>
              <a:gd name="connsiteX176" fmla="*/ 9172308 w 12191996"/>
              <a:gd name="connsiteY176" fmla="*/ 87312 h 320591"/>
              <a:gd name="connsiteX177" fmla="*/ 9210408 w 12191996"/>
              <a:gd name="connsiteY177" fmla="*/ 106362 h 320591"/>
              <a:gd name="connsiteX178" fmla="*/ 9246920 w 12191996"/>
              <a:gd name="connsiteY178" fmla="*/ 125412 h 320591"/>
              <a:gd name="connsiteX179" fmla="*/ 9288196 w 12191996"/>
              <a:gd name="connsiteY179" fmla="*/ 141287 h 320591"/>
              <a:gd name="connsiteX180" fmla="*/ 9334232 w 12191996"/>
              <a:gd name="connsiteY180" fmla="*/ 155575 h 320591"/>
              <a:gd name="connsiteX181" fmla="*/ 9386620 w 12191996"/>
              <a:gd name="connsiteY181" fmla="*/ 166687 h 320591"/>
              <a:gd name="connsiteX182" fmla="*/ 9446946 w 12191996"/>
              <a:gd name="connsiteY182" fmla="*/ 174625 h 320591"/>
              <a:gd name="connsiteX183" fmla="*/ 9515208 w 12191996"/>
              <a:gd name="connsiteY183" fmla="*/ 176212 h 320591"/>
              <a:gd name="connsiteX184" fmla="*/ 9583470 w 12191996"/>
              <a:gd name="connsiteY184" fmla="*/ 174625 h 320591"/>
              <a:gd name="connsiteX185" fmla="*/ 9643796 w 12191996"/>
              <a:gd name="connsiteY185" fmla="*/ 166687 h 320591"/>
              <a:gd name="connsiteX186" fmla="*/ 9696182 w 12191996"/>
              <a:gd name="connsiteY186" fmla="*/ 155575 h 320591"/>
              <a:gd name="connsiteX187" fmla="*/ 9742220 w 12191996"/>
              <a:gd name="connsiteY187" fmla="*/ 141287 h 320591"/>
              <a:gd name="connsiteX188" fmla="*/ 9783496 w 12191996"/>
              <a:gd name="connsiteY188" fmla="*/ 125412 h 320591"/>
              <a:gd name="connsiteX189" fmla="*/ 9820008 w 12191996"/>
              <a:gd name="connsiteY189" fmla="*/ 106362 h 320591"/>
              <a:gd name="connsiteX190" fmla="*/ 9896208 w 12191996"/>
              <a:gd name="connsiteY190" fmla="*/ 68262 h 320591"/>
              <a:gd name="connsiteX191" fmla="*/ 9932720 w 12191996"/>
              <a:gd name="connsiteY191" fmla="*/ 52387 h 320591"/>
              <a:gd name="connsiteX192" fmla="*/ 9973996 w 12191996"/>
              <a:gd name="connsiteY192" fmla="*/ 36512 h 320591"/>
              <a:gd name="connsiteX193" fmla="*/ 10020032 w 12191996"/>
              <a:gd name="connsiteY193" fmla="*/ 20637 h 320591"/>
              <a:gd name="connsiteX194" fmla="*/ 10072420 w 12191996"/>
              <a:gd name="connsiteY194" fmla="*/ 9525 h 320591"/>
              <a:gd name="connsiteX195" fmla="*/ 10132746 w 12191996"/>
              <a:gd name="connsiteY195" fmla="*/ 3175 h 320591"/>
              <a:gd name="connsiteX196" fmla="*/ 10201008 w 12191996"/>
              <a:gd name="connsiteY196" fmla="*/ 0 h 320591"/>
              <a:gd name="connsiteX197" fmla="*/ 10269270 w 12191996"/>
              <a:gd name="connsiteY197" fmla="*/ 3175 h 320591"/>
              <a:gd name="connsiteX198" fmla="*/ 10329596 w 12191996"/>
              <a:gd name="connsiteY198" fmla="*/ 9525 h 320591"/>
              <a:gd name="connsiteX199" fmla="*/ 10381982 w 12191996"/>
              <a:gd name="connsiteY199" fmla="*/ 20637 h 320591"/>
              <a:gd name="connsiteX200" fmla="*/ 10428020 w 12191996"/>
              <a:gd name="connsiteY200" fmla="*/ 36512 h 320591"/>
              <a:gd name="connsiteX201" fmla="*/ 10469296 w 12191996"/>
              <a:gd name="connsiteY201" fmla="*/ 52387 h 320591"/>
              <a:gd name="connsiteX202" fmla="*/ 10505808 w 12191996"/>
              <a:gd name="connsiteY202" fmla="*/ 68262 h 320591"/>
              <a:gd name="connsiteX203" fmla="*/ 10543908 w 12191996"/>
              <a:gd name="connsiteY203" fmla="*/ 87312 h 320591"/>
              <a:gd name="connsiteX204" fmla="*/ 10582008 w 12191996"/>
              <a:gd name="connsiteY204" fmla="*/ 106362 h 320591"/>
              <a:gd name="connsiteX205" fmla="*/ 10618520 w 12191996"/>
              <a:gd name="connsiteY205" fmla="*/ 125412 h 320591"/>
              <a:gd name="connsiteX206" fmla="*/ 10659796 w 12191996"/>
              <a:gd name="connsiteY206" fmla="*/ 141287 h 320591"/>
              <a:gd name="connsiteX207" fmla="*/ 10705832 w 12191996"/>
              <a:gd name="connsiteY207" fmla="*/ 155575 h 320591"/>
              <a:gd name="connsiteX208" fmla="*/ 10758220 w 12191996"/>
              <a:gd name="connsiteY208" fmla="*/ 166687 h 320591"/>
              <a:gd name="connsiteX209" fmla="*/ 10818546 w 12191996"/>
              <a:gd name="connsiteY209" fmla="*/ 174625 h 320591"/>
              <a:gd name="connsiteX210" fmla="*/ 10886808 w 12191996"/>
              <a:gd name="connsiteY210" fmla="*/ 176212 h 320591"/>
              <a:gd name="connsiteX211" fmla="*/ 10955070 w 12191996"/>
              <a:gd name="connsiteY211" fmla="*/ 174625 h 320591"/>
              <a:gd name="connsiteX212" fmla="*/ 11015396 w 12191996"/>
              <a:gd name="connsiteY212" fmla="*/ 166687 h 320591"/>
              <a:gd name="connsiteX213" fmla="*/ 11067782 w 12191996"/>
              <a:gd name="connsiteY213" fmla="*/ 155575 h 320591"/>
              <a:gd name="connsiteX214" fmla="*/ 11113820 w 12191996"/>
              <a:gd name="connsiteY214" fmla="*/ 141287 h 320591"/>
              <a:gd name="connsiteX215" fmla="*/ 11155096 w 12191996"/>
              <a:gd name="connsiteY215" fmla="*/ 125412 h 320591"/>
              <a:gd name="connsiteX216" fmla="*/ 11191608 w 12191996"/>
              <a:gd name="connsiteY216" fmla="*/ 106362 h 320591"/>
              <a:gd name="connsiteX217" fmla="*/ 11229708 w 12191996"/>
              <a:gd name="connsiteY217" fmla="*/ 87312 h 320591"/>
              <a:gd name="connsiteX218" fmla="*/ 11267808 w 12191996"/>
              <a:gd name="connsiteY218" fmla="*/ 68262 h 320591"/>
              <a:gd name="connsiteX219" fmla="*/ 11304320 w 12191996"/>
              <a:gd name="connsiteY219" fmla="*/ 52387 h 320591"/>
              <a:gd name="connsiteX220" fmla="*/ 11345596 w 12191996"/>
              <a:gd name="connsiteY220" fmla="*/ 36512 h 320591"/>
              <a:gd name="connsiteX221" fmla="*/ 11391632 w 12191996"/>
              <a:gd name="connsiteY221" fmla="*/ 20637 h 320591"/>
              <a:gd name="connsiteX222" fmla="*/ 11444020 w 12191996"/>
              <a:gd name="connsiteY222" fmla="*/ 9525 h 320591"/>
              <a:gd name="connsiteX223" fmla="*/ 11504346 w 12191996"/>
              <a:gd name="connsiteY223" fmla="*/ 3175 h 320591"/>
              <a:gd name="connsiteX224" fmla="*/ 11572608 w 12191996"/>
              <a:gd name="connsiteY224" fmla="*/ 0 h 320591"/>
              <a:gd name="connsiteX225" fmla="*/ 11640870 w 12191996"/>
              <a:gd name="connsiteY225" fmla="*/ 3175 h 320591"/>
              <a:gd name="connsiteX226" fmla="*/ 11701196 w 12191996"/>
              <a:gd name="connsiteY226" fmla="*/ 9525 h 320591"/>
              <a:gd name="connsiteX227" fmla="*/ 11753582 w 12191996"/>
              <a:gd name="connsiteY227" fmla="*/ 20637 h 320591"/>
              <a:gd name="connsiteX228" fmla="*/ 11799620 w 12191996"/>
              <a:gd name="connsiteY228" fmla="*/ 36512 h 320591"/>
              <a:gd name="connsiteX229" fmla="*/ 11840896 w 12191996"/>
              <a:gd name="connsiteY229" fmla="*/ 52387 h 320591"/>
              <a:gd name="connsiteX230" fmla="*/ 11877408 w 12191996"/>
              <a:gd name="connsiteY230" fmla="*/ 68262 h 320591"/>
              <a:gd name="connsiteX231" fmla="*/ 11915508 w 12191996"/>
              <a:gd name="connsiteY231" fmla="*/ 87312 h 320591"/>
              <a:gd name="connsiteX232" fmla="*/ 11953608 w 12191996"/>
              <a:gd name="connsiteY232" fmla="*/ 106362 h 320591"/>
              <a:gd name="connsiteX233" fmla="*/ 11990120 w 12191996"/>
              <a:gd name="connsiteY233" fmla="*/ 125412 h 320591"/>
              <a:gd name="connsiteX234" fmla="*/ 12031396 w 12191996"/>
              <a:gd name="connsiteY234" fmla="*/ 141287 h 320591"/>
              <a:gd name="connsiteX235" fmla="*/ 12077432 w 12191996"/>
              <a:gd name="connsiteY235" fmla="*/ 155575 h 320591"/>
              <a:gd name="connsiteX236" fmla="*/ 12129820 w 12191996"/>
              <a:gd name="connsiteY236" fmla="*/ 166688 h 320591"/>
              <a:gd name="connsiteX237" fmla="*/ 12190146 w 12191996"/>
              <a:gd name="connsiteY237" fmla="*/ 174625 h 320591"/>
              <a:gd name="connsiteX238" fmla="*/ 12191996 w 12191996"/>
              <a:gd name="connsiteY238" fmla="*/ 174668 h 320591"/>
              <a:gd name="connsiteX239" fmla="*/ 12191996 w 12191996"/>
              <a:gd name="connsiteY239" fmla="*/ 319047 h 320591"/>
              <a:gd name="connsiteX240" fmla="*/ 12190146 w 12191996"/>
              <a:gd name="connsiteY240" fmla="*/ 319004 h 320591"/>
              <a:gd name="connsiteX241" fmla="*/ 12129820 w 12191996"/>
              <a:gd name="connsiteY241" fmla="*/ 311067 h 320591"/>
              <a:gd name="connsiteX242" fmla="*/ 12077432 w 12191996"/>
              <a:gd name="connsiteY242" fmla="*/ 299954 h 320591"/>
              <a:gd name="connsiteX243" fmla="*/ 12031396 w 12191996"/>
              <a:gd name="connsiteY243" fmla="*/ 285666 h 320591"/>
              <a:gd name="connsiteX244" fmla="*/ 11990120 w 12191996"/>
              <a:gd name="connsiteY244" fmla="*/ 269791 h 320591"/>
              <a:gd name="connsiteX245" fmla="*/ 11953608 w 12191996"/>
              <a:gd name="connsiteY245" fmla="*/ 250741 h 320591"/>
              <a:gd name="connsiteX246" fmla="*/ 11915508 w 12191996"/>
              <a:gd name="connsiteY246" fmla="*/ 231691 h 320591"/>
              <a:gd name="connsiteX247" fmla="*/ 11877408 w 12191996"/>
              <a:gd name="connsiteY247" fmla="*/ 212641 h 320591"/>
              <a:gd name="connsiteX248" fmla="*/ 11840896 w 12191996"/>
              <a:gd name="connsiteY248" fmla="*/ 196766 h 320591"/>
              <a:gd name="connsiteX249" fmla="*/ 11799620 w 12191996"/>
              <a:gd name="connsiteY249" fmla="*/ 180891 h 320591"/>
              <a:gd name="connsiteX250" fmla="*/ 11753582 w 12191996"/>
              <a:gd name="connsiteY250" fmla="*/ 165016 h 320591"/>
              <a:gd name="connsiteX251" fmla="*/ 11701196 w 12191996"/>
              <a:gd name="connsiteY251" fmla="*/ 153904 h 320591"/>
              <a:gd name="connsiteX252" fmla="*/ 11640870 w 12191996"/>
              <a:gd name="connsiteY252" fmla="*/ 147554 h 320591"/>
              <a:gd name="connsiteX253" fmla="*/ 11572608 w 12191996"/>
              <a:gd name="connsiteY253" fmla="*/ 144379 h 320591"/>
              <a:gd name="connsiteX254" fmla="*/ 11504346 w 12191996"/>
              <a:gd name="connsiteY254" fmla="*/ 147554 h 320591"/>
              <a:gd name="connsiteX255" fmla="*/ 11444020 w 12191996"/>
              <a:gd name="connsiteY255" fmla="*/ 153904 h 320591"/>
              <a:gd name="connsiteX256" fmla="*/ 11391632 w 12191996"/>
              <a:gd name="connsiteY256" fmla="*/ 165016 h 320591"/>
              <a:gd name="connsiteX257" fmla="*/ 11345596 w 12191996"/>
              <a:gd name="connsiteY257" fmla="*/ 180891 h 320591"/>
              <a:gd name="connsiteX258" fmla="*/ 11304320 w 12191996"/>
              <a:gd name="connsiteY258" fmla="*/ 196766 h 320591"/>
              <a:gd name="connsiteX259" fmla="*/ 11267808 w 12191996"/>
              <a:gd name="connsiteY259" fmla="*/ 212641 h 320591"/>
              <a:gd name="connsiteX260" fmla="*/ 11229708 w 12191996"/>
              <a:gd name="connsiteY260" fmla="*/ 231691 h 320591"/>
              <a:gd name="connsiteX261" fmla="*/ 11191608 w 12191996"/>
              <a:gd name="connsiteY261" fmla="*/ 250741 h 320591"/>
              <a:gd name="connsiteX262" fmla="*/ 11155096 w 12191996"/>
              <a:gd name="connsiteY262" fmla="*/ 269791 h 320591"/>
              <a:gd name="connsiteX263" fmla="*/ 11113820 w 12191996"/>
              <a:gd name="connsiteY263" fmla="*/ 285666 h 320591"/>
              <a:gd name="connsiteX264" fmla="*/ 11067782 w 12191996"/>
              <a:gd name="connsiteY264" fmla="*/ 299954 h 320591"/>
              <a:gd name="connsiteX265" fmla="*/ 11015396 w 12191996"/>
              <a:gd name="connsiteY265" fmla="*/ 311066 h 320591"/>
              <a:gd name="connsiteX266" fmla="*/ 10955070 w 12191996"/>
              <a:gd name="connsiteY266" fmla="*/ 319004 h 320591"/>
              <a:gd name="connsiteX267" fmla="*/ 10886808 w 12191996"/>
              <a:gd name="connsiteY267" fmla="*/ 320591 h 320591"/>
              <a:gd name="connsiteX268" fmla="*/ 10818546 w 12191996"/>
              <a:gd name="connsiteY268" fmla="*/ 319004 h 320591"/>
              <a:gd name="connsiteX269" fmla="*/ 10758220 w 12191996"/>
              <a:gd name="connsiteY269" fmla="*/ 311066 h 320591"/>
              <a:gd name="connsiteX270" fmla="*/ 10705832 w 12191996"/>
              <a:gd name="connsiteY270" fmla="*/ 299954 h 320591"/>
              <a:gd name="connsiteX271" fmla="*/ 10659796 w 12191996"/>
              <a:gd name="connsiteY271" fmla="*/ 285666 h 320591"/>
              <a:gd name="connsiteX272" fmla="*/ 10618520 w 12191996"/>
              <a:gd name="connsiteY272" fmla="*/ 269791 h 320591"/>
              <a:gd name="connsiteX273" fmla="*/ 10582008 w 12191996"/>
              <a:gd name="connsiteY273" fmla="*/ 250741 h 320591"/>
              <a:gd name="connsiteX274" fmla="*/ 10543908 w 12191996"/>
              <a:gd name="connsiteY274" fmla="*/ 231691 h 320591"/>
              <a:gd name="connsiteX275" fmla="*/ 10505808 w 12191996"/>
              <a:gd name="connsiteY275" fmla="*/ 212641 h 320591"/>
              <a:gd name="connsiteX276" fmla="*/ 10469296 w 12191996"/>
              <a:gd name="connsiteY276" fmla="*/ 196766 h 320591"/>
              <a:gd name="connsiteX277" fmla="*/ 10428020 w 12191996"/>
              <a:gd name="connsiteY277" fmla="*/ 180891 h 320591"/>
              <a:gd name="connsiteX278" fmla="*/ 10381982 w 12191996"/>
              <a:gd name="connsiteY278" fmla="*/ 165016 h 320591"/>
              <a:gd name="connsiteX279" fmla="*/ 10329596 w 12191996"/>
              <a:gd name="connsiteY279" fmla="*/ 153904 h 320591"/>
              <a:gd name="connsiteX280" fmla="*/ 10269270 w 12191996"/>
              <a:gd name="connsiteY280" fmla="*/ 147554 h 320591"/>
              <a:gd name="connsiteX281" fmla="*/ 10201008 w 12191996"/>
              <a:gd name="connsiteY281" fmla="*/ 144379 h 320591"/>
              <a:gd name="connsiteX282" fmla="*/ 10132746 w 12191996"/>
              <a:gd name="connsiteY282" fmla="*/ 147554 h 320591"/>
              <a:gd name="connsiteX283" fmla="*/ 10072420 w 12191996"/>
              <a:gd name="connsiteY283" fmla="*/ 153904 h 320591"/>
              <a:gd name="connsiteX284" fmla="*/ 10020032 w 12191996"/>
              <a:gd name="connsiteY284" fmla="*/ 165016 h 320591"/>
              <a:gd name="connsiteX285" fmla="*/ 9973996 w 12191996"/>
              <a:gd name="connsiteY285" fmla="*/ 180891 h 320591"/>
              <a:gd name="connsiteX286" fmla="*/ 9932720 w 12191996"/>
              <a:gd name="connsiteY286" fmla="*/ 196766 h 320591"/>
              <a:gd name="connsiteX287" fmla="*/ 9896208 w 12191996"/>
              <a:gd name="connsiteY287" fmla="*/ 212641 h 320591"/>
              <a:gd name="connsiteX288" fmla="*/ 9820008 w 12191996"/>
              <a:gd name="connsiteY288" fmla="*/ 250741 h 320591"/>
              <a:gd name="connsiteX289" fmla="*/ 9783496 w 12191996"/>
              <a:gd name="connsiteY289" fmla="*/ 269791 h 320591"/>
              <a:gd name="connsiteX290" fmla="*/ 9742220 w 12191996"/>
              <a:gd name="connsiteY290" fmla="*/ 285666 h 320591"/>
              <a:gd name="connsiteX291" fmla="*/ 9696182 w 12191996"/>
              <a:gd name="connsiteY291" fmla="*/ 299954 h 320591"/>
              <a:gd name="connsiteX292" fmla="*/ 9643796 w 12191996"/>
              <a:gd name="connsiteY292" fmla="*/ 311066 h 320591"/>
              <a:gd name="connsiteX293" fmla="*/ 9583470 w 12191996"/>
              <a:gd name="connsiteY293" fmla="*/ 319004 h 320591"/>
              <a:gd name="connsiteX294" fmla="*/ 9515208 w 12191996"/>
              <a:gd name="connsiteY294" fmla="*/ 320591 h 320591"/>
              <a:gd name="connsiteX295" fmla="*/ 9446946 w 12191996"/>
              <a:gd name="connsiteY295" fmla="*/ 319004 h 320591"/>
              <a:gd name="connsiteX296" fmla="*/ 9386620 w 12191996"/>
              <a:gd name="connsiteY296" fmla="*/ 311066 h 320591"/>
              <a:gd name="connsiteX297" fmla="*/ 9334232 w 12191996"/>
              <a:gd name="connsiteY297" fmla="*/ 299954 h 320591"/>
              <a:gd name="connsiteX298" fmla="*/ 9288196 w 12191996"/>
              <a:gd name="connsiteY298" fmla="*/ 285666 h 320591"/>
              <a:gd name="connsiteX299" fmla="*/ 9246920 w 12191996"/>
              <a:gd name="connsiteY299" fmla="*/ 269791 h 320591"/>
              <a:gd name="connsiteX300" fmla="*/ 9210408 w 12191996"/>
              <a:gd name="connsiteY300" fmla="*/ 250741 h 320591"/>
              <a:gd name="connsiteX301" fmla="*/ 9172308 w 12191996"/>
              <a:gd name="connsiteY301" fmla="*/ 231691 h 320591"/>
              <a:gd name="connsiteX302" fmla="*/ 9134208 w 12191996"/>
              <a:gd name="connsiteY302" fmla="*/ 212641 h 320591"/>
              <a:gd name="connsiteX303" fmla="*/ 9097696 w 12191996"/>
              <a:gd name="connsiteY303" fmla="*/ 196766 h 320591"/>
              <a:gd name="connsiteX304" fmla="*/ 9056420 w 12191996"/>
              <a:gd name="connsiteY304" fmla="*/ 180891 h 320591"/>
              <a:gd name="connsiteX305" fmla="*/ 9010382 w 12191996"/>
              <a:gd name="connsiteY305" fmla="*/ 165016 h 320591"/>
              <a:gd name="connsiteX306" fmla="*/ 8957996 w 12191996"/>
              <a:gd name="connsiteY306" fmla="*/ 153904 h 320591"/>
              <a:gd name="connsiteX307" fmla="*/ 8897670 w 12191996"/>
              <a:gd name="connsiteY307" fmla="*/ 147554 h 320591"/>
              <a:gd name="connsiteX308" fmla="*/ 8827820 w 12191996"/>
              <a:gd name="connsiteY308" fmla="*/ 144379 h 320591"/>
              <a:gd name="connsiteX309" fmla="*/ 8761146 w 12191996"/>
              <a:gd name="connsiteY309" fmla="*/ 147554 h 320591"/>
              <a:gd name="connsiteX310" fmla="*/ 8700820 w 12191996"/>
              <a:gd name="connsiteY310" fmla="*/ 153904 h 320591"/>
              <a:gd name="connsiteX311" fmla="*/ 8648432 w 12191996"/>
              <a:gd name="connsiteY311" fmla="*/ 165016 h 320591"/>
              <a:gd name="connsiteX312" fmla="*/ 8602396 w 12191996"/>
              <a:gd name="connsiteY312" fmla="*/ 180891 h 320591"/>
              <a:gd name="connsiteX313" fmla="*/ 8561120 w 12191996"/>
              <a:gd name="connsiteY313" fmla="*/ 196766 h 320591"/>
              <a:gd name="connsiteX314" fmla="*/ 8524608 w 12191996"/>
              <a:gd name="connsiteY314" fmla="*/ 212641 h 320591"/>
              <a:gd name="connsiteX315" fmla="*/ 8486508 w 12191996"/>
              <a:gd name="connsiteY315" fmla="*/ 231691 h 320591"/>
              <a:gd name="connsiteX316" fmla="*/ 8448408 w 12191996"/>
              <a:gd name="connsiteY316" fmla="*/ 250741 h 320591"/>
              <a:gd name="connsiteX317" fmla="*/ 8411896 w 12191996"/>
              <a:gd name="connsiteY317" fmla="*/ 269791 h 320591"/>
              <a:gd name="connsiteX318" fmla="*/ 8370621 w 12191996"/>
              <a:gd name="connsiteY318" fmla="*/ 285666 h 320591"/>
              <a:gd name="connsiteX319" fmla="*/ 8324583 w 12191996"/>
              <a:gd name="connsiteY319" fmla="*/ 299954 h 320591"/>
              <a:gd name="connsiteX320" fmla="*/ 8272196 w 12191996"/>
              <a:gd name="connsiteY320" fmla="*/ 311066 h 320591"/>
              <a:gd name="connsiteX321" fmla="*/ 8211871 w 12191996"/>
              <a:gd name="connsiteY321" fmla="*/ 319004 h 320591"/>
              <a:gd name="connsiteX322" fmla="*/ 8143608 w 12191996"/>
              <a:gd name="connsiteY322" fmla="*/ 320591 h 320591"/>
              <a:gd name="connsiteX323" fmla="*/ 8075346 w 12191996"/>
              <a:gd name="connsiteY323" fmla="*/ 319004 h 320591"/>
              <a:gd name="connsiteX324" fmla="*/ 8015021 w 12191996"/>
              <a:gd name="connsiteY324" fmla="*/ 311066 h 320591"/>
              <a:gd name="connsiteX325" fmla="*/ 7962633 w 12191996"/>
              <a:gd name="connsiteY325" fmla="*/ 299954 h 320591"/>
              <a:gd name="connsiteX326" fmla="*/ 7916596 w 12191996"/>
              <a:gd name="connsiteY326" fmla="*/ 285666 h 320591"/>
              <a:gd name="connsiteX327" fmla="*/ 7875321 w 12191996"/>
              <a:gd name="connsiteY327" fmla="*/ 269791 h 320591"/>
              <a:gd name="connsiteX328" fmla="*/ 7838808 w 12191996"/>
              <a:gd name="connsiteY328" fmla="*/ 250741 h 320591"/>
              <a:gd name="connsiteX329" fmla="*/ 7800708 w 12191996"/>
              <a:gd name="connsiteY329" fmla="*/ 231691 h 320591"/>
              <a:gd name="connsiteX330" fmla="*/ 7762608 w 12191996"/>
              <a:gd name="connsiteY330" fmla="*/ 212641 h 320591"/>
              <a:gd name="connsiteX331" fmla="*/ 7726096 w 12191996"/>
              <a:gd name="connsiteY331" fmla="*/ 196766 h 320591"/>
              <a:gd name="connsiteX332" fmla="*/ 7684821 w 12191996"/>
              <a:gd name="connsiteY332" fmla="*/ 180891 h 320591"/>
              <a:gd name="connsiteX333" fmla="*/ 7638783 w 12191996"/>
              <a:gd name="connsiteY333" fmla="*/ 165016 h 320591"/>
              <a:gd name="connsiteX334" fmla="*/ 7586396 w 12191996"/>
              <a:gd name="connsiteY334" fmla="*/ 153904 h 320591"/>
              <a:gd name="connsiteX335" fmla="*/ 7526071 w 12191996"/>
              <a:gd name="connsiteY335" fmla="*/ 147554 h 320591"/>
              <a:gd name="connsiteX336" fmla="*/ 7457808 w 12191996"/>
              <a:gd name="connsiteY336" fmla="*/ 144379 h 320591"/>
              <a:gd name="connsiteX337" fmla="*/ 7389546 w 12191996"/>
              <a:gd name="connsiteY337" fmla="*/ 147554 h 320591"/>
              <a:gd name="connsiteX338" fmla="*/ 7329221 w 12191996"/>
              <a:gd name="connsiteY338" fmla="*/ 153904 h 320591"/>
              <a:gd name="connsiteX339" fmla="*/ 7276833 w 12191996"/>
              <a:gd name="connsiteY339" fmla="*/ 165016 h 320591"/>
              <a:gd name="connsiteX340" fmla="*/ 7230796 w 12191996"/>
              <a:gd name="connsiteY340" fmla="*/ 180891 h 320591"/>
              <a:gd name="connsiteX341" fmla="*/ 7189521 w 12191996"/>
              <a:gd name="connsiteY341" fmla="*/ 196766 h 320591"/>
              <a:gd name="connsiteX342" fmla="*/ 7153008 w 12191996"/>
              <a:gd name="connsiteY342" fmla="*/ 212641 h 320591"/>
              <a:gd name="connsiteX343" fmla="*/ 7114908 w 12191996"/>
              <a:gd name="connsiteY343" fmla="*/ 231691 h 320591"/>
              <a:gd name="connsiteX344" fmla="*/ 7076808 w 12191996"/>
              <a:gd name="connsiteY344" fmla="*/ 250741 h 320591"/>
              <a:gd name="connsiteX345" fmla="*/ 7040296 w 12191996"/>
              <a:gd name="connsiteY345" fmla="*/ 269791 h 320591"/>
              <a:gd name="connsiteX346" fmla="*/ 6999021 w 12191996"/>
              <a:gd name="connsiteY346" fmla="*/ 285666 h 320591"/>
              <a:gd name="connsiteX347" fmla="*/ 6952983 w 12191996"/>
              <a:gd name="connsiteY347" fmla="*/ 299954 h 320591"/>
              <a:gd name="connsiteX348" fmla="*/ 6900596 w 12191996"/>
              <a:gd name="connsiteY348" fmla="*/ 311066 h 320591"/>
              <a:gd name="connsiteX349" fmla="*/ 6840271 w 12191996"/>
              <a:gd name="connsiteY349" fmla="*/ 319004 h 320591"/>
              <a:gd name="connsiteX350" fmla="*/ 6781799 w 12191996"/>
              <a:gd name="connsiteY350" fmla="*/ 320364 h 320591"/>
              <a:gd name="connsiteX351" fmla="*/ 6723327 w 12191996"/>
              <a:gd name="connsiteY351" fmla="*/ 319004 h 320591"/>
              <a:gd name="connsiteX352" fmla="*/ 6663002 w 12191996"/>
              <a:gd name="connsiteY352" fmla="*/ 311066 h 320591"/>
              <a:gd name="connsiteX353" fmla="*/ 6610614 w 12191996"/>
              <a:gd name="connsiteY353" fmla="*/ 299954 h 320591"/>
              <a:gd name="connsiteX354" fmla="*/ 6564577 w 12191996"/>
              <a:gd name="connsiteY354" fmla="*/ 285666 h 320591"/>
              <a:gd name="connsiteX355" fmla="*/ 6523302 w 12191996"/>
              <a:gd name="connsiteY355" fmla="*/ 269791 h 320591"/>
              <a:gd name="connsiteX356" fmla="*/ 6486789 w 12191996"/>
              <a:gd name="connsiteY356" fmla="*/ 250741 h 320591"/>
              <a:gd name="connsiteX357" fmla="*/ 6448689 w 12191996"/>
              <a:gd name="connsiteY357" fmla="*/ 231691 h 320591"/>
              <a:gd name="connsiteX358" fmla="*/ 6410589 w 12191996"/>
              <a:gd name="connsiteY358" fmla="*/ 212641 h 320591"/>
              <a:gd name="connsiteX359" fmla="*/ 6374077 w 12191996"/>
              <a:gd name="connsiteY359" fmla="*/ 196766 h 320591"/>
              <a:gd name="connsiteX360" fmla="*/ 6332802 w 12191996"/>
              <a:gd name="connsiteY360" fmla="*/ 180891 h 320591"/>
              <a:gd name="connsiteX361" fmla="*/ 6286764 w 12191996"/>
              <a:gd name="connsiteY361" fmla="*/ 165016 h 320591"/>
              <a:gd name="connsiteX362" fmla="*/ 6234377 w 12191996"/>
              <a:gd name="connsiteY362" fmla="*/ 153904 h 320591"/>
              <a:gd name="connsiteX363" fmla="*/ 6174052 w 12191996"/>
              <a:gd name="connsiteY363" fmla="*/ 147554 h 320591"/>
              <a:gd name="connsiteX364" fmla="*/ 6105789 w 12191996"/>
              <a:gd name="connsiteY364" fmla="*/ 144379 h 320591"/>
              <a:gd name="connsiteX365" fmla="*/ 6095999 w 12191996"/>
              <a:gd name="connsiteY365" fmla="*/ 144834 h 320591"/>
              <a:gd name="connsiteX366" fmla="*/ 6086208 w 12191996"/>
              <a:gd name="connsiteY366" fmla="*/ 144379 h 320591"/>
              <a:gd name="connsiteX367" fmla="*/ 6017947 w 12191996"/>
              <a:gd name="connsiteY367" fmla="*/ 147554 h 320591"/>
              <a:gd name="connsiteX368" fmla="*/ 5957621 w 12191996"/>
              <a:gd name="connsiteY368" fmla="*/ 153904 h 320591"/>
              <a:gd name="connsiteX369" fmla="*/ 5905234 w 12191996"/>
              <a:gd name="connsiteY369" fmla="*/ 165016 h 320591"/>
              <a:gd name="connsiteX370" fmla="*/ 5859196 w 12191996"/>
              <a:gd name="connsiteY370" fmla="*/ 180891 h 320591"/>
              <a:gd name="connsiteX371" fmla="*/ 5817921 w 12191996"/>
              <a:gd name="connsiteY371" fmla="*/ 196766 h 320591"/>
              <a:gd name="connsiteX372" fmla="*/ 5781408 w 12191996"/>
              <a:gd name="connsiteY372" fmla="*/ 212641 h 320591"/>
              <a:gd name="connsiteX373" fmla="*/ 5743308 w 12191996"/>
              <a:gd name="connsiteY373" fmla="*/ 231691 h 320591"/>
              <a:gd name="connsiteX374" fmla="*/ 5705209 w 12191996"/>
              <a:gd name="connsiteY374" fmla="*/ 250741 h 320591"/>
              <a:gd name="connsiteX375" fmla="*/ 5668696 w 12191996"/>
              <a:gd name="connsiteY375" fmla="*/ 269791 h 320591"/>
              <a:gd name="connsiteX376" fmla="*/ 5627421 w 12191996"/>
              <a:gd name="connsiteY376" fmla="*/ 285666 h 320591"/>
              <a:gd name="connsiteX377" fmla="*/ 5581383 w 12191996"/>
              <a:gd name="connsiteY377" fmla="*/ 299954 h 320591"/>
              <a:gd name="connsiteX378" fmla="*/ 5528996 w 12191996"/>
              <a:gd name="connsiteY378" fmla="*/ 311066 h 320591"/>
              <a:gd name="connsiteX379" fmla="*/ 5468671 w 12191996"/>
              <a:gd name="connsiteY379" fmla="*/ 319004 h 320591"/>
              <a:gd name="connsiteX380" fmla="*/ 5410199 w 12191996"/>
              <a:gd name="connsiteY380" fmla="*/ 320364 h 320591"/>
              <a:gd name="connsiteX381" fmla="*/ 5351727 w 12191996"/>
              <a:gd name="connsiteY381" fmla="*/ 319004 h 320591"/>
              <a:gd name="connsiteX382" fmla="*/ 5291401 w 12191996"/>
              <a:gd name="connsiteY382" fmla="*/ 311066 h 320591"/>
              <a:gd name="connsiteX383" fmla="*/ 5239014 w 12191996"/>
              <a:gd name="connsiteY383" fmla="*/ 299954 h 320591"/>
              <a:gd name="connsiteX384" fmla="*/ 5192976 w 12191996"/>
              <a:gd name="connsiteY384" fmla="*/ 285666 h 320591"/>
              <a:gd name="connsiteX385" fmla="*/ 5151701 w 12191996"/>
              <a:gd name="connsiteY385" fmla="*/ 269791 h 320591"/>
              <a:gd name="connsiteX386" fmla="*/ 5115189 w 12191996"/>
              <a:gd name="connsiteY386" fmla="*/ 250741 h 320591"/>
              <a:gd name="connsiteX387" fmla="*/ 5077089 w 12191996"/>
              <a:gd name="connsiteY387" fmla="*/ 231691 h 320591"/>
              <a:gd name="connsiteX388" fmla="*/ 5038989 w 12191996"/>
              <a:gd name="connsiteY388" fmla="*/ 212641 h 320591"/>
              <a:gd name="connsiteX389" fmla="*/ 5002476 w 12191996"/>
              <a:gd name="connsiteY389" fmla="*/ 196766 h 320591"/>
              <a:gd name="connsiteX390" fmla="*/ 4961201 w 12191996"/>
              <a:gd name="connsiteY390" fmla="*/ 180891 h 320591"/>
              <a:gd name="connsiteX391" fmla="*/ 4915165 w 12191996"/>
              <a:gd name="connsiteY391" fmla="*/ 165016 h 320591"/>
              <a:gd name="connsiteX392" fmla="*/ 4862777 w 12191996"/>
              <a:gd name="connsiteY392" fmla="*/ 153904 h 320591"/>
              <a:gd name="connsiteX393" fmla="*/ 4802453 w 12191996"/>
              <a:gd name="connsiteY393" fmla="*/ 147554 h 320591"/>
              <a:gd name="connsiteX394" fmla="*/ 4734189 w 12191996"/>
              <a:gd name="connsiteY394" fmla="*/ 144379 h 320591"/>
              <a:gd name="connsiteX395" fmla="*/ 4665928 w 12191996"/>
              <a:gd name="connsiteY395" fmla="*/ 147554 h 320591"/>
              <a:gd name="connsiteX396" fmla="*/ 4605602 w 12191996"/>
              <a:gd name="connsiteY396" fmla="*/ 153904 h 320591"/>
              <a:gd name="connsiteX397" fmla="*/ 4553214 w 12191996"/>
              <a:gd name="connsiteY397" fmla="*/ 165016 h 320591"/>
              <a:gd name="connsiteX398" fmla="*/ 4507177 w 12191996"/>
              <a:gd name="connsiteY398" fmla="*/ 180891 h 320591"/>
              <a:gd name="connsiteX399" fmla="*/ 4465902 w 12191996"/>
              <a:gd name="connsiteY399" fmla="*/ 196766 h 320591"/>
              <a:gd name="connsiteX400" fmla="*/ 4429389 w 12191996"/>
              <a:gd name="connsiteY400" fmla="*/ 212641 h 320591"/>
              <a:gd name="connsiteX401" fmla="*/ 4353189 w 12191996"/>
              <a:gd name="connsiteY401" fmla="*/ 250741 h 320591"/>
              <a:gd name="connsiteX402" fmla="*/ 4316677 w 12191996"/>
              <a:gd name="connsiteY402" fmla="*/ 269791 h 320591"/>
              <a:gd name="connsiteX403" fmla="*/ 4275402 w 12191996"/>
              <a:gd name="connsiteY403" fmla="*/ 285666 h 320591"/>
              <a:gd name="connsiteX404" fmla="*/ 4229364 w 12191996"/>
              <a:gd name="connsiteY404" fmla="*/ 299954 h 320591"/>
              <a:gd name="connsiteX405" fmla="*/ 4176977 w 12191996"/>
              <a:gd name="connsiteY405" fmla="*/ 311066 h 320591"/>
              <a:gd name="connsiteX406" fmla="*/ 4116652 w 12191996"/>
              <a:gd name="connsiteY406" fmla="*/ 319004 h 320591"/>
              <a:gd name="connsiteX407" fmla="*/ 4048389 w 12191996"/>
              <a:gd name="connsiteY407" fmla="*/ 320591 h 320591"/>
              <a:gd name="connsiteX408" fmla="*/ 3980127 w 12191996"/>
              <a:gd name="connsiteY408" fmla="*/ 319004 h 320591"/>
              <a:gd name="connsiteX409" fmla="*/ 3919802 w 12191996"/>
              <a:gd name="connsiteY409" fmla="*/ 311066 h 320591"/>
              <a:gd name="connsiteX410" fmla="*/ 3867414 w 12191996"/>
              <a:gd name="connsiteY410" fmla="*/ 299954 h 320591"/>
              <a:gd name="connsiteX411" fmla="*/ 3821377 w 12191996"/>
              <a:gd name="connsiteY411" fmla="*/ 285666 h 320591"/>
              <a:gd name="connsiteX412" fmla="*/ 3780102 w 12191996"/>
              <a:gd name="connsiteY412" fmla="*/ 269791 h 320591"/>
              <a:gd name="connsiteX413" fmla="*/ 3743589 w 12191996"/>
              <a:gd name="connsiteY413" fmla="*/ 250741 h 320591"/>
              <a:gd name="connsiteX414" fmla="*/ 3705489 w 12191996"/>
              <a:gd name="connsiteY414" fmla="*/ 231691 h 320591"/>
              <a:gd name="connsiteX415" fmla="*/ 3667389 w 12191996"/>
              <a:gd name="connsiteY415" fmla="*/ 212641 h 320591"/>
              <a:gd name="connsiteX416" fmla="*/ 3630877 w 12191996"/>
              <a:gd name="connsiteY416" fmla="*/ 196766 h 320591"/>
              <a:gd name="connsiteX417" fmla="*/ 3589602 w 12191996"/>
              <a:gd name="connsiteY417" fmla="*/ 180891 h 320591"/>
              <a:gd name="connsiteX418" fmla="*/ 3543564 w 12191996"/>
              <a:gd name="connsiteY418" fmla="*/ 165016 h 320591"/>
              <a:gd name="connsiteX419" fmla="*/ 3491177 w 12191996"/>
              <a:gd name="connsiteY419" fmla="*/ 153904 h 320591"/>
              <a:gd name="connsiteX420" fmla="*/ 3430852 w 12191996"/>
              <a:gd name="connsiteY420" fmla="*/ 147554 h 320591"/>
              <a:gd name="connsiteX421" fmla="*/ 3361002 w 12191996"/>
              <a:gd name="connsiteY421" fmla="*/ 144379 h 320591"/>
              <a:gd name="connsiteX422" fmla="*/ 3294327 w 12191996"/>
              <a:gd name="connsiteY422" fmla="*/ 147554 h 320591"/>
              <a:gd name="connsiteX423" fmla="*/ 3234002 w 12191996"/>
              <a:gd name="connsiteY423" fmla="*/ 153904 h 320591"/>
              <a:gd name="connsiteX424" fmla="*/ 3181614 w 12191996"/>
              <a:gd name="connsiteY424" fmla="*/ 165016 h 320591"/>
              <a:gd name="connsiteX425" fmla="*/ 3135577 w 12191996"/>
              <a:gd name="connsiteY425" fmla="*/ 180891 h 320591"/>
              <a:gd name="connsiteX426" fmla="*/ 3094302 w 12191996"/>
              <a:gd name="connsiteY426" fmla="*/ 196766 h 320591"/>
              <a:gd name="connsiteX427" fmla="*/ 3057789 w 12191996"/>
              <a:gd name="connsiteY427" fmla="*/ 212641 h 320591"/>
              <a:gd name="connsiteX428" fmla="*/ 3019689 w 12191996"/>
              <a:gd name="connsiteY428" fmla="*/ 231691 h 320591"/>
              <a:gd name="connsiteX429" fmla="*/ 2981589 w 12191996"/>
              <a:gd name="connsiteY429" fmla="*/ 250741 h 320591"/>
              <a:gd name="connsiteX430" fmla="*/ 2945077 w 12191996"/>
              <a:gd name="connsiteY430" fmla="*/ 269791 h 320591"/>
              <a:gd name="connsiteX431" fmla="*/ 2903802 w 12191996"/>
              <a:gd name="connsiteY431" fmla="*/ 285666 h 320591"/>
              <a:gd name="connsiteX432" fmla="*/ 2857764 w 12191996"/>
              <a:gd name="connsiteY432" fmla="*/ 299954 h 320591"/>
              <a:gd name="connsiteX433" fmla="*/ 2805377 w 12191996"/>
              <a:gd name="connsiteY433" fmla="*/ 311066 h 320591"/>
              <a:gd name="connsiteX434" fmla="*/ 2745052 w 12191996"/>
              <a:gd name="connsiteY434" fmla="*/ 319004 h 320591"/>
              <a:gd name="connsiteX435" fmla="*/ 2676789 w 12191996"/>
              <a:gd name="connsiteY435" fmla="*/ 320591 h 320591"/>
              <a:gd name="connsiteX436" fmla="*/ 2608527 w 12191996"/>
              <a:gd name="connsiteY436" fmla="*/ 319004 h 320591"/>
              <a:gd name="connsiteX437" fmla="*/ 2548202 w 12191996"/>
              <a:gd name="connsiteY437" fmla="*/ 311066 h 320591"/>
              <a:gd name="connsiteX438" fmla="*/ 2495814 w 12191996"/>
              <a:gd name="connsiteY438" fmla="*/ 299954 h 320591"/>
              <a:gd name="connsiteX439" fmla="*/ 2449777 w 12191996"/>
              <a:gd name="connsiteY439" fmla="*/ 285666 h 320591"/>
              <a:gd name="connsiteX440" fmla="*/ 2408502 w 12191996"/>
              <a:gd name="connsiteY440" fmla="*/ 269791 h 320591"/>
              <a:gd name="connsiteX441" fmla="*/ 2371989 w 12191996"/>
              <a:gd name="connsiteY441" fmla="*/ 250741 h 320591"/>
              <a:gd name="connsiteX442" fmla="*/ 2333889 w 12191996"/>
              <a:gd name="connsiteY442" fmla="*/ 231691 h 320591"/>
              <a:gd name="connsiteX443" fmla="*/ 2295789 w 12191996"/>
              <a:gd name="connsiteY443" fmla="*/ 212641 h 320591"/>
              <a:gd name="connsiteX444" fmla="*/ 2259277 w 12191996"/>
              <a:gd name="connsiteY444" fmla="*/ 196766 h 320591"/>
              <a:gd name="connsiteX445" fmla="*/ 2218002 w 12191996"/>
              <a:gd name="connsiteY445" fmla="*/ 180891 h 320591"/>
              <a:gd name="connsiteX446" fmla="*/ 2171964 w 12191996"/>
              <a:gd name="connsiteY446" fmla="*/ 165016 h 320591"/>
              <a:gd name="connsiteX447" fmla="*/ 2119577 w 12191996"/>
              <a:gd name="connsiteY447" fmla="*/ 153904 h 320591"/>
              <a:gd name="connsiteX448" fmla="*/ 2059252 w 12191996"/>
              <a:gd name="connsiteY448" fmla="*/ 147554 h 320591"/>
              <a:gd name="connsiteX449" fmla="*/ 1990989 w 12191996"/>
              <a:gd name="connsiteY449" fmla="*/ 144379 h 320591"/>
              <a:gd name="connsiteX450" fmla="*/ 1922727 w 12191996"/>
              <a:gd name="connsiteY450" fmla="*/ 147554 h 320591"/>
              <a:gd name="connsiteX451" fmla="*/ 1862402 w 12191996"/>
              <a:gd name="connsiteY451" fmla="*/ 153904 h 320591"/>
              <a:gd name="connsiteX452" fmla="*/ 1810014 w 12191996"/>
              <a:gd name="connsiteY452" fmla="*/ 165016 h 320591"/>
              <a:gd name="connsiteX453" fmla="*/ 1763977 w 12191996"/>
              <a:gd name="connsiteY453" fmla="*/ 180891 h 320591"/>
              <a:gd name="connsiteX454" fmla="*/ 1722702 w 12191996"/>
              <a:gd name="connsiteY454" fmla="*/ 196766 h 320591"/>
              <a:gd name="connsiteX455" fmla="*/ 1686189 w 12191996"/>
              <a:gd name="connsiteY455" fmla="*/ 212641 h 320591"/>
              <a:gd name="connsiteX456" fmla="*/ 1648089 w 12191996"/>
              <a:gd name="connsiteY456" fmla="*/ 231691 h 320591"/>
              <a:gd name="connsiteX457" fmla="*/ 1609989 w 12191996"/>
              <a:gd name="connsiteY457" fmla="*/ 250741 h 320591"/>
              <a:gd name="connsiteX458" fmla="*/ 1573477 w 12191996"/>
              <a:gd name="connsiteY458" fmla="*/ 269791 h 320591"/>
              <a:gd name="connsiteX459" fmla="*/ 1532202 w 12191996"/>
              <a:gd name="connsiteY459" fmla="*/ 285666 h 320591"/>
              <a:gd name="connsiteX460" fmla="*/ 1486164 w 12191996"/>
              <a:gd name="connsiteY460" fmla="*/ 299954 h 320591"/>
              <a:gd name="connsiteX461" fmla="*/ 1433777 w 12191996"/>
              <a:gd name="connsiteY461" fmla="*/ 311066 h 320591"/>
              <a:gd name="connsiteX462" fmla="*/ 1373452 w 12191996"/>
              <a:gd name="connsiteY462" fmla="*/ 319004 h 320591"/>
              <a:gd name="connsiteX463" fmla="*/ 1305189 w 12191996"/>
              <a:gd name="connsiteY463" fmla="*/ 320591 h 320591"/>
              <a:gd name="connsiteX464" fmla="*/ 1236927 w 12191996"/>
              <a:gd name="connsiteY464" fmla="*/ 319004 h 320591"/>
              <a:gd name="connsiteX465" fmla="*/ 1176602 w 12191996"/>
              <a:gd name="connsiteY465" fmla="*/ 311066 h 320591"/>
              <a:gd name="connsiteX466" fmla="*/ 1124214 w 12191996"/>
              <a:gd name="connsiteY466" fmla="*/ 299954 h 320591"/>
              <a:gd name="connsiteX467" fmla="*/ 1078177 w 12191996"/>
              <a:gd name="connsiteY467" fmla="*/ 285666 h 320591"/>
              <a:gd name="connsiteX468" fmla="*/ 1036902 w 12191996"/>
              <a:gd name="connsiteY468" fmla="*/ 269791 h 320591"/>
              <a:gd name="connsiteX469" fmla="*/ 1000389 w 12191996"/>
              <a:gd name="connsiteY469" fmla="*/ 250741 h 320591"/>
              <a:gd name="connsiteX470" fmla="*/ 962289 w 12191996"/>
              <a:gd name="connsiteY470" fmla="*/ 231691 h 320591"/>
              <a:gd name="connsiteX471" fmla="*/ 924189 w 12191996"/>
              <a:gd name="connsiteY471" fmla="*/ 212641 h 320591"/>
              <a:gd name="connsiteX472" fmla="*/ 887677 w 12191996"/>
              <a:gd name="connsiteY472" fmla="*/ 196766 h 320591"/>
              <a:gd name="connsiteX473" fmla="*/ 846402 w 12191996"/>
              <a:gd name="connsiteY473" fmla="*/ 180891 h 320591"/>
              <a:gd name="connsiteX474" fmla="*/ 800364 w 12191996"/>
              <a:gd name="connsiteY474" fmla="*/ 165016 h 320591"/>
              <a:gd name="connsiteX475" fmla="*/ 747977 w 12191996"/>
              <a:gd name="connsiteY475" fmla="*/ 153904 h 320591"/>
              <a:gd name="connsiteX476" fmla="*/ 687652 w 12191996"/>
              <a:gd name="connsiteY476" fmla="*/ 147554 h 320591"/>
              <a:gd name="connsiteX477" fmla="*/ 619389 w 12191996"/>
              <a:gd name="connsiteY477" fmla="*/ 144379 h 320591"/>
              <a:gd name="connsiteX478" fmla="*/ 551127 w 12191996"/>
              <a:gd name="connsiteY478" fmla="*/ 147554 h 320591"/>
              <a:gd name="connsiteX479" fmla="*/ 490802 w 12191996"/>
              <a:gd name="connsiteY479" fmla="*/ 153904 h 320591"/>
              <a:gd name="connsiteX480" fmla="*/ 438414 w 12191996"/>
              <a:gd name="connsiteY480" fmla="*/ 165016 h 320591"/>
              <a:gd name="connsiteX481" fmla="*/ 392377 w 12191996"/>
              <a:gd name="connsiteY481" fmla="*/ 180891 h 320591"/>
              <a:gd name="connsiteX482" fmla="*/ 351102 w 12191996"/>
              <a:gd name="connsiteY482" fmla="*/ 196766 h 320591"/>
              <a:gd name="connsiteX483" fmla="*/ 314589 w 12191996"/>
              <a:gd name="connsiteY483" fmla="*/ 212641 h 320591"/>
              <a:gd name="connsiteX484" fmla="*/ 276489 w 12191996"/>
              <a:gd name="connsiteY484" fmla="*/ 231691 h 320591"/>
              <a:gd name="connsiteX485" fmla="*/ 238389 w 12191996"/>
              <a:gd name="connsiteY485" fmla="*/ 250741 h 320591"/>
              <a:gd name="connsiteX486" fmla="*/ 201877 w 12191996"/>
              <a:gd name="connsiteY486" fmla="*/ 269791 h 320591"/>
              <a:gd name="connsiteX487" fmla="*/ 160602 w 12191996"/>
              <a:gd name="connsiteY487" fmla="*/ 285666 h 320591"/>
              <a:gd name="connsiteX488" fmla="*/ 114564 w 12191996"/>
              <a:gd name="connsiteY488" fmla="*/ 299954 h 320591"/>
              <a:gd name="connsiteX489" fmla="*/ 62177 w 12191996"/>
              <a:gd name="connsiteY489" fmla="*/ 311066 h 320591"/>
              <a:gd name="connsiteX490" fmla="*/ 1852 w 12191996"/>
              <a:gd name="connsiteY490" fmla="*/ 319004 h 320591"/>
              <a:gd name="connsiteX491" fmla="*/ 0 w 12191996"/>
              <a:gd name="connsiteY491" fmla="*/ 319047 h 320591"/>
              <a:gd name="connsiteX492" fmla="*/ 0 w 12191996"/>
              <a:gd name="connsiteY492" fmla="*/ 174668 h 320591"/>
              <a:gd name="connsiteX493" fmla="*/ 1852 w 12191996"/>
              <a:gd name="connsiteY493" fmla="*/ 174625 h 320591"/>
              <a:gd name="connsiteX494" fmla="*/ 62177 w 12191996"/>
              <a:gd name="connsiteY494" fmla="*/ 166687 h 320591"/>
              <a:gd name="connsiteX495" fmla="*/ 114564 w 12191996"/>
              <a:gd name="connsiteY495" fmla="*/ 155575 h 320591"/>
              <a:gd name="connsiteX496" fmla="*/ 160602 w 12191996"/>
              <a:gd name="connsiteY496" fmla="*/ 141287 h 320591"/>
              <a:gd name="connsiteX497" fmla="*/ 201877 w 12191996"/>
              <a:gd name="connsiteY497" fmla="*/ 125412 h 320591"/>
              <a:gd name="connsiteX498" fmla="*/ 238389 w 12191996"/>
              <a:gd name="connsiteY498" fmla="*/ 106362 h 320591"/>
              <a:gd name="connsiteX499" fmla="*/ 276489 w 12191996"/>
              <a:gd name="connsiteY499" fmla="*/ 87312 h 320591"/>
              <a:gd name="connsiteX500" fmla="*/ 314589 w 12191996"/>
              <a:gd name="connsiteY500" fmla="*/ 68262 h 320591"/>
              <a:gd name="connsiteX501" fmla="*/ 351102 w 12191996"/>
              <a:gd name="connsiteY501" fmla="*/ 52387 h 320591"/>
              <a:gd name="connsiteX502" fmla="*/ 392377 w 12191996"/>
              <a:gd name="connsiteY502" fmla="*/ 36512 h 320591"/>
              <a:gd name="connsiteX503" fmla="*/ 438414 w 12191996"/>
              <a:gd name="connsiteY503" fmla="*/ 20637 h 320591"/>
              <a:gd name="connsiteX504" fmla="*/ 490802 w 12191996"/>
              <a:gd name="connsiteY504" fmla="*/ 9525 h 320591"/>
              <a:gd name="connsiteX505" fmla="*/ 551127 w 12191996"/>
              <a:gd name="connsiteY505" fmla="*/ 3175 h 320591"/>
              <a:gd name="connsiteX506" fmla="*/ 619389 w 12191996"/>
              <a:gd name="connsiteY506" fmla="*/ 0 h 32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</a:cxnLst>
            <a:rect l="l" t="t" r="r" b="b"/>
            <a:pathLst>
              <a:path w="12191996" h="320591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5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7" y="52387"/>
                </a:lnTo>
                <a:lnTo>
                  <a:pt x="5038989" y="68262"/>
                </a:lnTo>
                <a:lnTo>
                  <a:pt x="5077090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7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9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6" y="174668"/>
                </a:lnTo>
                <a:lnTo>
                  <a:pt x="12191996" y="319047"/>
                </a:lnTo>
                <a:lnTo>
                  <a:pt x="12190146" y="319004"/>
                </a:lnTo>
                <a:lnTo>
                  <a:pt x="12129820" y="311067"/>
                </a:lnTo>
                <a:lnTo>
                  <a:pt x="12077432" y="299954"/>
                </a:lnTo>
                <a:lnTo>
                  <a:pt x="12031396" y="285666"/>
                </a:lnTo>
                <a:lnTo>
                  <a:pt x="11990120" y="269791"/>
                </a:lnTo>
                <a:lnTo>
                  <a:pt x="11953608" y="250741"/>
                </a:lnTo>
                <a:lnTo>
                  <a:pt x="11915508" y="231691"/>
                </a:lnTo>
                <a:lnTo>
                  <a:pt x="11877408" y="212641"/>
                </a:lnTo>
                <a:lnTo>
                  <a:pt x="11840896" y="196766"/>
                </a:lnTo>
                <a:lnTo>
                  <a:pt x="11799620" y="180891"/>
                </a:lnTo>
                <a:lnTo>
                  <a:pt x="11753582" y="165016"/>
                </a:lnTo>
                <a:lnTo>
                  <a:pt x="11701196" y="153904"/>
                </a:lnTo>
                <a:lnTo>
                  <a:pt x="11640870" y="147554"/>
                </a:lnTo>
                <a:lnTo>
                  <a:pt x="11572608" y="144379"/>
                </a:lnTo>
                <a:lnTo>
                  <a:pt x="11504346" y="147554"/>
                </a:lnTo>
                <a:lnTo>
                  <a:pt x="11444020" y="153904"/>
                </a:lnTo>
                <a:lnTo>
                  <a:pt x="11391632" y="165016"/>
                </a:lnTo>
                <a:lnTo>
                  <a:pt x="11345596" y="180891"/>
                </a:lnTo>
                <a:lnTo>
                  <a:pt x="11304320" y="196766"/>
                </a:lnTo>
                <a:lnTo>
                  <a:pt x="11267808" y="212641"/>
                </a:lnTo>
                <a:lnTo>
                  <a:pt x="11229708" y="231691"/>
                </a:lnTo>
                <a:lnTo>
                  <a:pt x="11191608" y="250741"/>
                </a:lnTo>
                <a:lnTo>
                  <a:pt x="11155096" y="269791"/>
                </a:lnTo>
                <a:lnTo>
                  <a:pt x="11113820" y="285666"/>
                </a:lnTo>
                <a:lnTo>
                  <a:pt x="11067782" y="299954"/>
                </a:lnTo>
                <a:lnTo>
                  <a:pt x="11015396" y="311066"/>
                </a:lnTo>
                <a:lnTo>
                  <a:pt x="10955070" y="319004"/>
                </a:lnTo>
                <a:lnTo>
                  <a:pt x="10886808" y="320591"/>
                </a:lnTo>
                <a:lnTo>
                  <a:pt x="10818546" y="319004"/>
                </a:lnTo>
                <a:lnTo>
                  <a:pt x="10758220" y="311066"/>
                </a:lnTo>
                <a:lnTo>
                  <a:pt x="10705832" y="299954"/>
                </a:lnTo>
                <a:lnTo>
                  <a:pt x="10659796" y="285666"/>
                </a:lnTo>
                <a:lnTo>
                  <a:pt x="10618520" y="269791"/>
                </a:lnTo>
                <a:lnTo>
                  <a:pt x="10582008" y="250741"/>
                </a:lnTo>
                <a:lnTo>
                  <a:pt x="10543908" y="231691"/>
                </a:lnTo>
                <a:lnTo>
                  <a:pt x="10505808" y="212641"/>
                </a:lnTo>
                <a:lnTo>
                  <a:pt x="10469296" y="196766"/>
                </a:lnTo>
                <a:lnTo>
                  <a:pt x="10428020" y="180891"/>
                </a:lnTo>
                <a:lnTo>
                  <a:pt x="10381982" y="165016"/>
                </a:lnTo>
                <a:lnTo>
                  <a:pt x="10329596" y="153904"/>
                </a:lnTo>
                <a:lnTo>
                  <a:pt x="10269270" y="147554"/>
                </a:lnTo>
                <a:lnTo>
                  <a:pt x="10201008" y="144379"/>
                </a:lnTo>
                <a:lnTo>
                  <a:pt x="10132746" y="147554"/>
                </a:lnTo>
                <a:lnTo>
                  <a:pt x="10072420" y="153904"/>
                </a:lnTo>
                <a:lnTo>
                  <a:pt x="10020032" y="165016"/>
                </a:lnTo>
                <a:lnTo>
                  <a:pt x="9973996" y="180891"/>
                </a:lnTo>
                <a:lnTo>
                  <a:pt x="9932720" y="196766"/>
                </a:lnTo>
                <a:lnTo>
                  <a:pt x="9896208" y="212641"/>
                </a:lnTo>
                <a:lnTo>
                  <a:pt x="9820008" y="250741"/>
                </a:lnTo>
                <a:lnTo>
                  <a:pt x="9783496" y="269791"/>
                </a:lnTo>
                <a:lnTo>
                  <a:pt x="9742220" y="285666"/>
                </a:lnTo>
                <a:lnTo>
                  <a:pt x="9696182" y="299954"/>
                </a:lnTo>
                <a:lnTo>
                  <a:pt x="9643796" y="311066"/>
                </a:lnTo>
                <a:lnTo>
                  <a:pt x="9583470" y="319004"/>
                </a:lnTo>
                <a:lnTo>
                  <a:pt x="9515208" y="320591"/>
                </a:lnTo>
                <a:lnTo>
                  <a:pt x="9446946" y="319004"/>
                </a:lnTo>
                <a:lnTo>
                  <a:pt x="9386620" y="311066"/>
                </a:lnTo>
                <a:lnTo>
                  <a:pt x="9334232" y="299954"/>
                </a:lnTo>
                <a:lnTo>
                  <a:pt x="9288196" y="285666"/>
                </a:lnTo>
                <a:lnTo>
                  <a:pt x="9246920" y="269791"/>
                </a:lnTo>
                <a:lnTo>
                  <a:pt x="9210408" y="250741"/>
                </a:lnTo>
                <a:lnTo>
                  <a:pt x="9172308" y="231691"/>
                </a:lnTo>
                <a:lnTo>
                  <a:pt x="9134208" y="212641"/>
                </a:lnTo>
                <a:lnTo>
                  <a:pt x="9097696" y="196766"/>
                </a:lnTo>
                <a:lnTo>
                  <a:pt x="9056420" y="180891"/>
                </a:lnTo>
                <a:lnTo>
                  <a:pt x="9010382" y="165016"/>
                </a:lnTo>
                <a:lnTo>
                  <a:pt x="8957996" y="153904"/>
                </a:lnTo>
                <a:lnTo>
                  <a:pt x="8897670" y="147554"/>
                </a:lnTo>
                <a:lnTo>
                  <a:pt x="8827820" y="144379"/>
                </a:lnTo>
                <a:lnTo>
                  <a:pt x="8761146" y="147554"/>
                </a:lnTo>
                <a:lnTo>
                  <a:pt x="8700820" y="153904"/>
                </a:lnTo>
                <a:lnTo>
                  <a:pt x="8648432" y="165016"/>
                </a:lnTo>
                <a:lnTo>
                  <a:pt x="8602396" y="180891"/>
                </a:lnTo>
                <a:lnTo>
                  <a:pt x="8561120" y="196766"/>
                </a:lnTo>
                <a:lnTo>
                  <a:pt x="8524608" y="212641"/>
                </a:lnTo>
                <a:lnTo>
                  <a:pt x="8486508" y="231691"/>
                </a:lnTo>
                <a:lnTo>
                  <a:pt x="8448408" y="250741"/>
                </a:lnTo>
                <a:lnTo>
                  <a:pt x="8411896" y="269791"/>
                </a:lnTo>
                <a:lnTo>
                  <a:pt x="8370621" y="285666"/>
                </a:lnTo>
                <a:lnTo>
                  <a:pt x="8324583" y="299954"/>
                </a:lnTo>
                <a:lnTo>
                  <a:pt x="8272196" y="311066"/>
                </a:lnTo>
                <a:lnTo>
                  <a:pt x="8211871" y="319004"/>
                </a:lnTo>
                <a:lnTo>
                  <a:pt x="8143608" y="320591"/>
                </a:lnTo>
                <a:lnTo>
                  <a:pt x="8075346" y="319004"/>
                </a:lnTo>
                <a:lnTo>
                  <a:pt x="8015021" y="311066"/>
                </a:lnTo>
                <a:lnTo>
                  <a:pt x="7962633" y="299954"/>
                </a:lnTo>
                <a:lnTo>
                  <a:pt x="7916596" y="285666"/>
                </a:lnTo>
                <a:lnTo>
                  <a:pt x="7875321" y="269791"/>
                </a:lnTo>
                <a:lnTo>
                  <a:pt x="7838808" y="250741"/>
                </a:lnTo>
                <a:lnTo>
                  <a:pt x="7800708" y="231691"/>
                </a:lnTo>
                <a:lnTo>
                  <a:pt x="7762608" y="212641"/>
                </a:lnTo>
                <a:lnTo>
                  <a:pt x="7726096" y="196766"/>
                </a:lnTo>
                <a:lnTo>
                  <a:pt x="7684821" y="180891"/>
                </a:lnTo>
                <a:lnTo>
                  <a:pt x="7638783" y="165016"/>
                </a:lnTo>
                <a:lnTo>
                  <a:pt x="7586396" y="153904"/>
                </a:lnTo>
                <a:lnTo>
                  <a:pt x="7526071" y="147554"/>
                </a:lnTo>
                <a:lnTo>
                  <a:pt x="7457808" y="144379"/>
                </a:lnTo>
                <a:lnTo>
                  <a:pt x="7389546" y="147554"/>
                </a:lnTo>
                <a:lnTo>
                  <a:pt x="7329221" y="153904"/>
                </a:lnTo>
                <a:lnTo>
                  <a:pt x="7276833" y="165016"/>
                </a:lnTo>
                <a:lnTo>
                  <a:pt x="7230796" y="180891"/>
                </a:lnTo>
                <a:lnTo>
                  <a:pt x="7189521" y="196766"/>
                </a:lnTo>
                <a:lnTo>
                  <a:pt x="7153008" y="212641"/>
                </a:lnTo>
                <a:lnTo>
                  <a:pt x="7114908" y="231691"/>
                </a:lnTo>
                <a:lnTo>
                  <a:pt x="7076808" y="250741"/>
                </a:lnTo>
                <a:lnTo>
                  <a:pt x="7040296" y="269791"/>
                </a:lnTo>
                <a:lnTo>
                  <a:pt x="6999021" y="285666"/>
                </a:lnTo>
                <a:lnTo>
                  <a:pt x="6952983" y="299954"/>
                </a:lnTo>
                <a:lnTo>
                  <a:pt x="6900596" y="311066"/>
                </a:lnTo>
                <a:lnTo>
                  <a:pt x="6840271" y="319004"/>
                </a:lnTo>
                <a:lnTo>
                  <a:pt x="6781799" y="320364"/>
                </a:lnTo>
                <a:lnTo>
                  <a:pt x="6723327" y="319004"/>
                </a:lnTo>
                <a:lnTo>
                  <a:pt x="6663002" y="311066"/>
                </a:lnTo>
                <a:lnTo>
                  <a:pt x="6610614" y="299954"/>
                </a:lnTo>
                <a:lnTo>
                  <a:pt x="6564577" y="285666"/>
                </a:lnTo>
                <a:lnTo>
                  <a:pt x="6523302" y="269791"/>
                </a:lnTo>
                <a:lnTo>
                  <a:pt x="6486789" y="250741"/>
                </a:lnTo>
                <a:lnTo>
                  <a:pt x="6448689" y="231691"/>
                </a:lnTo>
                <a:lnTo>
                  <a:pt x="6410589" y="212641"/>
                </a:lnTo>
                <a:lnTo>
                  <a:pt x="6374077" y="196766"/>
                </a:lnTo>
                <a:lnTo>
                  <a:pt x="6332802" y="180891"/>
                </a:lnTo>
                <a:lnTo>
                  <a:pt x="6286764" y="165016"/>
                </a:lnTo>
                <a:lnTo>
                  <a:pt x="6234377" y="153904"/>
                </a:lnTo>
                <a:lnTo>
                  <a:pt x="6174052" y="147554"/>
                </a:lnTo>
                <a:lnTo>
                  <a:pt x="6105789" y="144379"/>
                </a:lnTo>
                <a:lnTo>
                  <a:pt x="6095999" y="144834"/>
                </a:lnTo>
                <a:lnTo>
                  <a:pt x="6086208" y="144379"/>
                </a:lnTo>
                <a:lnTo>
                  <a:pt x="6017947" y="147554"/>
                </a:lnTo>
                <a:lnTo>
                  <a:pt x="5957621" y="153904"/>
                </a:lnTo>
                <a:lnTo>
                  <a:pt x="5905234" y="165016"/>
                </a:lnTo>
                <a:lnTo>
                  <a:pt x="5859196" y="180891"/>
                </a:lnTo>
                <a:lnTo>
                  <a:pt x="5817921" y="196766"/>
                </a:lnTo>
                <a:lnTo>
                  <a:pt x="5781408" y="212641"/>
                </a:lnTo>
                <a:lnTo>
                  <a:pt x="5743308" y="231691"/>
                </a:lnTo>
                <a:lnTo>
                  <a:pt x="5705209" y="250741"/>
                </a:lnTo>
                <a:lnTo>
                  <a:pt x="5668696" y="269791"/>
                </a:lnTo>
                <a:lnTo>
                  <a:pt x="5627421" y="285666"/>
                </a:lnTo>
                <a:lnTo>
                  <a:pt x="5581383" y="299954"/>
                </a:lnTo>
                <a:lnTo>
                  <a:pt x="5528996" y="311066"/>
                </a:lnTo>
                <a:lnTo>
                  <a:pt x="5468671" y="319004"/>
                </a:lnTo>
                <a:lnTo>
                  <a:pt x="5410199" y="320364"/>
                </a:lnTo>
                <a:lnTo>
                  <a:pt x="5351727" y="319004"/>
                </a:lnTo>
                <a:lnTo>
                  <a:pt x="5291401" y="311066"/>
                </a:lnTo>
                <a:lnTo>
                  <a:pt x="5239014" y="299954"/>
                </a:lnTo>
                <a:lnTo>
                  <a:pt x="5192976" y="285666"/>
                </a:lnTo>
                <a:lnTo>
                  <a:pt x="5151701" y="269791"/>
                </a:lnTo>
                <a:lnTo>
                  <a:pt x="5115189" y="250741"/>
                </a:lnTo>
                <a:lnTo>
                  <a:pt x="5077089" y="231691"/>
                </a:lnTo>
                <a:lnTo>
                  <a:pt x="5038989" y="212641"/>
                </a:lnTo>
                <a:lnTo>
                  <a:pt x="5002476" y="196766"/>
                </a:lnTo>
                <a:lnTo>
                  <a:pt x="4961201" y="180891"/>
                </a:lnTo>
                <a:lnTo>
                  <a:pt x="4915165" y="165016"/>
                </a:lnTo>
                <a:lnTo>
                  <a:pt x="4862777" y="153904"/>
                </a:lnTo>
                <a:lnTo>
                  <a:pt x="4802453" y="147554"/>
                </a:lnTo>
                <a:lnTo>
                  <a:pt x="4734189" y="144379"/>
                </a:lnTo>
                <a:lnTo>
                  <a:pt x="4665928" y="147554"/>
                </a:lnTo>
                <a:lnTo>
                  <a:pt x="4605602" y="153904"/>
                </a:lnTo>
                <a:lnTo>
                  <a:pt x="4553214" y="165016"/>
                </a:lnTo>
                <a:lnTo>
                  <a:pt x="4507177" y="180891"/>
                </a:lnTo>
                <a:lnTo>
                  <a:pt x="4465902" y="196766"/>
                </a:lnTo>
                <a:lnTo>
                  <a:pt x="4429389" y="212641"/>
                </a:lnTo>
                <a:lnTo>
                  <a:pt x="4353189" y="250741"/>
                </a:lnTo>
                <a:lnTo>
                  <a:pt x="4316677" y="269791"/>
                </a:lnTo>
                <a:lnTo>
                  <a:pt x="4275402" y="285666"/>
                </a:lnTo>
                <a:lnTo>
                  <a:pt x="4229364" y="299954"/>
                </a:lnTo>
                <a:lnTo>
                  <a:pt x="4176977" y="311066"/>
                </a:lnTo>
                <a:lnTo>
                  <a:pt x="4116652" y="319004"/>
                </a:lnTo>
                <a:lnTo>
                  <a:pt x="4048389" y="320591"/>
                </a:lnTo>
                <a:lnTo>
                  <a:pt x="3980127" y="319004"/>
                </a:lnTo>
                <a:lnTo>
                  <a:pt x="3919802" y="311066"/>
                </a:lnTo>
                <a:lnTo>
                  <a:pt x="3867414" y="299954"/>
                </a:lnTo>
                <a:lnTo>
                  <a:pt x="3821377" y="285666"/>
                </a:lnTo>
                <a:lnTo>
                  <a:pt x="3780102" y="269791"/>
                </a:lnTo>
                <a:lnTo>
                  <a:pt x="3743589" y="250741"/>
                </a:lnTo>
                <a:lnTo>
                  <a:pt x="3705489" y="231691"/>
                </a:lnTo>
                <a:lnTo>
                  <a:pt x="3667389" y="212641"/>
                </a:lnTo>
                <a:lnTo>
                  <a:pt x="3630877" y="196766"/>
                </a:lnTo>
                <a:lnTo>
                  <a:pt x="3589602" y="180891"/>
                </a:lnTo>
                <a:lnTo>
                  <a:pt x="3543564" y="165016"/>
                </a:lnTo>
                <a:lnTo>
                  <a:pt x="3491177" y="153904"/>
                </a:lnTo>
                <a:lnTo>
                  <a:pt x="3430852" y="147554"/>
                </a:lnTo>
                <a:lnTo>
                  <a:pt x="3361002" y="144379"/>
                </a:lnTo>
                <a:lnTo>
                  <a:pt x="3294327" y="147554"/>
                </a:lnTo>
                <a:lnTo>
                  <a:pt x="3234002" y="153904"/>
                </a:lnTo>
                <a:lnTo>
                  <a:pt x="3181614" y="165016"/>
                </a:lnTo>
                <a:lnTo>
                  <a:pt x="3135577" y="180891"/>
                </a:lnTo>
                <a:lnTo>
                  <a:pt x="3094302" y="196766"/>
                </a:lnTo>
                <a:lnTo>
                  <a:pt x="3057789" y="212641"/>
                </a:lnTo>
                <a:lnTo>
                  <a:pt x="3019689" y="231691"/>
                </a:lnTo>
                <a:lnTo>
                  <a:pt x="2981589" y="250741"/>
                </a:lnTo>
                <a:lnTo>
                  <a:pt x="2945077" y="269791"/>
                </a:lnTo>
                <a:lnTo>
                  <a:pt x="2903802" y="285666"/>
                </a:lnTo>
                <a:lnTo>
                  <a:pt x="2857764" y="299954"/>
                </a:lnTo>
                <a:lnTo>
                  <a:pt x="2805377" y="311066"/>
                </a:lnTo>
                <a:lnTo>
                  <a:pt x="2745052" y="319004"/>
                </a:lnTo>
                <a:lnTo>
                  <a:pt x="2676789" y="320591"/>
                </a:lnTo>
                <a:lnTo>
                  <a:pt x="2608527" y="319004"/>
                </a:lnTo>
                <a:lnTo>
                  <a:pt x="2548202" y="311066"/>
                </a:lnTo>
                <a:lnTo>
                  <a:pt x="2495814" y="299954"/>
                </a:lnTo>
                <a:lnTo>
                  <a:pt x="2449777" y="285666"/>
                </a:lnTo>
                <a:lnTo>
                  <a:pt x="2408502" y="269791"/>
                </a:lnTo>
                <a:lnTo>
                  <a:pt x="2371989" y="250741"/>
                </a:lnTo>
                <a:lnTo>
                  <a:pt x="2333889" y="231691"/>
                </a:lnTo>
                <a:lnTo>
                  <a:pt x="2295789" y="212641"/>
                </a:lnTo>
                <a:lnTo>
                  <a:pt x="2259277" y="196766"/>
                </a:lnTo>
                <a:lnTo>
                  <a:pt x="2218002" y="180891"/>
                </a:lnTo>
                <a:lnTo>
                  <a:pt x="2171964" y="165016"/>
                </a:lnTo>
                <a:lnTo>
                  <a:pt x="2119577" y="153904"/>
                </a:lnTo>
                <a:lnTo>
                  <a:pt x="2059252" y="147554"/>
                </a:lnTo>
                <a:lnTo>
                  <a:pt x="1990989" y="144379"/>
                </a:lnTo>
                <a:lnTo>
                  <a:pt x="1922727" y="147554"/>
                </a:lnTo>
                <a:lnTo>
                  <a:pt x="1862402" y="153904"/>
                </a:lnTo>
                <a:lnTo>
                  <a:pt x="1810014" y="165016"/>
                </a:lnTo>
                <a:lnTo>
                  <a:pt x="1763977" y="180891"/>
                </a:lnTo>
                <a:lnTo>
                  <a:pt x="1722702" y="196766"/>
                </a:lnTo>
                <a:lnTo>
                  <a:pt x="1686189" y="212641"/>
                </a:lnTo>
                <a:lnTo>
                  <a:pt x="1648089" y="231691"/>
                </a:lnTo>
                <a:lnTo>
                  <a:pt x="1609989" y="250741"/>
                </a:lnTo>
                <a:lnTo>
                  <a:pt x="1573477" y="269791"/>
                </a:lnTo>
                <a:lnTo>
                  <a:pt x="1532202" y="285666"/>
                </a:lnTo>
                <a:lnTo>
                  <a:pt x="1486164" y="299954"/>
                </a:lnTo>
                <a:lnTo>
                  <a:pt x="1433777" y="311066"/>
                </a:lnTo>
                <a:lnTo>
                  <a:pt x="1373452" y="319004"/>
                </a:lnTo>
                <a:lnTo>
                  <a:pt x="1305189" y="320591"/>
                </a:lnTo>
                <a:lnTo>
                  <a:pt x="1236927" y="319004"/>
                </a:lnTo>
                <a:lnTo>
                  <a:pt x="1176602" y="311066"/>
                </a:lnTo>
                <a:lnTo>
                  <a:pt x="1124214" y="299954"/>
                </a:lnTo>
                <a:lnTo>
                  <a:pt x="1078177" y="285666"/>
                </a:lnTo>
                <a:lnTo>
                  <a:pt x="1036902" y="269791"/>
                </a:lnTo>
                <a:lnTo>
                  <a:pt x="1000389" y="250741"/>
                </a:lnTo>
                <a:lnTo>
                  <a:pt x="962289" y="231691"/>
                </a:lnTo>
                <a:lnTo>
                  <a:pt x="924189" y="212641"/>
                </a:lnTo>
                <a:lnTo>
                  <a:pt x="887677" y="196766"/>
                </a:lnTo>
                <a:lnTo>
                  <a:pt x="846402" y="180891"/>
                </a:lnTo>
                <a:lnTo>
                  <a:pt x="800364" y="165016"/>
                </a:lnTo>
                <a:lnTo>
                  <a:pt x="747977" y="153904"/>
                </a:lnTo>
                <a:lnTo>
                  <a:pt x="687652" y="147554"/>
                </a:lnTo>
                <a:lnTo>
                  <a:pt x="619389" y="144379"/>
                </a:lnTo>
                <a:lnTo>
                  <a:pt x="551127" y="147554"/>
                </a:lnTo>
                <a:lnTo>
                  <a:pt x="490802" y="153904"/>
                </a:lnTo>
                <a:lnTo>
                  <a:pt x="438414" y="165016"/>
                </a:lnTo>
                <a:lnTo>
                  <a:pt x="392377" y="180891"/>
                </a:lnTo>
                <a:lnTo>
                  <a:pt x="351102" y="196766"/>
                </a:lnTo>
                <a:lnTo>
                  <a:pt x="314589" y="212641"/>
                </a:lnTo>
                <a:lnTo>
                  <a:pt x="276489" y="231691"/>
                </a:lnTo>
                <a:lnTo>
                  <a:pt x="238389" y="250741"/>
                </a:lnTo>
                <a:lnTo>
                  <a:pt x="201877" y="269791"/>
                </a:lnTo>
                <a:lnTo>
                  <a:pt x="160602" y="285666"/>
                </a:lnTo>
                <a:lnTo>
                  <a:pt x="114564" y="299954"/>
                </a:lnTo>
                <a:lnTo>
                  <a:pt x="62177" y="311066"/>
                </a:lnTo>
                <a:lnTo>
                  <a:pt x="1852" y="319004"/>
                </a:lnTo>
                <a:lnTo>
                  <a:pt x="0" y="319047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lnTo>
                  <a:pt x="61938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8122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F388DC-C47F-4048-9B69-F1644A2A1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C035D-D3AD-4301-A1B5-D4C91E3C5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4926329"/>
            <a:ext cx="12191996" cy="1931671"/>
          </a:xfrm>
          <a:custGeom>
            <a:avLst/>
            <a:gdLst>
              <a:gd name="connsiteX0" fmla="*/ 619388 w 12191996"/>
              <a:gd name="connsiteY0" fmla="*/ 0 h 1931671"/>
              <a:gd name="connsiteX1" fmla="*/ 687651 w 12191996"/>
              <a:gd name="connsiteY1" fmla="*/ 3175 h 1931671"/>
              <a:gd name="connsiteX2" fmla="*/ 747976 w 12191996"/>
              <a:gd name="connsiteY2" fmla="*/ 9525 h 1931671"/>
              <a:gd name="connsiteX3" fmla="*/ 800363 w 12191996"/>
              <a:gd name="connsiteY3" fmla="*/ 20637 h 1931671"/>
              <a:gd name="connsiteX4" fmla="*/ 846401 w 12191996"/>
              <a:gd name="connsiteY4" fmla="*/ 36512 h 1931671"/>
              <a:gd name="connsiteX5" fmla="*/ 887676 w 12191996"/>
              <a:gd name="connsiteY5" fmla="*/ 52387 h 1931671"/>
              <a:gd name="connsiteX6" fmla="*/ 924188 w 12191996"/>
              <a:gd name="connsiteY6" fmla="*/ 68262 h 1931671"/>
              <a:gd name="connsiteX7" fmla="*/ 962288 w 12191996"/>
              <a:gd name="connsiteY7" fmla="*/ 87312 h 1931671"/>
              <a:gd name="connsiteX8" fmla="*/ 1000388 w 12191996"/>
              <a:gd name="connsiteY8" fmla="*/ 106362 h 1931671"/>
              <a:gd name="connsiteX9" fmla="*/ 1036901 w 12191996"/>
              <a:gd name="connsiteY9" fmla="*/ 125412 h 1931671"/>
              <a:gd name="connsiteX10" fmla="*/ 1078176 w 12191996"/>
              <a:gd name="connsiteY10" fmla="*/ 141287 h 1931671"/>
              <a:gd name="connsiteX11" fmla="*/ 1124213 w 12191996"/>
              <a:gd name="connsiteY11" fmla="*/ 155575 h 1931671"/>
              <a:gd name="connsiteX12" fmla="*/ 1176601 w 12191996"/>
              <a:gd name="connsiteY12" fmla="*/ 166687 h 1931671"/>
              <a:gd name="connsiteX13" fmla="*/ 1236926 w 12191996"/>
              <a:gd name="connsiteY13" fmla="*/ 174625 h 1931671"/>
              <a:gd name="connsiteX14" fmla="*/ 1305188 w 12191996"/>
              <a:gd name="connsiteY14" fmla="*/ 176212 h 1931671"/>
              <a:gd name="connsiteX15" fmla="*/ 1373451 w 12191996"/>
              <a:gd name="connsiteY15" fmla="*/ 174625 h 1931671"/>
              <a:gd name="connsiteX16" fmla="*/ 1433776 w 12191996"/>
              <a:gd name="connsiteY16" fmla="*/ 166687 h 1931671"/>
              <a:gd name="connsiteX17" fmla="*/ 1486163 w 12191996"/>
              <a:gd name="connsiteY17" fmla="*/ 155575 h 1931671"/>
              <a:gd name="connsiteX18" fmla="*/ 1532201 w 12191996"/>
              <a:gd name="connsiteY18" fmla="*/ 141287 h 1931671"/>
              <a:gd name="connsiteX19" fmla="*/ 1573476 w 12191996"/>
              <a:gd name="connsiteY19" fmla="*/ 125412 h 1931671"/>
              <a:gd name="connsiteX20" fmla="*/ 1609988 w 12191996"/>
              <a:gd name="connsiteY20" fmla="*/ 106362 h 1931671"/>
              <a:gd name="connsiteX21" fmla="*/ 1648088 w 12191996"/>
              <a:gd name="connsiteY21" fmla="*/ 87312 h 1931671"/>
              <a:gd name="connsiteX22" fmla="*/ 1686188 w 12191996"/>
              <a:gd name="connsiteY22" fmla="*/ 68262 h 1931671"/>
              <a:gd name="connsiteX23" fmla="*/ 1722701 w 12191996"/>
              <a:gd name="connsiteY23" fmla="*/ 52387 h 1931671"/>
              <a:gd name="connsiteX24" fmla="*/ 1763976 w 12191996"/>
              <a:gd name="connsiteY24" fmla="*/ 36512 h 1931671"/>
              <a:gd name="connsiteX25" fmla="*/ 1810013 w 12191996"/>
              <a:gd name="connsiteY25" fmla="*/ 20637 h 1931671"/>
              <a:gd name="connsiteX26" fmla="*/ 1862401 w 12191996"/>
              <a:gd name="connsiteY26" fmla="*/ 9525 h 1931671"/>
              <a:gd name="connsiteX27" fmla="*/ 1922726 w 12191996"/>
              <a:gd name="connsiteY27" fmla="*/ 3175 h 1931671"/>
              <a:gd name="connsiteX28" fmla="*/ 1990988 w 12191996"/>
              <a:gd name="connsiteY28" fmla="*/ 0 h 1931671"/>
              <a:gd name="connsiteX29" fmla="*/ 2059251 w 12191996"/>
              <a:gd name="connsiteY29" fmla="*/ 3175 h 1931671"/>
              <a:gd name="connsiteX30" fmla="*/ 2119576 w 12191996"/>
              <a:gd name="connsiteY30" fmla="*/ 9525 h 1931671"/>
              <a:gd name="connsiteX31" fmla="*/ 2171963 w 12191996"/>
              <a:gd name="connsiteY31" fmla="*/ 20637 h 1931671"/>
              <a:gd name="connsiteX32" fmla="*/ 2218001 w 12191996"/>
              <a:gd name="connsiteY32" fmla="*/ 36512 h 1931671"/>
              <a:gd name="connsiteX33" fmla="*/ 2259276 w 12191996"/>
              <a:gd name="connsiteY33" fmla="*/ 52387 h 1931671"/>
              <a:gd name="connsiteX34" fmla="*/ 2295788 w 12191996"/>
              <a:gd name="connsiteY34" fmla="*/ 68262 h 1931671"/>
              <a:gd name="connsiteX35" fmla="*/ 2333888 w 12191996"/>
              <a:gd name="connsiteY35" fmla="*/ 87312 h 1931671"/>
              <a:gd name="connsiteX36" fmla="*/ 2371988 w 12191996"/>
              <a:gd name="connsiteY36" fmla="*/ 106362 h 1931671"/>
              <a:gd name="connsiteX37" fmla="*/ 2408501 w 12191996"/>
              <a:gd name="connsiteY37" fmla="*/ 125412 h 1931671"/>
              <a:gd name="connsiteX38" fmla="*/ 2449776 w 12191996"/>
              <a:gd name="connsiteY38" fmla="*/ 141287 h 1931671"/>
              <a:gd name="connsiteX39" fmla="*/ 2495813 w 12191996"/>
              <a:gd name="connsiteY39" fmla="*/ 155575 h 1931671"/>
              <a:gd name="connsiteX40" fmla="*/ 2548201 w 12191996"/>
              <a:gd name="connsiteY40" fmla="*/ 166687 h 1931671"/>
              <a:gd name="connsiteX41" fmla="*/ 2608526 w 12191996"/>
              <a:gd name="connsiteY41" fmla="*/ 174625 h 1931671"/>
              <a:gd name="connsiteX42" fmla="*/ 2676788 w 12191996"/>
              <a:gd name="connsiteY42" fmla="*/ 176212 h 1931671"/>
              <a:gd name="connsiteX43" fmla="*/ 2745051 w 12191996"/>
              <a:gd name="connsiteY43" fmla="*/ 174625 h 1931671"/>
              <a:gd name="connsiteX44" fmla="*/ 2805376 w 12191996"/>
              <a:gd name="connsiteY44" fmla="*/ 166687 h 1931671"/>
              <a:gd name="connsiteX45" fmla="*/ 2857763 w 12191996"/>
              <a:gd name="connsiteY45" fmla="*/ 155575 h 1931671"/>
              <a:gd name="connsiteX46" fmla="*/ 2903801 w 12191996"/>
              <a:gd name="connsiteY46" fmla="*/ 141287 h 1931671"/>
              <a:gd name="connsiteX47" fmla="*/ 2945076 w 12191996"/>
              <a:gd name="connsiteY47" fmla="*/ 125412 h 1931671"/>
              <a:gd name="connsiteX48" fmla="*/ 2981588 w 12191996"/>
              <a:gd name="connsiteY48" fmla="*/ 106362 h 1931671"/>
              <a:gd name="connsiteX49" fmla="*/ 3019688 w 12191996"/>
              <a:gd name="connsiteY49" fmla="*/ 87312 h 1931671"/>
              <a:gd name="connsiteX50" fmla="*/ 3057788 w 12191996"/>
              <a:gd name="connsiteY50" fmla="*/ 68262 h 1931671"/>
              <a:gd name="connsiteX51" fmla="*/ 3094301 w 12191996"/>
              <a:gd name="connsiteY51" fmla="*/ 52387 h 1931671"/>
              <a:gd name="connsiteX52" fmla="*/ 3135576 w 12191996"/>
              <a:gd name="connsiteY52" fmla="*/ 36512 h 1931671"/>
              <a:gd name="connsiteX53" fmla="*/ 3181613 w 12191996"/>
              <a:gd name="connsiteY53" fmla="*/ 20637 h 1931671"/>
              <a:gd name="connsiteX54" fmla="*/ 3234001 w 12191996"/>
              <a:gd name="connsiteY54" fmla="*/ 9525 h 1931671"/>
              <a:gd name="connsiteX55" fmla="*/ 3294326 w 12191996"/>
              <a:gd name="connsiteY55" fmla="*/ 3175 h 1931671"/>
              <a:gd name="connsiteX56" fmla="*/ 3361001 w 12191996"/>
              <a:gd name="connsiteY56" fmla="*/ 0 h 1931671"/>
              <a:gd name="connsiteX57" fmla="*/ 3430851 w 12191996"/>
              <a:gd name="connsiteY57" fmla="*/ 3175 h 1931671"/>
              <a:gd name="connsiteX58" fmla="*/ 3491176 w 12191996"/>
              <a:gd name="connsiteY58" fmla="*/ 9525 h 1931671"/>
              <a:gd name="connsiteX59" fmla="*/ 3543563 w 12191996"/>
              <a:gd name="connsiteY59" fmla="*/ 20637 h 1931671"/>
              <a:gd name="connsiteX60" fmla="*/ 3589601 w 12191996"/>
              <a:gd name="connsiteY60" fmla="*/ 36512 h 1931671"/>
              <a:gd name="connsiteX61" fmla="*/ 3630876 w 12191996"/>
              <a:gd name="connsiteY61" fmla="*/ 52387 h 1931671"/>
              <a:gd name="connsiteX62" fmla="*/ 3667388 w 12191996"/>
              <a:gd name="connsiteY62" fmla="*/ 68262 h 1931671"/>
              <a:gd name="connsiteX63" fmla="*/ 3705488 w 12191996"/>
              <a:gd name="connsiteY63" fmla="*/ 87312 h 1931671"/>
              <a:gd name="connsiteX64" fmla="*/ 3743588 w 12191996"/>
              <a:gd name="connsiteY64" fmla="*/ 106362 h 1931671"/>
              <a:gd name="connsiteX65" fmla="*/ 3780101 w 12191996"/>
              <a:gd name="connsiteY65" fmla="*/ 125412 h 1931671"/>
              <a:gd name="connsiteX66" fmla="*/ 3821376 w 12191996"/>
              <a:gd name="connsiteY66" fmla="*/ 141287 h 1931671"/>
              <a:gd name="connsiteX67" fmla="*/ 3867413 w 12191996"/>
              <a:gd name="connsiteY67" fmla="*/ 155575 h 1931671"/>
              <a:gd name="connsiteX68" fmla="*/ 3919801 w 12191996"/>
              <a:gd name="connsiteY68" fmla="*/ 166687 h 1931671"/>
              <a:gd name="connsiteX69" fmla="*/ 3980126 w 12191996"/>
              <a:gd name="connsiteY69" fmla="*/ 174625 h 1931671"/>
              <a:gd name="connsiteX70" fmla="*/ 4048388 w 12191996"/>
              <a:gd name="connsiteY70" fmla="*/ 176212 h 1931671"/>
              <a:gd name="connsiteX71" fmla="*/ 4116651 w 12191996"/>
              <a:gd name="connsiteY71" fmla="*/ 174625 h 1931671"/>
              <a:gd name="connsiteX72" fmla="*/ 4176976 w 12191996"/>
              <a:gd name="connsiteY72" fmla="*/ 166687 h 1931671"/>
              <a:gd name="connsiteX73" fmla="*/ 4229363 w 12191996"/>
              <a:gd name="connsiteY73" fmla="*/ 155575 h 1931671"/>
              <a:gd name="connsiteX74" fmla="*/ 4275401 w 12191996"/>
              <a:gd name="connsiteY74" fmla="*/ 141287 h 1931671"/>
              <a:gd name="connsiteX75" fmla="*/ 4316676 w 12191996"/>
              <a:gd name="connsiteY75" fmla="*/ 125412 h 1931671"/>
              <a:gd name="connsiteX76" fmla="*/ 4353188 w 12191996"/>
              <a:gd name="connsiteY76" fmla="*/ 106362 h 1931671"/>
              <a:gd name="connsiteX77" fmla="*/ 4429388 w 12191996"/>
              <a:gd name="connsiteY77" fmla="*/ 68262 h 1931671"/>
              <a:gd name="connsiteX78" fmla="*/ 4465901 w 12191996"/>
              <a:gd name="connsiteY78" fmla="*/ 52387 h 1931671"/>
              <a:gd name="connsiteX79" fmla="*/ 4507176 w 12191996"/>
              <a:gd name="connsiteY79" fmla="*/ 36512 h 1931671"/>
              <a:gd name="connsiteX80" fmla="*/ 4553214 w 12191996"/>
              <a:gd name="connsiteY80" fmla="*/ 20637 h 1931671"/>
              <a:gd name="connsiteX81" fmla="*/ 4605601 w 12191996"/>
              <a:gd name="connsiteY81" fmla="*/ 9525 h 1931671"/>
              <a:gd name="connsiteX82" fmla="*/ 4665927 w 12191996"/>
              <a:gd name="connsiteY82" fmla="*/ 3175 h 1931671"/>
              <a:gd name="connsiteX83" fmla="*/ 4734188 w 12191996"/>
              <a:gd name="connsiteY83" fmla="*/ 0 h 1931671"/>
              <a:gd name="connsiteX84" fmla="*/ 4802452 w 12191996"/>
              <a:gd name="connsiteY84" fmla="*/ 3175 h 1931671"/>
              <a:gd name="connsiteX85" fmla="*/ 4862776 w 12191996"/>
              <a:gd name="connsiteY85" fmla="*/ 9525 h 1931671"/>
              <a:gd name="connsiteX86" fmla="*/ 4915164 w 12191996"/>
              <a:gd name="connsiteY86" fmla="*/ 20637 h 1931671"/>
              <a:gd name="connsiteX87" fmla="*/ 4961200 w 12191996"/>
              <a:gd name="connsiteY87" fmla="*/ 36512 h 1931671"/>
              <a:gd name="connsiteX88" fmla="*/ 5002476 w 12191996"/>
              <a:gd name="connsiteY88" fmla="*/ 52387 h 1931671"/>
              <a:gd name="connsiteX89" fmla="*/ 5038988 w 12191996"/>
              <a:gd name="connsiteY89" fmla="*/ 68262 h 1931671"/>
              <a:gd name="connsiteX90" fmla="*/ 5077089 w 12191996"/>
              <a:gd name="connsiteY90" fmla="*/ 87312 h 1931671"/>
              <a:gd name="connsiteX91" fmla="*/ 5115188 w 12191996"/>
              <a:gd name="connsiteY91" fmla="*/ 106362 h 1931671"/>
              <a:gd name="connsiteX92" fmla="*/ 5151700 w 12191996"/>
              <a:gd name="connsiteY92" fmla="*/ 125412 h 1931671"/>
              <a:gd name="connsiteX93" fmla="*/ 5192976 w 12191996"/>
              <a:gd name="connsiteY93" fmla="*/ 141287 h 1931671"/>
              <a:gd name="connsiteX94" fmla="*/ 5239013 w 12191996"/>
              <a:gd name="connsiteY94" fmla="*/ 155575 h 1931671"/>
              <a:gd name="connsiteX95" fmla="*/ 5291400 w 12191996"/>
              <a:gd name="connsiteY95" fmla="*/ 166687 h 1931671"/>
              <a:gd name="connsiteX96" fmla="*/ 5351726 w 12191996"/>
              <a:gd name="connsiteY96" fmla="*/ 174625 h 1931671"/>
              <a:gd name="connsiteX97" fmla="*/ 5410198 w 12191996"/>
              <a:gd name="connsiteY97" fmla="*/ 175985 h 1931671"/>
              <a:gd name="connsiteX98" fmla="*/ 5468670 w 12191996"/>
              <a:gd name="connsiteY98" fmla="*/ 174625 h 1931671"/>
              <a:gd name="connsiteX99" fmla="*/ 5528995 w 12191996"/>
              <a:gd name="connsiteY99" fmla="*/ 166687 h 1931671"/>
              <a:gd name="connsiteX100" fmla="*/ 5581382 w 12191996"/>
              <a:gd name="connsiteY100" fmla="*/ 155575 h 1931671"/>
              <a:gd name="connsiteX101" fmla="*/ 5627420 w 12191996"/>
              <a:gd name="connsiteY101" fmla="*/ 141287 h 1931671"/>
              <a:gd name="connsiteX102" fmla="*/ 5668695 w 12191996"/>
              <a:gd name="connsiteY102" fmla="*/ 125412 h 1931671"/>
              <a:gd name="connsiteX103" fmla="*/ 5705208 w 12191996"/>
              <a:gd name="connsiteY103" fmla="*/ 106362 h 1931671"/>
              <a:gd name="connsiteX104" fmla="*/ 5743307 w 12191996"/>
              <a:gd name="connsiteY104" fmla="*/ 87312 h 1931671"/>
              <a:gd name="connsiteX105" fmla="*/ 5781407 w 12191996"/>
              <a:gd name="connsiteY105" fmla="*/ 68262 h 1931671"/>
              <a:gd name="connsiteX106" fmla="*/ 5817920 w 12191996"/>
              <a:gd name="connsiteY106" fmla="*/ 52387 h 1931671"/>
              <a:gd name="connsiteX107" fmla="*/ 5859195 w 12191996"/>
              <a:gd name="connsiteY107" fmla="*/ 36512 h 1931671"/>
              <a:gd name="connsiteX108" fmla="*/ 5905233 w 12191996"/>
              <a:gd name="connsiteY108" fmla="*/ 20637 h 1931671"/>
              <a:gd name="connsiteX109" fmla="*/ 5957620 w 12191996"/>
              <a:gd name="connsiteY109" fmla="*/ 9525 h 1931671"/>
              <a:gd name="connsiteX110" fmla="*/ 6017946 w 12191996"/>
              <a:gd name="connsiteY110" fmla="*/ 3175 h 1931671"/>
              <a:gd name="connsiteX111" fmla="*/ 6086208 w 12191996"/>
              <a:gd name="connsiteY111" fmla="*/ 0 h 1931671"/>
              <a:gd name="connsiteX112" fmla="*/ 6095998 w 12191996"/>
              <a:gd name="connsiteY112" fmla="*/ 455 h 1931671"/>
              <a:gd name="connsiteX113" fmla="*/ 6105788 w 12191996"/>
              <a:gd name="connsiteY113" fmla="*/ 0 h 1931671"/>
              <a:gd name="connsiteX114" fmla="*/ 6174051 w 12191996"/>
              <a:gd name="connsiteY114" fmla="*/ 3175 h 1931671"/>
              <a:gd name="connsiteX115" fmla="*/ 6234376 w 12191996"/>
              <a:gd name="connsiteY115" fmla="*/ 9525 h 1931671"/>
              <a:gd name="connsiteX116" fmla="*/ 6286763 w 12191996"/>
              <a:gd name="connsiteY116" fmla="*/ 20637 h 1931671"/>
              <a:gd name="connsiteX117" fmla="*/ 6332801 w 12191996"/>
              <a:gd name="connsiteY117" fmla="*/ 36512 h 1931671"/>
              <a:gd name="connsiteX118" fmla="*/ 6374076 w 12191996"/>
              <a:gd name="connsiteY118" fmla="*/ 52387 h 1931671"/>
              <a:gd name="connsiteX119" fmla="*/ 6410588 w 12191996"/>
              <a:gd name="connsiteY119" fmla="*/ 68262 h 1931671"/>
              <a:gd name="connsiteX120" fmla="*/ 6448688 w 12191996"/>
              <a:gd name="connsiteY120" fmla="*/ 87312 h 1931671"/>
              <a:gd name="connsiteX121" fmla="*/ 6486788 w 12191996"/>
              <a:gd name="connsiteY121" fmla="*/ 106362 h 1931671"/>
              <a:gd name="connsiteX122" fmla="*/ 6523301 w 12191996"/>
              <a:gd name="connsiteY122" fmla="*/ 125412 h 1931671"/>
              <a:gd name="connsiteX123" fmla="*/ 6564576 w 12191996"/>
              <a:gd name="connsiteY123" fmla="*/ 141287 h 1931671"/>
              <a:gd name="connsiteX124" fmla="*/ 6610613 w 12191996"/>
              <a:gd name="connsiteY124" fmla="*/ 155575 h 1931671"/>
              <a:gd name="connsiteX125" fmla="*/ 6663001 w 12191996"/>
              <a:gd name="connsiteY125" fmla="*/ 166687 h 1931671"/>
              <a:gd name="connsiteX126" fmla="*/ 6723326 w 12191996"/>
              <a:gd name="connsiteY126" fmla="*/ 174625 h 1931671"/>
              <a:gd name="connsiteX127" fmla="*/ 6781798 w 12191996"/>
              <a:gd name="connsiteY127" fmla="*/ 175985 h 1931671"/>
              <a:gd name="connsiteX128" fmla="*/ 6840270 w 12191996"/>
              <a:gd name="connsiteY128" fmla="*/ 174625 h 1931671"/>
              <a:gd name="connsiteX129" fmla="*/ 6900595 w 12191996"/>
              <a:gd name="connsiteY129" fmla="*/ 166687 h 1931671"/>
              <a:gd name="connsiteX130" fmla="*/ 6952982 w 12191996"/>
              <a:gd name="connsiteY130" fmla="*/ 155575 h 1931671"/>
              <a:gd name="connsiteX131" fmla="*/ 6999020 w 12191996"/>
              <a:gd name="connsiteY131" fmla="*/ 141287 h 1931671"/>
              <a:gd name="connsiteX132" fmla="*/ 7040295 w 12191996"/>
              <a:gd name="connsiteY132" fmla="*/ 125412 h 1931671"/>
              <a:gd name="connsiteX133" fmla="*/ 7076807 w 12191996"/>
              <a:gd name="connsiteY133" fmla="*/ 106362 h 1931671"/>
              <a:gd name="connsiteX134" fmla="*/ 7114907 w 12191996"/>
              <a:gd name="connsiteY134" fmla="*/ 87312 h 1931671"/>
              <a:gd name="connsiteX135" fmla="*/ 7153007 w 12191996"/>
              <a:gd name="connsiteY135" fmla="*/ 68262 h 1931671"/>
              <a:gd name="connsiteX136" fmla="*/ 7189520 w 12191996"/>
              <a:gd name="connsiteY136" fmla="*/ 52387 h 1931671"/>
              <a:gd name="connsiteX137" fmla="*/ 7230795 w 12191996"/>
              <a:gd name="connsiteY137" fmla="*/ 36512 h 1931671"/>
              <a:gd name="connsiteX138" fmla="*/ 7276832 w 12191996"/>
              <a:gd name="connsiteY138" fmla="*/ 20637 h 1931671"/>
              <a:gd name="connsiteX139" fmla="*/ 7329220 w 12191996"/>
              <a:gd name="connsiteY139" fmla="*/ 9525 h 1931671"/>
              <a:gd name="connsiteX140" fmla="*/ 7389545 w 12191996"/>
              <a:gd name="connsiteY140" fmla="*/ 3175 h 1931671"/>
              <a:gd name="connsiteX141" fmla="*/ 7457807 w 12191996"/>
              <a:gd name="connsiteY141" fmla="*/ 0 h 1931671"/>
              <a:gd name="connsiteX142" fmla="*/ 7526070 w 12191996"/>
              <a:gd name="connsiteY142" fmla="*/ 3175 h 1931671"/>
              <a:gd name="connsiteX143" fmla="*/ 7586395 w 12191996"/>
              <a:gd name="connsiteY143" fmla="*/ 9525 h 1931671"/>
              <a:gd name="connsiteX144" fmla="*/ 7638782 w 12191996"/>
              <a:gd name="connsiteY144" fmla="*/ 20637 h 1931671"/>
              <a:gd name="connsiteX145" fmla="*/ 7684820 w 12191996"/>
              <a:gd name="connsiteY145" fmla="*/ 36512 h 1931671"/>
              <a:gd name="connsiteX146" fmla="*/ 7726095 w 12191996"/>
              <a:gd name="connsiteY146" fmla="*/ 52387 h 1931671"/>
              <a:gd name="connsiteX147" fmla="*/ 7762607 w 12191996"/>
              <a:gd name="connsiteY147" fmla="*/ 68262 h 1931671"/>
              <a:gd name="connsiteX148" fmla="*/ 7800707 w 12191996"/>
              <a:gd name="connsiteY148" fmla="*/ 87312 h 1931671"/>
              <a:gd name="connsiteX149" fmla="*/ 7838807 w 12191996"/>
              <a:gd name="connsiteY149" fmla="*/ 106362 h 1931671"/>
              <a:gd name="connsiteX150" fmla="*/ 7875320 w 12191996"/>
              <a:gd name="connsiteY150" fmla="*/ 125412 h 1931671"/>
              <a:gd name="connsiteX151" fmla="*/ 7916595 w 12191996"/>
              <a:gd name="connsiteY151" fmla="*/ 141287 h 1931671"/>
              <a:gd name="connsiteX152" fmla="*/ 7962632 w 12191996"/>
              <a:gd name="connsiteY152" fmla="*/ 155575 h 1931671"/>
              <a:gd name="connsiteX153" fmla="*/ 8015020 w 12191996"/>
              <a:gd name="connsiteY153" fmla="*/ 166687 h 1931671"/>
              <a:gd name="connsiteX154" fmla="*/ 8075345 w 12191996"/>
              <a:gd name="connsiteY154" fmla="*/ 174625 h 1931671"/>
              <a:gd name="connsiteX155" fmla="*/ 8143607 w 12191996"/>
              <a:gd name="connsiteY155" fmla="*/ 176212 h 1931671"/>
              <a:gd name="connsiteX156" fmla="*/ 8211870 w 12191996"/>
              <a:gd name="connsiteY156" fmla="*/ 174625 h 1931671"/>
              <a:gd name="connsiteX157" fmla="*/ 8272195 w 12191996"/>
              <a:gd name="connsiteY157" fmla="*/ 166687 h 1931671"/>
              <a:gd name="connsiteX158" fmla="*/ 8324582 w 12191996"/>
              <a:gd name="connsiteY158" fmla="*/ 155575 h 1931671"/>
              <a:gd name="connsiteX159" fmla="*/ 8370620 w 12191996"/>
              <a:gd name="connsiteY159" fmla="*/ 141287 h 1931671"/>
              <a:gd name="connsiteX160" fmla="*/ 8411895 w 12191996"/>
              <a:gd name="connsiteY160" fmla="*/ 125412 h 1931671"/>
              <a:gd name="connsiteX161" fmla="*/ 8448407 w 12191996"/>
              <a:gd name="connsiteY161" fmla="*/ 106362 h 1931671"/>
              <a:gd name="connsiteX162" fmla="*/ 8486507 w 12191996"/>
              <a:gd name="connsiteY162" fmla="*/ 87312 h 1931671"/>
              <a:gd name="connsiteX163" fmla="*/ 8524607 w 12191996"/>
              <a:gd name="connsiteY163" fmla="*/ 68262 h 1931671"/>
              <a:gd name="connsiteX164" fmla="*/ 8561119 w 12191996"/>
              <a:gd name="connsiteY164" fmla="*/ 52387 h 1931671"/>
              <a:gd name="connsiteX165" fmla="*/ 8602395 w 12191996"/>
              <a:gd name="connsiteY165" fmla="*/ 36512 h 1931671"/>
              <a:gd name="connsiteX166" fmla="*/ 8648431 w 12191996"/>
              <a:gd name="connsiteY166" fmla="*/ 20637 h 1931671"/>
              <a:gd name="connsiteX167" fmla="*/ 8700819 w 12191996"/>
              <a:gd name="connsiteY167" fmla="*/ 9525 h 1931671"/>
              <a:gd name="connsiteX168" fmla="*/ 8761145 w 12191996"/>
              <a:gd name="connsiteY168" fmla="*/ 3175 h 1931671"/>
              <a:gd name="connsiteX169" fmla="*/ 8827819 w 12191996"/>
              <a:gd name="connsiteY169" fmla="*/ 0 h 1931671"/>
              <a:gd name="connsiteX170" fmla="*/ 8897669 w 12191996"/>
              <a:gd name="connsiteY170" fmla="*/ 3175 h 1931671"/>
              <a:gd name="connsiteX171" fmla="*/ 8957995 w 12191996"/>
              <a:gd name="connsiteY171" fmla="*/ 9525 h 1931671"/>
              <a:gd name="connsiteX172" fmla="*/ 9010381 w 12191996"/>
              <a:gd name="connsiteY172" fmla="*/ 20637 h 1931671"/>
              <a:gd name="connsiteX173" fmla="*/ 9056419 w 12191996"/>
              <a:gd name="connsiteY173" fmla="*/ 36512 h 1931671"/>
              <a:gd name="connsiteX174" fmla="*/ 9097695 w 12191996"/>
              <a:gd name="connsiteY174" fmla="*/ 52387 h 1931671"/>
              <a:gd name="connsiteX175" fmla="*/ 9134207 w 12191996"/>
              <a:gd name="connsiteY175" fmla="*/ 68262 h 1931671"/>
              <a:gd name="connsiteX176" fmla="*/ 9172307 w 12191996"/>
              <a:gd name="connsiteY176" fmla="*/ 87312 h 1931671"/>
              <a:gd name="connsiteX177" fmla="*/ 9210407 w 12191996"/>
              <a:gd name="connsiteY177" fmla="*/ 106362 h 1931671"/>
              <a:gd name="connsiteX178" fmla="*/ 9246919 w 12191996"/>
              <a:gd name="connsiteY178" fmla="*/ 125412 h 1931671"/>
              <a:gd name="connsiteX179" fmla="*/ 9288195 w 12191996"/>
              <a:gd name="connsiteY179" fmla="*/ 141287 h 1931671"/>
              <a:gd name="connsiteX180" fmla="*/ 9334231 w 12191996"/>
              <a:gd name="connsiteY180" fmla="*/ 155575 h 1931671"/>
              <a:gd name="connsiteX181" fmla="*/ 9386619 w 12191996"/>
              <a:gd name="connsiteY181" fmla="*/ 166687 h 1931671"/>
              <a:gd name="connsiteX182" fmla="*/ 9446945 w 12191996"/>
              <a:gd name="connsiteY182" fmla="*/ 174625 h 1931671"/>
              <a:gd name="connsiteX183" fmla="*/ 9515207 w 12191996"/>
              <a:gd name="connsiteY183" fmla="*/ 176212 h 1931671"/>
              <a:gd name="connsiteX184" fmla="*/ 9583469 w 12191996"/>
              <a:gd name="connsiteY184" fmla="*/ 174625 h 1931671"/>
              <a:gd name="connsiteX185" fmla="*/ 9643795 w 12191996"/>
              <a:gd name="connsiteY185" fmla="*/ 166687 h 1931671"/>
              <a:gd name="connsiteX186" fmla="*/ 9696181 w 12191996"/>
              <a:gd name="connsiteY186" fmla="*/ 155575 h 1931671"/>
              <a:gd name="connsiteX187" fmla="*/ 9742219 w 12191996"/>
              <a:gd name="connsiteY187" fmla="*/ 141287 h 1931671"/>
              <a:gd name="connsiteX188" fmla="*/ 9783495 w 12191996"/>
              <a:gd name="connsiteY188" fmla="*/ 125412 h 1931671"/>
              <a:gd name="connsiteX189" fmla="*/ 9820007 w 12191996"/>
              <a:gd name="connsiteY189" fmla="*/ 106362 h 1931671"/>
              <a:gd name="connsiteX190" fmla="*/ 9896207 w 12191996"/>
              <a:gd name="connsiteY190" fmla="*/ 68262 h 1931671"/>
              <a:gd name="connsiteX191" fmla="*/ 9932719 w 12191996"/>
              <a:gd name="connsiteY191" fmla="*/ 52387 h 1931671"/>
              <a:gd name="connsiteX192" fmla="*/ 9973995 w 12191996"/>
              <a:gd name="connsiteY192" fmla="*/ 36512 h 1931671"/>
              <a:gd name="connsiteX193" fmla="*/ 10020031 w 12191996"/>
              <a:gd name="connsiteY193" fmla="*/ 20637 h 1931671"/>
              <a:gd name="connsiteX194" fmla="*/ 10072419 w 12191996"/>
              <a:gd name="connsiteY194" fmla="*/ 9525 h 1931671"/>
              <a:gd name="connsiteX195" fmla="*/ 10132745 w 12191996"/>
              <a:gd name="connsiteY195" fmla="*/ 3175 h 1931671"/>
              <a:gd name="connsiteX196" fmla="*/ 10201007 w 12191996"/>
              <a:gd name="connsiteY196" fmla="*/ 0 h 1931671"/>
              <a:gd name="connsiteX197" fmla="*/ 10269269 w 12191996"/>
              <a:gd name="connsiteY197" fmla="*/ 3175 h 1931671"/>
              <a:gd name="connsiteX198" fmla="*/ 10329595 w 12191996"/>
              <a:gd name="connsiteY198" fmla="*/ 9525 h 1931671"/>
              <a:gd name="connsiteX199" fmla="*/ 10381981 w 12191996"/>
              <a:gd name="connsiteY199" fmla="*/ 20637 h 1931671"/>
              <a:gd name="connsiteX200" fmla="*/ 10428019 w 12191996"/>
              <a:gd name="connsiteY200" fmla="*/ 36512 h 1931671"/>
              <a:gd name="connsiteX201" fmla="*/ 10469295 w 12191996"/>
              <a:gd name="connsiteY201" fmla="*/ 52387 h 1931671"/>
              <a:gd name="connsiteX202" fmla="*/ 10505807 w 12191996"/>
              <a:gd name="connsiteY202" fmla="*/ 68262 h 1931671"/>
              <a:gd name="connsiteX203" fmla="*/ 10543907 w 12191996"/>
              <a:gd name="connsiteY203" fmla="*/ 87312 h 1931671"/>
              <a:gd name="connsiteX204" fmla="*/ 10582007 w 12191996"/>
              <a:gd name="connsiteY204" fmla="*/ 106362 h 1931671"/>
              <a:gd name="connsiteX205" fmla="*/ 10618519 w 12191996"/>
              <a:gd name="connsiteY205" fmla="*/ 125412 h 1931671"/>
              <a:gd name="connsiteX206" fmla="*/ 10659795 w 12191996"/>
              <a:gd name="connsiteY206" fmla="*/ 141287 h 1931671"/>
              <a:gd name="connsiteX207" fmla="*/ 10705831 w 12191996"/>
              <a:gd name="connsiteY207" fmla="*/ 155575 h 1931671"/>
              <a:gd name="connsiteX208" fmla="*/ 10758219 w 12191996"/>
              <a:gd name="connsiteY208" fmla="*/ 166687 h 1931671"/>
              <a:gd name="connsiteX209" fmla="*/ 10818545 w 12191996"/>
              <a:gd name="connsiteY209" fmla="*/ 174625 h 1931671"/>
              <a:gd name="connsiteX210" fmla="*/ 10886807 w 12191996"/>
              <a:gd name="connsiteY210" fmla="*/ 176212 h 1931671"/>
              <a:gd name="connsiteX211" fmla="*/ 10955069 w 12191996"/>
              <a:gd name="connsiteY211" fmla="*/ 174625 h 1931671"/>
              <a:gd name="connsiteX212" fmla="*/ 11015395 w 12191996"/>
              <a:gd name="connsiteY212" fmla="*/ 166687 h 1931671"/>
              <a:gd name="connsiteX213" fmla="*/ 11067781 w 12191996"/>
              <a:gd name="connsiteY213" fmla="*/ 155575 h 1931671"/>
              <a:gd name="connsiteX214" fmla="*/ 11113819 w 12191996"/>
              <a:gd name="connsiteY214" fmla="*/ 141287 h 1931671"/>
              <a:gd name="connsiteX215" fmla="*/ 11155095 w 12191996"/>
              <a:gd name="connsiteY215" fmla="*/ 125412 h 1931671"/>
              <a:gd name="connsiteX216" fmla="*/ 11191607 w 12191996"/>
              <a:gd name="connsiteY216" fmla="*/ 106362 h 1931671"/>
              <a:gd name="connsiteX217" fmla="*/ 11229707 w 12191996"/>
              <a:gd name="connsiteY217" fmla="*/ 87312 h 1931671"/>
              <a:gd name="connsiteX218" fmla="*/ 11267807 w 12191996"/>
              <a:gd name="connsiteY218" fmla="*/ 68262 h 1931671"/>
              <a:gd name="connsiteX219" fmla="*/ 11304319 w 12191996"/>
              <a:gd name="connsiteY219" fmla="*/ 52387 h 1931671"/>
              <a:gd name="connsiteX220" fmla="*/ 11345595 w 12191996"/>
              <a:gd name="connsiteY220" fmla="*/ 36512 h 1931671"/>
              <a:gd name="connsiteX221" fmla="*/ 11391631 w 12191996"/>
              <a:gd name="connsiteY221" fmla="*/ 20637 h 1931671"/>
              <a:gd name="connsiteX222" fmla="*/ 11444019 w 12191996"/>
              <a:gd name="connsiteY222" fmla="*/ 9525 h 1931671"/>
              <a:gd name="connsiteX223" fmla="*/ 11504345 w 12191996"/>
              <a:gd name="connsiteY223" fmla="*/ 3175 h 1931671"/>
              <a:gd name="connsiteX224" fmla="*/ 11572607 w 12191996"/>
              <a:gd name="connsiteY224" fmla="*/ 0 h 1931671"/>
              <a:gd name="connsiteX225" fmla="*/ 11640869 w 12191996"/>
              <a:gd name="connsiteY225" fmla="*/ 3175 h 1931671"/>
              <a:gd name="connsiteX226" fmla="*/ 11701195 w 12191996"/>
              <a:gd name="connsiteY226" fmla="*/ 9525 h 1931671"/>
              <a:gd name="connsiteX227" fmla="*/ 11753581 w 12191996"/>
              <a:gd name="connsiteY227" fmla="*/ 20637 h 1931671"/>
              <a:gd name="connsiteX228" fmla="*/ 11799619 w 12191996"/>
              <a:gd name="connsiteY228" fmla="*/ 36512 h 1931671"/>
              <a:gd name="connsiteX229" fmla="*/ 11840895 w 12191996"/>
              <a:gd name="connsiteY229" fmla="*/ 52387 h 1931671"/>
              <a:gd name="connsiteX230" fmla="*/ 11877407 w 12191996"/>
              <a:gd name="connsiteY230" fmla="*/ 68262 h 1931671"/>
              <a:gd name="connsiteX231" fmla="*/ 11915507 w 12191996"/>
              <a:gd name="connsiteY231" fmla="*/ 87312 h 1931671"/>
              <a:gd name="connsiteX232" fmla="*/ 11953607 w 12191996"/>
              <a:gd name="connsiteY232" fmla="*/ 106362 h 1931671"/>
              <a:gd name="connsiteX233" fmla="*/ 11990119 w 12191996"/>
              <a:gd name="connsiteY233" fmla="*/ 125412 h 1931671"/>
              <a:gd name="connsiteX234" fmla="*/ 12031395 w 12191996"/>
              <a:gd name="connsiteY234" fmla="*/ 141287 h 1931671"/>
              <a:gd name="connsiteX235" fmla="*/ 12077431 w 12191996"/>
              <a:gd name="connsiteY235" fmla="*/ 155575 h 1931671"/>
              <a:gd name="connsiteX236" fmla="*/ 12129819 w 12191996"/>
              <a:gd name="connsiteY236" fmla="*/ 166688 h 1931671"/>
              <a:gd name="connsiteX237" fmla="*/ 12190145 w 12191996"/>
              <a:gd name="connsiteY237" fmla="*/ 174625 h 1931671"/>
              <a:gd name="connsiteX238" fmla="*/ 12191996 w 12191996"/>
              <a:gd name="connsiteY238" fmla="*/ 174668 h 1931671"/>
              <a:gd name="connsiteX239" fmla="*/ 12191996 w 12191996"/>
              <a:gd name="connsiteY239" fmla="*/ 1931671 h 1931671"/>
              <a:gd name="connsiteX240" fmla="*/ 0 w 12191996"/>
              <a:gd name="connsiteY240" fmla="*/ 1931671 h 1931671"/>
              <a:gd name="connsiteX241" fmla="*/ 0 w 12191996"/>
              <a:gd name="connsiteY241" fmla="*/ 174668 h 1931671"/>
              <a:gd name="connsiteX242" fmla="*/ 1851 w 12191996"/>
              <a:gd name="connsiteY242" fmla="*/ 174625 h 1931671"/>
              <a:gd name="connsiteX243" fmla="*/ 62176 w 12191996"/>
              <a:gd name="connsiteY243" fmla="*/ 166687 h 1931671"/>
              <a:gd name="connsiteX244" fmla="*/ 114563 w 12191996"/>
              <a:gd name="connsiteY244" fmla="*/ 155575 h 1931671"/>
              <a:gd name="connsiteX245" fmla="*/ 160601 w 12191996"/>
              <a:gd name="connsiteY245" fmla="*/ 141287 h 1931671"/>
              <a:gd name="connsiteX246" fmla="*/ 201876 w 12191996"/>
              <a:gd name="connsiteY246" fmla="*/ 125412 h 1931671"/>
              <a:gd name="connsiteX247" fmla="*/ 238388 w 12191996"/>
              <a:gd name="connsiteY247" fmla="*/ 106362 h 1931671"/>
              <a:gd name="connsiteX248" fmla="*/ 276488 w 12191996"/>
              <a:gd name="connsiteY248" fmla="*/ 87312 h 1931671"/>
              <a:gd name="connsiteX249" fmla="*/ 314588 w 12191996"/>
              <a:gd name="connsiteY249" fmla="*/ 68262 h 1931671"/>
              <a:gd name="connsiteX250" fmla="*/ 351101 w 12191996"/>
              <a:gd name="connsiteY250" fmla="*/ 52387 h 1931671"/>
              <a:gd name="connsiteX251" fmla="*/ 392376 w 12191996"/>
              <a:gd name="connsiteY251" fmla="*/ 36512 h 1931671"/>
              <a:gd name="connsiteX252" fmla="*/ 438413 w 12191996"/>
              <a:gd name="connsiteY252" fmla="*/ 20637 h 1931671"/>
              <a:gd name="connsiteX253" fmla="*/ 490801 w 12191996"/>
              <a:gd name="connsiteY253" fmla="*/ 9525 h 1931671"/>
              <a:gd name="connsiteX254" fmla="*/ 551126 w 12191996"/>
              <a:gd name="connsiteY254" fmla="*/ 3175 h 1931671"/>
              <a:gd name="connsiteX255" fmla="*/ 619388 w 12191996"/>
              <a:gd name="connsiteY255" fmla="*/ 0 h 19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1931671">
                <a:moveTo>
                  <a:pt x="619388" y="0"/>
                </a:moveTo>
                <a:lnTo>
                  <a:pt x="687651" y="3175"/>
                </a:lnTo>
                <a:lnTo>
                  <a:pt x="747976" y="9525"/>
                </a:lnTo>
                <a:lnTo>
                  <a:pt x="800363" y="20637"/>
                </a:lnTo>
                <a:lnTo>
                  <a:pt x="846401" y="36512"/>
                </a:lnTo>
                <a:lnTo>
                  <a:pt x="887676" y="52387"/>
                </a:lnTo>
                <a:lnTo>
                  <a:pt x="924188" y="68262"/>
                </a:lnTo>
                <a:lnTo>
                  <a:pt x="962288" y="87312"/>
                </a:lnTo>
                <a:lnTo>
                  <a:pt x="1000388" y="106362"/>
                </a:lnTo>
                <a:lnTo>
                  <a:pt x="1036901" y="125412"/>
                </a:lnTo>
                <a:lnTo>
                  <a:pt x="1078176" y="141287"/>
                </a:lnTo>
                <a:lnTo>
                  <a:pt x="1124213" y="155575"/>
                </a:lnTo>
                <a:lnTo>
                  <a:pt x="1176601" y="166687"/>
                </a:lnTo>
                <a:lnTo>
                  <a:pt x="1236926" y="174625"/>
                </a:lnTo>
                <a:lnTo>
                  <a:pt x="1305188" y="176212"/>
                </a:lnTo>
                <a:lnTo>
                  <a:pt x="1373451" y="174625"/>
                </a:lnTo>
                <a:lnTo>
                  <a:pt x="1433776" y="166687"/>
                </a:lnTo>
                <a:lnTo>
                  <a:pt x="1486163" y="155575"/>
                </a:lnTo>
                <a:lnTo>
                  <a:pt x="1532201" y="141287"/>
                </a:lnTo>
                <a:lnTo>
                  <a:pt x="1573476" y="125412"/>
                </a:lnTo>
                <a:lnTo>
                  <a:pt x="1609988" y="106362"/>
                </a:lnTo>
                <a:lnTo>
                  <a:pt x="1648088" y="87312"/>
                </a:lnTo>
                <a:lnTo>
                  <a:pt x="1686188" y="68262"/>
                </a:lnTo>
                <a:lnTo>
                  <a:pt x="1722701" y="52387"/>
                </a:lnTo>
                <a:lnTo>
                  <a:pt x="1763976" y="36512"/>
                </a:lnTo>
                <a:lnTo>
                  <a:pt x="1810013" y="20637"/>
                </a:lnTo>
                <a:lnTo>
                  <a:pt x="1862401" y="9525"/>
                </a:lnTo>
                <a:lnTo>
                  <a:pt x="1922726" y="3175"/>
                </a:lnTo>
                <a:lnTo>
                  <a:pt x="1990988" y="0"/>
                </a:lnTo>
                <a:lnTo>
                  <a:pt x="2059251" y="3175"/>
                </a:lnTo>
                <a:lnTo>
                  <a:pt x="2119576" y="9525"/>
                </a:lnTo>
                <a:lnTo>
                  <a:pt x="2171963" y="20637"/>
                </a:lnTo>
                <a:lnTo>
                  <a:pt x="2218001" y="36512"/>
                </a:lnTo>
                <a:lnTo>
                  <a:pt x="2259276" y="52387"/>
                </a:lnTo>
                <a:lnTo>
                  <a:pt x="2295788" y="68262"/>
                </a:lnTo>
                <a:lnTo>
                  <a:pt x="2333888" y="87312"/>
                </a:lnTo>
                <a:lnTo>
                  <a:pt x="2371988" y="106362"/>
                </a:lnTo>
                <a:lnTo>
                  <a:pt x="2408501" y="125412"/>
                </a:lnTo>
                <a:lnTo>
                  <a:pt x="2449776" y="141287"/>
                </a:lnTo>
                <a:lnTo>
                  <a:pt x="2495813" y="155575"/>
                </a:lnTo>
                <a:lnTo>
                  <a:pt x="2548201" y="166687"/>
                </a:lnTo>
                <a:lnTo>
                  <a:pt x="2608526" y="174625"/>
                </a:lnTo>
                <a:lnTo>
                  <a:pt x="2676788" y="176212"/>
                </a:lnTo>
                <a:lnTo>
                  <a:pt x="2745051" y="174625"/>
                </a:lnTo>
                <a:lnTo>
                  <a:pt x="2805376" y="166687"/>
                </a:lnTo>
                <a:lnTo>
                  <a:pt x="2857763" y="155575"/>
                </a:lnTo>
                <a:lnTo>
                  <a:pt x="2903801" y="141287"/>
                </a:lnTo>
                <a:lnTo>
                  <a:pt x="2945076" y="125412"/>
                </a:lnTo>
                <a:lnTo>
                  <a:pt x="2981588" y="106362"/>
                </a:lnTo>
                <a:lnTo>
                  <a:pt x="3019688" y="87312"/>
                </a:lnTo>
                <a:lnTo>
                  <a:pt x="3057788" y="68262"/>
                </a:lnTo>
                <a:lnTo>
                  <a:pt x="3094301" y="52387"/>
                </a:lnTo>
                <a:lnTo>
                  <a:pt x="3135576" y="36512"/>
                </a:lnTo>
                <a:lnTo>
                  <a:pt x="3181613" y="20637"/>
                </a:lnTo>
                <a:lnTo>
                  <a:pt x="3234001" y="9525"/>
                </a:lnTo>
                <a:lnTo>
                  <a:pt x="3294326" y="3175"/>
                </a:lnTo>
                <a:lnTo>
                  <a:pt x="3361001" y="0"/>
                </a:lnTo>
                <a:lnTo>
                  <a:pt x="3430851" y="3175"/>
                </a:lnTo>
                <a:lnTo>
                  <a:pt x="3491176" y="9525"/>
                </a:lnTo>
                <a:lnTo>
                  <a:pt x="3543563" y="20637"/>
                </a:lnTo>
                <a:lnTo>
                  <a:pt x="3589601" y="36512"/>
                </a:lnTo>
                <a:lnTo>
                  <a:pt x="3630876" y="52387"/>
                </a:lnTo>
                <a:lnTo>
                  <a:pt x="3667388" y="68262"/>
                </a:lnTo>
                <a:lnTo>
                  <a:pt x="3705488" y="87312"/>
                </a:lnTo>
                <a:lnTo>
                  <a:pt x="3743588" y="106362"/>
                </a:lnTo>
                <a:lnTo>
                  <a:pt x="3780101" y="125412"/>
                </a:lnTo>
                <a:lnTo>
                  <a:pt x="3821376" y="141287"/>
                </a:lnTo>
                <a:lnTo>
                  <a:pt x="3867413" y="155575"/>
                </a:lnTo>
                <a:lnTo>
                  <a:pt x="3919801" y="166687"/>
                </a:lnTo>
                <a:lnTo>
                  <a:pt x="3980126" y="174625"/>
                </a:lnTo>
                <a:lnTo>
                  <a:pt x="4048388" y="176212"/>
                </a:lnTo>
                <a:lnTo>
                  <a:pt x="4116651" y="174625"/>
                </a:lnTo>
                <a:lnTo>
                  <a:pt x="4176976" y="166687"/>
                </a:lnTo>
                <a:lnTo>
                  <a:pt x="4229363" y="155575"/>
                </a:lnTo>
                <a:lnTo>
                  <a:pt x="4275401" y="141287"/>
                </a:lnTo>
                <a:lnTo>
                  <a:pt x="4316676" y="125412"/>
                </a:lnTo>
                <a:lnTo>
                  <a:pt x="4353188" y="106362"/>
                </a:lnTo>
                <a:lnTo>
                  <a:pt x="4429388" y="68262"/>
                </a:lnTo>
                <a:lnTo>
                  <a:pt x="4465901" y="52387"/>
                </a:lnTo>
                <a:lnTo>
                  <a:pt x="4507176" y="36512"/>
                </a:lnTo>
                <a:lnTo>
                  <a:pt x="4553214" y="20637"/>
                </a:lnTo>
                <a:lnTo>
                  <a:pt x="4605601" y="9525"/>
                </a:lnTo>
                <a:lnTo>
                  <a:pt x="4665927" y="3175"/>
                </a:lnTo>
                <a:lnTo>
                  <a:pt x="4734188" y="0"/>
                </a:lnTo>
                <a:lnTo>
                  <a:pt x="4802452" y="3175"/>
                </a:lnTo>
                <a:lnTo>
                  <a:pt x="4862776" y="9525"/>
                </a:lnTo>
                <a:lnTo>
                  <a:pt x="4915164" y="20637"/>
                </a:lnTo>
                <a:lnTo>
                  <a:pt x="4961200" y="36512"/>
                </a:lnTo>
                <a:lnTo>
                  <a:pt x="5002476" y="52387"/>
                </a:lnTo>
                <a:lnTo>
                  <a:pt x="5038988" y="68262"/>
                </a:lnTo>
                <a:lnTo>
                  <a:pt x="5077089" y="87312"/>
                </a:lnTo>
                <a:lnTo>
                  <a:pt x="5115188" y="106362"/>
                </a:lnTo>
                <a:lnTo>
                  <a:pt x="5151700" y="125412"/>
                </a:lnTo>
                <a:lnTo>
                  <a:pt x="5192976" y="141287"/>
                </a:lnTo>
                <a:lnTo>
                  <a:pt x="5239013" y="155575"/>
                </a:lnTo>
                <a:lnTo>
                  <a:pt x="5291400" y="166687"/>
                </a:lnTo>
                <a:lnTo>
                  <a:pt x="5351726" y="174625"/>
                </a:lnTo>
                <a:lnTo>
                  <a:pt x="5410198" y="175985"/>
                </a:lnTo>
                <a:lnTo>
                  <a:pt x="5468670" y="174625"/>
                </a:lnTo>
                <a:lnTo>
                  <a:pt x="5528995" y="166687"/>
                </a:lnTo>
                <a:lnTo>
                  <a:pt x="5581382" y="155575"/>
                </a:lnTo>
                <a:lnTo>
                  <a:pt x="5627420" y="141287"/>
                </a:lnTo>
                <a:lnTo>
                  <a:pt x="5668695" y="125412"/>
                </a:lnTo>
                <a:lnTo>
                  <a:pt x="5705208" y="106362"/>
                </a:lnTo>
                <a:lnTo>
                  <a:pt x="5743307" y="87312"/>
                </a:lnTo>
                <a:lnTo>
                  <a:pt x="5781407" y="68262"/>
                </a:lnTo>
                <a:lnTo>
                  <a:pt x="5817920" y="52387"/>
                </a:lnTo>
                <a:lnTo>
                  <a:pt x="5859195" y="36512"/>
                </a:lnTo>
                <a:lnTo>
                  <a:pt x="5905233" y="20637"/>
                </a:lnTo>
                <a:lnTo>
                  <a:pt x="5957620" y="9525"/>
                </a:lnTo>
                <a:lnTo>
                  <a:pt x="6017946" y="3175"/>
                </a:lnTo>
                <a:lnTo>
                  <a:pt x="6086208" y="0"/>
                </a:lnTo>
                <a:lnTo>
                  <a:pt x="6095998" y="455"/>
                </a:lnTo>
                <a:lnTo>
                  <a:pt x="6105788" y="0"/>
                </a:lnTo>
                <a:lnTo>
                  <a:pt x="6174051" y="3175"/>
                </a:lnTo>
                <a:lnTo>
                  <a:pt x="6234376" y="9525"/>
                </a:lnTo>
                <a:lnTo>
                  <a:pt x="6286763" y="20637"/>
                </a:lnTo>
                <a:lnTo>
                  <a:pt x="6332801" y="36512"/>
                </a:lnTo>
                <a:lnTo>
                  <a:pt x="6374076" y="52387"/>
                </a:lnTo>
                <a:lnTo>
                  <a:pt x="6410588" y="68262"/>
                </a:lnTo>
                <a:lnTo>
                  <a:pt x="6448688" y="87312"/>
                </a:lnTo>
                <a:lnTo>
                  <a:pt x="6486788" y="106362"/>
                </a:lnTo>
                <a:lnTo>
                  <a:pt x="6523301" y="125412"/>
                </a:lnTo>
                <a:lnTo>
                  <a:pt x="6564576" y="141287"/>
                </a:lnTo>
                <a:lnTo>
                  <a:pt x="6610613" y="155575"/>
                </a:lnTo>
                <a:lnTo>
                  <a:pt x="6663001" y="166687"/>
                </a:lnTo>
                <a:lnTo>
                  <a:pt x="6723326" y="174625"/>
                </a:lnTo>
                <a:lnTo>
                  <a:pt x="6781798" y="175985"/>
                </a:lnTo>
                <a:lnTo>
                  <a:pt x="6840270" y="174625"/>
                </a:lnTo>
                <a:lnTo>
                  <a:pt x="6900595" y="166687"/>
                </a:lnTo>
                <a:lnTo>
                  <a:pt x="6952982" y="155575"/>
                </a:lnTo>
                <a:lnTo>
                  <a:pt x="6999020" y="141287"/>
                </a:lnTo>
                <a:lnTo>
                  <a:pt x="7040295" y="125412"/>
                </a:lnTo>
                <a:lnTo>
                  <a:pt x="7076807" y="106362"/>
                </a:lnTo>
                <a:lnTo>
                  <a:pt x="7114907" y="87312"/>
                </a:lnTo>
                <a:lnTo>
                  <a:pt x="7153007" y="68262"/>
                </a:lnTo>
                <a:lnTo>
                  <a:pt x="7189520" y="52387"/>
                </a:lnTo>
                <a:lnTo>
                  <a:pt x="7230795" y="36512"/>
                </a:lnTo>
                <a:lnTo>
                  <a:pt x="7276832" y="20637"/>
                </a:lnTo>
                <a:lnTo>
                  <a:pt x="7329220" y="9525"/>
                </a:lnTo>
                <a:lnTo>
                  <a:pt x="7389545" y="3175"/>
                </a:lnTo>
                <a:lnTo>
                  <a:pt x="7457807" y="0"/>
                </a:lnTo>
                <a:lnTo>
                  <a:pt x="7526070" y="3175"/>
                </a:lnTo>
                <a:lnTo>
                  <a:pt x="7586395" y="9525"/>
                </a:lnTo>
                <a:lnTo>
                  <a:pt x="7638782" y="20637"/>
                </a:lnTo>
                <a:lnTo>
                  <a:pt x="7684820" y="36512"/>
                </a:lnTo>
                <a:lnTo>
                  <a:pt x="7726095" y="52387"/>
                </a:lnTo>
                <a:lnTo>
                  <a:pt x="7762607" y="68262"/>
                </a:lnTo>
                <a:lnTo>
                  <a:pt x="7800707" y="87312"/>
                </a:lnTo>
                <a:lnTo>
                  <a:pt x="7838807" y="106362"/>
                </a:lnTo>
                <a:lnTo>
                  <a:pt x="7875320" y="125412"/>
                </a:lnTo>
                <a:lnTo>
                  <a:pt x="7916595" y="141287"/>
                </a:lnTo>
                <a:lnTo>
                  <a:pt x="7962632" y="155575"/>
                </a:lnTo>
                <a:lnTo>
                  <a:pt x="8015020" y="166687"/>
                </a:lnTo>
                <a:lnTo>
                  <a:pt x="8075345" y="174625"/>
                </a:lnTo>
                <a:lnTo>
                  <a:pt x="8143607" y="176212"/>
                </a:lnTo>
                <a:lnTo>
                  <a:pt x="8211870" y="174625"/>
                </a:lnTo>
                <a:lnTo>
                  <a:pt x="8272195" y="166687"/>
                </a:lnTo>
                <a:lnTo>
                  <a:pt x="8324582" y="155575"/>
                </a:lnTo>
                <a:lnTo>
                  <a:pt x="8370620" y="141287"/>
                </a:lnTo>
                <a:lnTo>
                  <a:pt x="8411895" y="125412"/>
                </a:lnTo>
                <a:lnTo>
                  <a:pt x="8448407" y="106362"/>
                </a:lnTo>
                <a:lnTo>
                  <a:pt x="8486507" y="87312"/>
                </a:lnTo>
                <a:lnTo>
                  <a:pt x="8524607" y="68262"/>
                </a:lnTo>
                <a:lnTo>
                  <a:pt x="8561119" y="52387"/>
                </a:lnTo>
                <a:lnTo>
                  <a:pt x="8602395" y="36512"/>
                </a:lnTo>
                <a:lnTo>
                  <a:pt x="8648431" y="20637"/>
                </a:lnTo>
                <a:lnTo>
                  <a:pt x="8700819" y="9525"/>
                </a:lnTo>
                <a:lnTo>
                  <a:pt x="8761145" y="3175"/>
                </a:lnTo>
                <a:lnTo>
                  <a:pt x="8827819" y="0"/>
                </a:lnTo>
                <a:lnTo>
                  <a:pt x="8897669" y="3175"/>
                </a:lnTo>
                <a:lnTo>
                  <a:pt x="8957995" y="9525"/>
                </a:lnTo>
                <a:lnTo>
                  <a:pt x="9010381" y="20637"/>
                </a:lnTo>
                <a:lnTo>
                  <a:pt x="9056419" y="36512"/>
                </a:lnTo>
                <a:lnTo>
                  <a:pt x="9097695" y="52387"/>
                </a:lnTo>
                <a:lnTo>
                  <a:pt x="9134207" y="68262"/>
                </a:lnTo>
                <a:lnTo>
                  <a:pt x="9172307" y="87312"/>
                </a:lnTo>
                <a:lnTo>
                  <a:pt x="9210407" y="106362"/>
                </a:lnTo>
                <a:lnTo>
                  <a:pt x="9246919" y="125412"/>
                </a:lnTo>
                <a:lnTo>
                  <a:pt x="9288195" y="141287"/>
                </a:lnTo>
                <a:lnTo>
                  <a:pt x="9334231" y="155575"/>
                </a:lnTo>
                <a:lnTo>
                  <a:pt x="9386619" y="166687"/>
                </a:lnTo>
                <a:lnTo>
                  <a:pt x="9446945" y="174625"/>
                </a:lnTo>
                <a:lnTo>
                  <a:pt x="9515207" y="176212"/>
                </a:lnTo>
                <a:lnTo>
                  <a:pt x="9583469" y="174625"/>
                </a:lnTo>
                <a:lnTo>
                  <a:pt x="9643795" y="166687"/>
                </a:lnTo>
                <a:lnTo>
                  <a:pt x="9696181" y="155575"/>
                </a:lnTo>
                <a:lnTo>
                  <a:pt x="9742219" y="141287"/>
                </a:lnTo>
                <a:lnTo>
                  <a:pt x="9783495" y="125412"/>
                </a:lnTo>
                <a:lnTo>
                  <a:pt x="9820007" y="106362"/>
                </a:lnTo>
                <a:lnTo>
                  <a:pt x="9896207" y="68262"/>
                </a:lnTo>
                <a:lnTo>
                  <a:pt x="9932719" y="52387"/>
                </a:lnTo>
                <a:lnTo>
                  <a:pt x="9973995" y="36512"/>
                </a:lnTo>
                <a:lnTo>
                  <a:pt x="10020031" y="20637"/>
                </a:lnTo>
                <a:lnTo>
                  <a:pt x="10072419" y="9525"/>
                </a:lnTo>
                <a:lnTo>
                  <a:pt x="10132745" y="3175"/>
                </a:lnTo>
                <a:lnTo>
                  <a:pt x="10201007" y="0"/>
                </a:lnTo>
                <a:lnTo>
                  <a:pt x="10269269" y="3175"/>
                </a:lnTo>
                <a:lnTo>
                  <a:pt x="10329595" y="9525"/>
                </a:lnTo>
                <a:lnTo>
                  <a:pt x="10381981" y="20637"/>
                </a:lnTo>
                <a:lnTo>
                  <a:pt x="10428019" y="36512"/>
                </a:lnTo>
                <a:lnTo>
                  <a:pt x="10469295" y="52387"/>
                </a:lnTo>
                <a:lnTo>
                  <a:pt x="10505807" y="68262"/>
                </a:lnTo>
                <a:lnTo>
                  <a:pt x="10543907" y="87312"/>
                </a:lnTo>
                <a:lnTo>
                  <a:pt x="10582007" y="106362"/>
                </a:lnTo>
                <a:lnTo>
                  <a:pt x="10618519" y="125412"/>
                </a:lnTo>
                <a:lnTo>
                  <a:pt x="10659795" y="141287"/>
                </a:lnTo>
                <a:lnTo>
                  <a:pt x="10705831" y="155575"/>
                </a:lnTo>
                <a:lnTo>
                  <a:pt x="10758219" y="166687"/>
                </a:lnTo>
                <a:lnTo>
                  <a:pt x="10818545" y="174625"/>
                </a:lnTo>
                <a:lnTo>
                  <a:pt x="10886807" y="176212"/>
                </a:lnTo>
                <a:lnTo>
                  <a:pt x="10955069" y="174625"/>
                </a:lnTo>
                <a:lnTo>
                  <a:pt x="11015395" y="166687"/>
                </a:lnTo>
                <a:lnTo>
                  <a:pt x="11067781" y="155575"/>
                </a:lnTo>
                <a:lnTo>
                  <a:pt x="11113819" y="141287"/>
                </a:lnTo>
                <a:lnTo>
                  <a:pt x="11155095" y="125412"/>
                </a:lnTo>
                <a:lnTo>
                  <a:pt x="11191607" y="106362"/>
                </a:lnTo>
                <a:lnTo>
                  <a:pt x="11229707" y="87312"/>
                </a:lnTo>
                <a:lnTo>
                  <a:pt x="11267807" y="68262"/>
                </a:lnTo>
                <a:lnTo>
                  <a:pt x="11304319" y="52387"/>
                </a:lnTo>
                <a:lnTo>
                  <a:pt x="11345595" y="36512"/>
                </a:lnTo>
                <a:lnTo>
                  <a:pt x="11391631" y="20637"/>
                </a:lnTo>
                <a:lnTo>
                  <a:pt x="11444019" y="9525"/>
                </a:lnTo>
                <a:lnTo>
                  <a:pt x="11504345" y="3175"/>
                </a:lnTo>
                <a:lnTo>
                  <a:pt x="11572607" y="0"/>
                </a:lnTo>
                <a:lnTo>
                  <a:pt x="11640869" y="3175"/>
                </a:lnTo>
                <a:lnTo>
                  <a:pt x="11701195" y="9525"/>
                </a:lnTo>
                <a:lnTo>
                  <a:pt x="11753581" y="20637"/>
                </a:lnTo>
                <a:lnTo>
                  <a:pt x="11799619" y="36512"/>
                </a:lnTo>
                <a:lnTo>
                  <a:pt x="11840895" y="52387"/>
                </a:lnTo>
                <a:lnTo>
                  <a:pt x="11877407" y="68262"/>
                </a:lnTo>
                <a:lnTo>
                  <a:pt x="11915507" y="87312"/>
                </a:lnTo>
                <a:lnTo>
                  <a:pt x="11953607" y="106362"/>
                </a:lnTo>
                <a:lnTo>
                  <a:pt x="11990119" y="125412"/>
                </a:lnTo>
                <a:lnTo>
                  <a:pt x="12031395" y="141287"/>
                </a:lnTo>
                <a:lnTo>
                  <a:pt x="12077431" y="155575"/>
                </a:lnTo>
                <a:lnTo>
                  <a:pt x="12129819" y="166688"/>
                </a:lnTo>
                <a:lnTo>
                  <a:pt x="12190145" y="174625"/>
                </a:lnTo>
                <a:lnTo>
                  <a:pt x="12191996" y="174668"/>
                </a:lnTo>
                <a:lnTo>
                  <a:pt x="12191996" y="1931671"/>
                </a:lnTo>
                <a:lnTo>
                  <a:pt x="0" y="1931671"/>
                </a:lnTo>
                <a:lnTo>
                  <a:pt x="0" y="174668"/>
                </a:lnTo>
                <a:lnTo>
                  <a:pt x="1851" y="174625"/>
                </a:lnTo>
                <a:lnTo>
                  <a:pt x="62176" y="166687"/>
                </a:lnTo>
                <a:lnTo>
                  <a:pt x="114563" y="155575"/>
                </a:lnTo>
                <a:lnTo>
                  <a:pt x="160601" y="141287"/>
                </a:lnTo>
                <a:lnTo>
                  <a:pt x="201876" y="125412"/>
                </a:lnTo>
                <a:lnTo>
                  <a:pt x="238388" y="106362"/>
                </a:lnTo>
                <a:lnTo>
                  <a:pt x="276488" y="87312"/>
                </a:lnTo>
                <a:lnTo>
                  <a:pt x="314588" y="68262"/>
                </a:lnTo>
                <a:lnTo>
                  <a:pt x="351101" y="52387"/>
                </a:lnTo>
                <a:lnTo>
                  <a:pt x="392376" y="36512"/>
                </a:lnTo>
                <a:lnTo>
                  <a:pt x="438413" y="20637"/>
                </a:lnTo>
                <a:lnTo>
                  <a:pt x="490801" y="9525"/>
                </a:lnTo>
                <a:lnTo>
                  <a:pt x="551126" y="3175"/>
                </a:lnTo>
                <a:lnTo>
                  <a:pt x="619388" y="0"/>
                </a:lnTo>
                <a:close/>
              </a:path>
            </a:pathLst>
          </a:custGeom>
          <a:solidFill>
            <a:schemeClr val="accent1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9957036-C837-4C4C-BBF0-4A0EC52AE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5102540"/>
          </a:xfrm>
          <a:custGeom>
            <a:avLst/>
            <a:gdLst>
              <a:gd name="connsiteX0" fmla="*/ 0 w 12191996"/>
              <a:gd name="connsiteY0" fmla="*/ 0 h 5102540"/>
              <a:gd name="connsiteX1" fmla="*/ 12191996 w 12191996"/>
              <a:gd name="connsiteY1" fmla="*/ 0 h 5102540"/>
              <a:gd name="connsiteX2" fmla="*/ 12191996 w 12191996"/>
              <a:gd name="connsiteY2" fmla="*/ 5100996 h 5102540"/>
              <a:gd name="connsiteX3" fmla="*/ 12190145 w 12191996"/>
              <a:gd name="connsiteY3" fmla="*/ 5100953 h 5102540"/>
              <a:gd name="connsiteX4" fmla="*/ 12129819 w 12191996"/>
              <a:gd name="connsiteY4" fmla="*/ 5093016 h 5102540"/>
              <a:gd name="connsiteX5" fmla="*/ 12077431 w 12191996"/>
              <a:gd name="connsiteY5" fmla="*/ 5081903 h 5102540"/>
              <a:gd name="connsiteX6" fmla="*/ 12031395 w 12191996"/>
              <a:gd name="connsiteY6" fmla="*/ 5067615 h 5102540"/>
              <a:gd name="connsiteX7" fmla="*/ 11990119 w 12191996"/>
              <a:gd name="connsiteY7" fmla="*/ 5051740 h 5102540"/>
              <a:gd name="connsiteX8" fmla="*/ 11953607 w 12191996"/>
              <a:gd name="connsiteY8" fmla="*/ 5032690 h 5102540"/>
              <a:gd name="connsiteX9" fmla="*/ 11915507 w 12191996"/>
              <a:gd name="connsiteY9" fmla="*/ 5013640 h 5102540"/>
              <a:gd name="connsiteX10" fmla="*/ 11877407 w 12191996"/>
              <a:gd name="connsiteY10" fmla="*/ 4994590 h 5102540"/>
              <a:gd name="connsiteX11" fmla="*/ 11840895 w 12191996"/>
              <a:gd name="connsiteY11" fmla="*/ 4978715 h 5102540"/>
              <a:gd name="connsiteX12" fmla="*/ 11799619 w 12191996"/>
              <a:gd name="connsiteY12" fmla="*/ 4962840 h 5102540"/>
              <a:gd name="connsiteX13" fmla="*/ 11753581 w 12191996"/>
              <a:gd name="connsiteY13" fmla="*/ 4946965 h 5102540"/>
              <a:gd name="connsiteX14" fmla="*/ 11701195 w 12191996"/>
              <a:gd name="connsiteY14" fmla="*/ 4935853 h 5102540"/>
              <a:gd name="connsiteX15" fmla="*/ 11640869 w 12191996"/>
              <a:gd name="connsiteY15" fmla="*/ 4929503 h 5102540"/>
              <a:gd name="connsiteX16" fmla="*/ 11572607 w 12191996"/>
              <a:gd name="connsiteY16" fmla="*/ 4926328 h 5102540"/>
              <a:gd name="connsiteX17" fmla="*/ 11504345 w 12191996"/>
              <a:gd name="connsiteY17" fmla="*/ 4929503 h 5102540"/>
              <a:gd name="connsiteX18" fmla="*/ 11444019 w 12191996"/>
              <a:gd name="connsiteY18" fmla="*/ 4935853 h 5102540"/>
              <a:gd name="connsiteX19" fmla="*/ 11391631 w 12191996"/>
              <a:gd name="connsiteY19" fmla="*/ 4946965 h 5102540"/>
              <a:gd name="connsiteX20" fmla="*/ 11345595 w 12191996"/>
              <a:gd name="connsiteY20" fmla="*/ 4962840 h 5102540"/>
              <a:gd name="connsiteX21" fmla="*/ 11304319 w 12191996"/>
              <a:gd name="connsiteY21" fmla="*/ 4978715 h 5102540"/>
              <a:gd name="connsiteX22" fmla="*/ 11267807 w 12191996"/>
              <a:gd name="connsiteY22" fmla="*/ 4994590 h 5102540"/>
              <a:gd name="connsiteX23" fmla="*/ 11229707 w 12191996"/>
              <a:gd name="connsiteY23" fmla="*/ 5013640 h 5102540"/>
              <a:gd name="connsiteX24" fmla="*/ 11191607 w 12191996"/>
              <a:gd name="connsiteY24" fmla="*/ 5032690 h 5102540"/>
              <a:gd name="connsiteX25" fmla="*/ 11155095 w 12191996"/>
              <a:gd name="connsiteY25" fmla="*/ 5051740 h 5102540"/>
              <a:gd name="connsiteX26" fmla="*/ 11113819 w 12191996"/>
              <a:gd name="connsiteY26" fmla="*/ 5067615 h 5102540"/>
              <a:gd name="connsiteX27" fmla="*/ 11067781 w 12191996"/>
              <a:gd name="connsiteY27" fmla="*/ 5081903 h 5102540"/>
              <a:gd name="connsiteX28" fmla="*/ 11015395 w 12191996"/>
              <a:gd name="connsiteY28" fmla="*/ 5093015 h 5102540"/>
              <a:gd name="connsiteX29" fmla="*/ 10955069 w 12191996"/>
              <a:gd name="connsiteY29" fmla="*/ 5100953 h 5102540"/>
              <a:gd name="connsiteX30" fmla="*/ 10886807 w 12191996"/>
              <a:gd name="connsiteY30" fmla="*/ 5102540 h 5102540"/>
              <a:gd name="connsiteX31" fmla="*/ 10818545 w 12191996"/>
              <a:gd name="connsiteY31" fmla="*/ 5100953 h 5102540"/>
              <a:gd name="connsiteX32" fmla="*/ 10758219 w 12191996"/>
              <a:gd name="connsiteY32" fmla="*/ 5093015 h 5102540"/>
              <a:gd name="connsiteX33" fmla="*/ 10705831 w 12191996"/>
              <a:gd name="connsiteY33" fmla="*/ 5081903 h 5102540"/>
              <a:gd name="connsiteX34" fmla="*/ 10659795 w 12191996"/>
              <a:gd name="connsiteY34" fmla="*/ 5067615 h 5102540"/>
              <a:gd name="connsiteX35" fmla="*/ 10618519 w 12191996"/>
              <a:gd name="connsiteY35" fmla="*/ 5051740 h 5102540"/>
              <a:gd name="connsiteX36" fmla="*/ 10582007 w 12191996"/>
              <a:gd name="connsiteY36" fmla="*/ 5032690 h 5102540"/>
              <a:gd name="connsiteX37" fmla="*/ 10543907 w 12191996"/>
              <a:gd name="connsiteY37" fmla="*/ 5013640 h 5102540"/>
              <a:gd name="connsiteX38" fmla="*/ 10505807 w 12191996"/>
              <a:gd name="connsiteY38" fmla="*/ 4994590 h 5102540"/>
              <a:gd name="connsiteX39" fmla="*/ 10469295 w 12191996"/>
              <a:gd name="connsiteY39" fmla="*/ 4978715 h 5102540"/>
              <a:gd name="connsiteX40" fmla="*/ 10428019 w 12191996"/>
              <a:gd name="connsiteY40" fmla="*/ 4962840 h 5102540"/>
              <a:gd name="connsiteX41" fmla="*/ 10381981 w 12191996"/>
              <a:gd name="connsiteY41" fmla="*/ 4946965 h 5102540"/>
              <a:gd name="connsiteX42" fmla="*/ 10329595 w 12191996"/>
              <a:gd name="connsiteY42" fmla="*/ 4935853 h 5102540"/>
              <a:gd name="connsiteX43" fmla="*/ 10269269 w 12191996"/>
              <a:gd name="connsiteY43" fmla="*/ 4929503 h 5102540"/>
              <a:gd name="connsiteX44" fmla="*/ 10201007 w 12191996"/>
              <a:gd name="connsiteY44" fmla="*/ 4926328 h 5102540"/>
              <a:gd name="connsiteX45" fmla="*/ 10132745 w 12191996"/>
              <a:gd name="connsiteY45" fmla="*/ 4929503 h 5102540"/>
              <a:gd name="connsiteX46" fmla="*/ 10072419 w 12191996"/>
              <a:gd name="connsiteY46" fmla="*/ 4935853 h 5102540"/>
              <a:gd name="connsiteX47" fmla="*/ 10020031 w 12191996"/>
              <a:gd name="connsiteY47" fmla="*/ 4946965 h 5102540"/>
              <a:gd name="connsiteX48" fmla="*/ 9973995 w 12191996"/>
              <a:gd name="connsiteY48" fmla="*/ 4962840 h 5102540"/>
              <a:gd name="connsiteX49" fmla="*/ 9932719 w 12191996"/>
              <a:gd name="connsiteY49" fmla="*/ 4978715 h 5102540"/>
              <a:gd name="connsiteX50" fmla="*/ 9896207 w 12191996"/>
              <a:gd name="connsiteY50" fmla="*/ 4994590 h 5102540"/>
              <a:gd name="connsiteX51" fmla="*/ 9820007 w 12191996"/>
              <a:gd name="connsiteY51" fmla="*/ 5032690 h 5102540"/>
              <a:gd name="connsiteX52" fmla="*/ 9783495 w 12191996"/>
              <a:gd name="connsiteY52" fmla="*/ 5051740 h 5102540"/>
              <a:gd name="connsiteX53" fmla="*/ 9742219 w 12191996"/>
              <a:gd name="connsiteY53" fmla="*/ 5067615 h 5102540"/>
              <a:gd name="connsiteX54" fmla="*/ 9696181 w 12191996"/>
              <a:gd name="connsiteY54" fmla="*/ 5081903 h 5102540"/>
              <a:gd name="connsiteX55" fmla="*/ 9643795 w 12191996"/>
              <a:gd name="connsiteY55" fmla="*/ 5093015 h 5102540"/>
              <a:gd name="connsiteX56" fmla="*/ 9583469 w 12191996"/>
              <a:gd name="connsiteY56" fmla="*/ 5100953 h 5102540"/>
              <a:gd name="connsiteX57" fmla="*/ 9515207 w 12191996"/>
              <a:gd name="connsiteY57" fmla="*/ 5102540 h 5102540"/>
              <a:gd name="connsiteX58" fmla="*/ 9446945 w 12191996"/>
              <a:gd name="connsiteY58" fmla="*/ 5100953 h 5102540"/>
              <a:gd name="connsiteX59" fmla="*/ 9386619 w 12191996"/>
              <a:gd name="connsiteY59" fmla="*/ 5093015 h 5102540"/>
              <a:gd name="connsiteX60" fmla="*/ 9334231 w 12191996"/>
              <a:gd name="connsiteY60" fmla="*/ 5081903 h 5102540"/>
              <a:gd name="connsiteX61" fmla="*/ 9288195 w 12191996"/>
              <a:gd name="connsiteY61" fmla="*/ 5067615 h 5102540"/>
              <a:gd name="connsiteX62" fmla="*/ 9246919 w 12191996"/>
              <a:gd name="connsiteY62" fmla="*/ 5051740 h 5102540"/>
              <a:gd name="connsiteX63" fmla="*/ 9210407 w 12191996"/>
              <a:gd name="connsiteY63" fmla="*/ 5032690 h 5102540"/>
              <a:gd name="connsiteX64" fmla="*/ 9172307 w 12191996"/>
              <a:gd name="connsiteY64" fmla="*/ 5013640 h 5102540"/>
              <a:gd name="connsiteX65" fmla="*/ 9134207 w 12191996"/>
              <a:gd name="connsiteY65" fmla="*/ 4994590 h 5102540"/>
              <a:gd name="connsiteX66" fmla="*/ 9097695 w 12191996"/>
              <a:gd name="connsiteY66" fmla="*/ 4978715 h 5102540"/>
              <a:gd name="connsiteX67" fmla="*/ 9056419 w 12191996"/>
              <a:gd name="connsiteY67" fmla="*/ 4962840 h 5102540"/>
              <a:gd name="connsiteX68" fmla="*/ 9010381 w 12191996"/>
              <a:gd name="connsiteY68" fmla="*/ 4946965 h 5102540"/>
              <a:gd name="connsiteX69" fmla="*/ 8957995 w 12191996"/>
              <a:gd name="connsiteY69" fmla="*/ 4935853 h 5102540"/>
              <a:gd name="connsiteX70" fmla="*/ 8897669 w 12191996"/>
              <a:gd name="connsiteY70" fmla="*/ 4929503 h 5102540"/>
              <a:gd name="connsiteX71" fmla="*/ 8827819 w 12191996"/>
              <a:gd name="connsiteY71" fmla="*/ 4926328 h 5102540"/>
              <a:gd name="connsiteX72" fmla="*/ 8761145 w 12191996"/>
              <a:gd name="connsiteY72" fmla="*/ 4929503 h 5102540"/>
              <a:gd name="connsiteX73" fmla="*/ 8700819 w 12191996"/>
              <a:gd name="connsiteY73" fmla="*/ 4935853 h 5102540"/>
              <a:gd name="connsiteX74" fmla="*/ 8648431 w 12191996"/>
              <a:gd name="connsiteY74" fmla="*/ 4946965 h 5102540"/>
              <a:gd name="connsiteX75" fmla="*/ 8602395 w 12191996"/>
              <a:gd name="connsiteY75" fmla="*/ 4962840 h 5102540"/>
              <a:gd name="connsiteX76" fmla="*/ 8561119 w 12191996"/>
              <a:gd name="connsiteY76" fmla="*/ 4978715 h 5102540"/>
              <a:gd name="connsiteX77" fmla="*/ 8524607 w 12191996"/>
              <a:gd name="connsiteY77" fmla="*/ 4994590 h 5102540"/>
              <a:gd name="connsiteX78" fmla="*/ 8486507 w 12191996"/>
              <a:gd name="connsiteY78" fmla="*/ 5013640 h 5102540"/>
              <a:gd name="connsiteX79" fmla="*/ 8448407 w 12191996"/>
              <a:gd name="connsiteY79" fmla="*/ 5032690 h 5102540"/>
              <a:gd name="connsiteX80" fmla="*/ 8411895 w 12191996"/>
              <a:gd name="connsiteY80" fmla="*/ 5051740 h 5102540"/>
              <a:gd name="connsiteX81" fmla="*/ 8370620 w 12191996"/>
              <a:gd name="connsiteY81" fmla="*/ 5067615 h 5102540"/>
              <a:gd name="connsiteX82" fmla="*/ 8324582 w 12191996"/>
              <a:gd name="connsiteY82" fmla="*/ 5081903 h 5102540"/>
              <a:gd name="connsiteX83" fmla="*/ 8272195 w 12191996"/>
              <a:gd name="connsiteY83" fmla="*/ 5093015 h 5102540"/>
              <a:gd name="connsiteX84" fmla="*/ 8211870 w 12191996"/>
              <a:gd name="connsiteY84" fmla="*/ 5100953 h 5102540"/>
              <a:gd name="connsiteX85" fmla="*/ 8143607 w 12191996"/>
              <a:gd name="connsiteY85" fmla="*/ 5102540 h 5102540"/>
              <a:gd name="connsiteX86" fmla="*/ 8075345 w 12191996"/>
              <a:gd name="connsiteY86" fmla="*/ 5100953 h 5102540"/>
              <a:gd name="connsiteX87" fmla="*/ 8015020 w 12191996"/>
              <a:gd name="connsiteY87" fmla="*/ 5093015 h 5102540"/>
              <a:gd name="connsiteX88" fmla="*/ 7962632 w 12191996"/>
              <a:gd name="connsiteY88" fmla="*/ 5081903 h 5102540"/>
              <a:gd name="connsiteX89" fmla="*/ 7916595 w 12191996"/>
              <a:gd name="connsiteY89" fmla="*/ 5067615 h 5102540"/>
              <a:gd name="connsiteX90" fmla="*/ 7875320 w 12191996"/>
              <a:gd name="connsiteY90" fmla="*/ 5051740 h 5102540"/>
              <a:gd name="connsiteX91" fmla="*/ 7838807 w 12191996"/>
              <a:gd name="connsiteY91" fmla="*/ 5032690 h 5102540"/>
              <a:gd name="connsiteX92" fmla="*/ 7800707 w 12191996"/>
              <a:gd name="connsiteY92" fmla="*/ 5013640 h 5102540"/>
              <a:gd name="connsiteX93" fmla="*/ 7762607 w 12191996"/>
              <a:gd name="connsiteY93" fmla="*/ 4994590 h 5102540"/>
              <a:gd name="connsiteX94" fmla="*/ 7726095 w 12191996"/>
              <a:gd name="connsiteY94" fmla="*/ 4978715 h 5102540"/>
              <a:gd name="connsiteX95" fmla="*/ 7684820 w 12191996"/>
              <a:gd name="connsiteY95" fmla="*/ 4962840 h 5102540"/>
              <a:gd name="connsiteX96" fmla="*/ 7638782 w 12191996"/>
              <a:gd name="connsiteY96" fmla="*/ 4946965 h 5102540"/>
              <a:gd name="connsiteX97" fmla="*/ 7586395 w 12191996"/>
              <a:gd name="connsiteY97" fmla="*/ 4935853 h 5102540"/>
              <a:gd name="connsiteX98" fmla="*/ 7526070 w 12191996"/>
              <a:gd name="connsiteY98" fmla="*/ 4929503 h 5102540"/>
              <a:gd name="connsiteX99" fmla="*/ 7457807 w 12191996"/>
              <a:gd name="connsiteY99" fmla="*/ 4926328 h 5102540"/>
              <a:gd name="connsiteX100" fmla="*/ 7389545 w 12191996"/>
              <a:gd name="connsiteY100" fmla="*/ 4929503 h 5102540"/>
              <a:gd name="connsiteX101" fmla="*/ 7329220 w 12191996"/>
              <a:gd name="connsiteY101" fmla="*/ 4935853 h 5102540"/>
              <a:gd name="connsiteX102" fmla="*/ 7276832 w 12191996"/>
              <a:gd name="connsiteY102" fmla="*/ 4946965 h 5102540"/>
              <a:gd name="connsiteX103" fmla="*/ 7230795 w 12191996"/>
              <a:gd name="connsiteY103" fmla="*/ 4962840 h 5102540"/>
              <a:gd name="connsiteX104" fmla="*/ 7189520 w 12191996"/>
              <a:gd name="connsiteY104" fmla="*/ 4978715 h 5102540"/>
              <a:gd name="connsiteX105" fmla="*/ 7153007 w 12191996"/>
              <a:gd name="connsiteY105" fmla="*/ 4994590 h 5102540"/>
              <a:gd name="connsiteX106" fmla="*/ 7114907 w 12191996"/>
              <a:gd name="connsiteY106" fmla="*/ 5013640 h 5102540"/>
              <a:gd name="connsiteX107" fmla="*/ 7076807 w 12191996"/>
              <a:gd name="connsiteY107" fmla="*/ 5032690 h 5102540"/>
              <a:gd name="connsiteX108" fmla="*/ 7040295 w 12191996"/>
              <a:gd name="connsiteY108" fmla="*/ 5051740 h 5102540"/>
              <a:gd name="connsiteX109" fmla="*/ 6999020 w 12191996"/>
              <a:gd name="connsiteY109" fmla="*/ 5067615 h 5102540"/>
              <a:gd name="connsiteX110" fmla="*/ 6952982 w 12191996"/>
              <a:gd name="connsiteY110" fmla="*/ 5081903 h 5102540"/>
              <a:gd name="connsiteX111" fmla="*/ 6900595 w 12191996"/>
              <a:gd name="connsiteY111" fmla="*/ 5093015 h 5102540"/>
              <a:gd name="connsiteX112" fmla="*/ 6840270 w 12191996"/>
              <a:gd name="connsiteY112" fmla="*/ 5100953 h 5102540"/>
              <a:gd name="connsiteX113" fmla="*/ 6781798 w 12191996"/>
              <a:gd name="connsiteY113" fmla="*/ 5102313 h 5102540"/>
              <a:gd name="connsiteX114" fmla="*/ 6723326 w 12191996"/>
              <a:gd name="connsiteY114" fmla="*/ 5100953 h 5102540"/>
              <a:gd name="connsiteX115" fmla="*/ 6663001 w 12191996"/>
              <a:gd name="connsiteY115" fmla="*/ 5093015 h 5102540"/>
              <a:gd name="connsiteX116" fmla="*/ 6610613 w 12191996"/>
              <a:gd name="connsiteY116" fmla="*/ 5081903 h 5102540"/>
              <a:gd name="connsiteX117" fmla="*/ 6564576 w 12191996"/>
              <a:gd name="connsiteY117" fmla="*/ 5067615 h 5102540"/>
              <a:gd name="connsiteX118" fmla="*/ 6523301 w 12191996"/>
              <a:gd name="connsiteY118" fmla="*/ 5051740 h 5102540"/>
              <a:gd name="connsiteX119" fmla="*/ 6486788 w 12191996"/>
              <a:gd name="connsiteY119" fmla="*/ 5032690 h 5102540"/>
              <a:gd name="connsiteX120" fmla="*/ 6448688 w 12191996"/>
              <a:gd name="connsiteY120" fmla="*/ 5013640 h 5102540"/>
              <a:gd name="connsiteX121" fmla="*/ 6410588 w 12191996"/>
              <a:gd name="connsiteY121" fmla="*/ 4994590 h 5102540"/>
              <a:gd name="connsiteX122" fmla="*/ 6374076 w 12191996"/>
              <a:gd name="connsiteY122" fmla="*/ 4978715 h 5102540"/>
              <a:gd name="connsiteX123" fmla="*/ 6332801 w 12191996"/>
              <a:gd name="connsiteY123" fmla="*/ 4962840 h 5102540"/>
              <a:gd name="connsiteX124" fmla="*/ 6286763 w 12191996"/>
              <a:gd name="connsiteY124" fmla="*/ 4946965 h 5102540"/>
              <a:gd name="connsiteX125" fmla="*/ 6234376 w 12191996"/>
              <a:gd name="connsiteY125" fmla="*/ 4935853 h 5102540"/>
              <a:gd name="connsiteX126" fmla="*/ 6174051 w 12191996"/>
              <a:gd name="connsiteY126" fmla="*/ 4929503 h 5102540"/>
              <a:gd name="connsiteX127" fmla="*/ 6105788 w 12191996"/>
              <a:gd name="connsiteY127" fmla="*/ 4926328 h 5102540"/>
              <a:gd name="connsiteX128" fmla="*/ 6095998 w 12191996"/>
              <a:gd name="connsiteY128" fmla="*/ 4926783 h 5102540"/>
              <a:gd name="connsiteX129" fmla="*/ 6086208 w 12191996"/>
              <a:gd name="connsiteY129" fmla="*/ 4926328 h 5102540"/>
              <a:gd name="connsiteX130" fmla="*/ 6017946 w 12191996"/>
              <a:gd name="connsiteY130" fmla="*/ 4929503 h 5102540"/>
              <a:gd name="connsiteX131" fmla="*/ 5957620 w 12191996"/>
              <a:gd name="connsiteY131" fmla="*/ 4935853 h 5102540"/>
              <a:gd name="connsiteX132" fmla="*/ 5905233 w 12191996"/>
              <a:gd name="connsiteY132" fmla="*/ 4946965 h 5102540"/>
              <a:gd name="connsiteX133" fmla="*/ 5859195 w 12191996"/>
              <a:gd name="connsiteY133" fmla="*/ 4962840 h 5102540"/>
              <a:gd name="connsiteX134" fmla="*/ 5817920 w 12191996"/>
              <a:gd name="connsiteY134" fmla="*/ 4978715 h 5102540"/>
              <a:gd name="connsiteX135" fmla="*/ 5781407 w 12191996"/>
              <a:gd name="connsiteY135" fmla="*/ 4994590 h 5102540"/>
              <a:gd name="connsiteX136" fmla="*/ 5743307 w 12191996"/>
              <a:gd name="connsiteY136" fmla="*/ 5013640 h 5102540"/>
              <a:gd name="connsiteX137" fmla="*/ 5705208 w 12191996"/>
              <a:gd name="connsiteY137" fmla="*/ 5032690 h 5102540"/>
              <a:gd name="connsiteX138" fmla="*/ 5668695 w 12191996"/>
              <a:gd name="connsiteY138" fmla="*/ 5051740 h 5102540"/>
              <a:gd name="connsiteX139" fmla="*/ 5627420 w 12191996"/>
              <a:gd name="connsiteY139" fmla="*/ 5067615 h 5102540"/>
              <a:gd name="connsiteX140" fmla="*/ 5581382 w 12191996"/>
              <a:gd name="connsiteY140" fmla="*/ 5081903 h 5102540"/>
              <a:gd name="connsiteX141" fmla="*/ 5528995 w 12191996"/>
              <a:gd name="connsiteY141" fmla="*/ 5093015 h 5102540"/>
              <a:gd name="connsiteX142" fmla="*/ 5468670 w 12191996"/>
              <a:gd name="connsiteY142" fmla="*/ 5100953 h 5102540"/>
              <a:gd name="connsiteX143" fmla="*/ 5410198 w 12191996"/>
              <a:gd name="connsiteY143" fmla="*/ 5102313 h 5102540"/>
              <a:gd name="connsiteX144" fmla="*/ 5351726 w 12191996"/>
              <a:gd name="connsiteY144" fmla="*/ 5100953 h 5102540"/>
              <a:gd name="connsiteX145" fmla="*/ 5291400 w 12191996"/>
              <a:gd name="connsiteY145" fmla="*/ 5093015 h 5102540"/>
              <a:gd name="connsiteX146" fmla="*/ 5239013 w 12191996"/>
              <a:gd name="connsiteY146" fmla="*/ 5081903 h 5102540"/>
              <a:gd name="connsiteX147" fmla="*/ 5192976 w 12191996"/>
              <a:gd name="connsiteY147" fmla="*/ 5067615 h 5102540"/>
              <a:gd name="connsiteX148" fmla="*/ 5151700 w 12191996"/>
              <a:gd name="connsiteY148" fmla="*/ 5051740 h 5102540"/>
              <a:gd name="connsiteX149" fmla="*/ 5115188 w 12191996"/>
              <a:gd name="connsiteY149" fmla="*/ 5032690 h 5102540"/>
              <a:gd name="connsiteX150" fmla="*/ 5077089 w 12191996"/>
              <a:gd name="connsiteY150" fmla="*/ 5013640 h 5102540"/>
              <a:gd name="connsiteX151" fmla="*/ 5038988 w 12191996"/>
              <a:gd name="connsiteY151" fmla="*/ 4994590 h 5102540"/>
              <a:gd name="connsiteX152" fmla="*/ 5002476 w 12191996"/>
              <a:gd name="connsiteY152" fmla="*/ 4978715 h 5102540"/>
              <a:gd name="connsiteX153" fmla="*/ 4961200 w 12191996"/>
              <a:gd name="connsiteY153" fmla="*/ 4962840 h 5102540"/>
              <a:gd name="connsiteX154" fmla="*/ 4915164 w 12191996"/>
              <a:gd name="connsiteY154" fmla="*/ 4946965 h 5102540"/>
              <a:gd name="connsiteX155" fmla="*/ 4862776 w 12191996"/>
              <a:gd name="connsiteY155" fmla="*/ 4935853 h 5102540"/>
              <a:gd name="connsiteX156" fmla="*/ 4802452 w 12191996"/>
              <a:gd name="connsiteY156" fmla="*/ 4929503 h 5102540"/>
              <a:gd name="connsiteX157" fmla="*/ 4734188 w 12191996"/>
              <a:gd name="connsiteY157" fmla="*/ 4926328 h 5102540"/>
              <a:gd name="connsiteX158" fmla="*/ 4665927 w 12191996"/>
              <a:gd name="connsiteY158" fmla="*/ 4929503 h 5102540"/>
              <a:gd name="connsiteX159" fmla="*/ 4605601 w 12191996"/>
              <a:gd name="connsiteY159" fmla="*/ 4935853 h 5102540"/>
              <a:gd name="connsiteX160" fmla="*/ 4553214 w 12191996"/>
              <a:gd name="connsiteY160" fmla="*/ 4946965 h 5102540"/>
              <a:gd name="connsiteX161" fmla="*/ 4507176 w 12191996"/>
              <a:gd name="connsiteY161" fmla="*/ 4962840 h 5102540"/>
              <a:gd name="connsiteX162" fmla="*/ 4465901 w 12191996"/>
              <a:gd name="connsiteY162" fmla="*/ 4978715 h 5102540"/>
              <a:gd name="connsiteX163" fmla="*/ 4429388 w 12191996"/>
              <a:gd name="connsiteY163" fmla="*/ 4994590 h 5102540"/>
              <a:gd name="connsiteX164" fmla="*/ 4353188 w 12191996"/>
              <a:gd name="connsiteY164" fmla="*/ 5032690 h 5102540"/>
              <a:gd name="connsiteX165" fmla="*/ 4316676 w 12191996"/>
              <a:gd name="connsiteY165" fmla="*/ 5051740 h 5102540"/>
              <a:gd name="connsiteX166" fmla="*/ 4275401 w 12191996"/>
              <a:gd name="connsiteY166" fmla="*/ 5067615 h 5102540"/>
              <a:gd name="connsiteX167" fmla="*/ 4229363 w 12191996"/>
              <a:gd name="connsiteY167" fmla="*/ 5081903 h 5102540"/>
              <a:gd name="connsiteX168" fmla="*/ 4176976 w 12191996"/>
              <a:gd name="connsiteY168" fmla="*/ 5093015 h 5102540"/>
              <a:gd name="connsiteX169" fmla="*/ 4116651 w 12191996"/>
              <a:gd name="connsiteY169" fmla="*/ 5100953 h 5102540"/>
              <a:gd name="connsiteX170" fmla="*/ 4048388 w 12191996"/>
              <a:gd name="connsiteY170" fmla="*/ 5102540 h 5102540"/>
              <a:gd name="connsiteX171" fmla="*/ 3980126 w 12191996"/>
              <a:gd name="connsiteY171" fmla="*/ 5100953 h 5102540"/>
              <a:gd name="connsiteX172" fmla="*/ 3919801 w 12191996"/>
              <a:gd name="connsiteY172" fmla="*/ 5093015 h 5102540"/>
              <a:gd name="connsiteX173" fmla="*/ 3867413 w 12191996"/>
              <a:gd name="connsiteY173" fmla="*/ 5081903 h 5102540"/>
              <a:gd name="connsiteX174" fmla="*/ 3821376 w 12191996"/>
              <a:gd name="connsiteY174" fmla="*/ 5067615 h 5102540"/>
              <a:gd name="connsiteX175" fmla="*/ 3780101 w 12191996"/>
              <a:gd name="connsiteY175" fmla="*/ 5051740 h 5102540"/>
              <a:gd name="connsiteX176" fmla="*/ 3743588 w 12191996"/>
              <a:gd name="connsiteY176" fmla="*/ 5032690 h 5102540"/>
              <a:gd name="connsiteX177" fmla="*/ 3705488 w 12191996"/>
              <a:gd name="connsiteY177" fmla="*/ 5013640 h 5102540"/>
              <a:gd name="connsiteX178" fmla="*/ 3667388 w 12191996"/>
              <a:gd name="connsiteY178" fmla="*/ 4994590 h 5102540"/>
              <a:gd name="connsiteX179" fmla="*/ 3630876 w 12191996"/>
              <a:gd name="connsiteY179" fmla="*/ 4978715 h 5102540"/>
              <a:gd name="connsiteX180" fmla="*/ 3589601 w 12191996"/>
              <a:gd name="connsiteY180" fmla="*/ 4962840 h 5102540"/>
              <a:gd name="connsiteX181" fmla="*/ 3543563 w 12191996"/>
              <a:gd name="connsiteY181" fmla="*/ 4946965 h 5102540"/>
              <a:gd name="connsiteX182" fmla="*/ 3491176 w 12191996"/>
              <a:gd name="connsiteY182" fmla="*/ 4935853 h 5102540"/>
              <a:gd name="connsiteX183" fmla="*/ 3430851 w 12191996"/>
              <a:gd name="connsiteY183" fmla="*/ 4929503 h 5102540"/>
              <a:gd name="connsiteX184" fmla="*/ 3361001 w 12191996"/>
              <a:gd name="connsiteY184" fmla="*/ 4926328 h 5102540"/>
              <a:gd name="connsiteX185" fmla="*/ 3294326 w 12191996"/>
              <a:gd name="connsiteY185" fmla="*/ 4929503 h 5102540"/>
              <a:gd name="connsiteX186" fmla="*/ 3234001 w 12191996"/>
              <a:gd name="connsiteY186" fmla="*/ 4935853 h 5102540"/>
              <a:gd name="connsiteX187" fmla="*/ 3181613 w 12191996"/>
              <a:gd name="connsiteY187" fmla="*/ 4946965 h 5102540"/>
              <a:gd name="connsiteX188" fmla="*/ 3135576 w 12191996"/>
              <a:gd name="connsiteY188" fmla="*/ 4962840 h 5102540"/>
              <a:gd name="connsiteX189" fmla="*/ 3094301 w 12191996"/>
              <a:gd name="connsiteY189" fmla="*/ 4978715 h 5102540"/>
              <a:gd name="connsiteX190" fmla="*/ 3057788 w 12191996"/>
              <a:gd name="connsiteY190" fmla="*/ 4994590 h 5102540"/>
              <a:gd name="connsiteX191" fmla="*/ 3019688 w 12191996"/>
              <a:gd name="connsiteY191" fmla="*/ 5013640 h 5102540"/>
              <a:gd name="connsiteX192" fmla="*/ 2981588 w 12191996"/>
              <a:gd name="connsiteY192" fmla="*/ 5032690 h 5102540"/>
              <a:gd name="connsiteX193" fmla="*/ 2945076 w 12191996"/>
              <a:gd name="connsiteY193" fmla="*/ 5051740 h 5102540"/>
              <a:gd name="connsiteX194" fmla="*/ 2903801 w 12191996"/>
              <a:gd name="connsiteY194" fmla="*/ 5067615 h 5102540"/>
              <a:gd name="connsiteX195" fmla="*/ 2857763 w 12191996"/>
              <a:gd name="connsiteY195" fmla="*/ 5081903 h 5102540"/>
              <a:gd name="connsiteX196" fmla="*/ 2805376 w 12191996"/>
              <a:gd name="connsiteY196" fmla="*/ 5093015 h 5102540"/>
              <a:gd name="connsiteX197" fmla="*/ 2745051 w 12191996"/>
              <a:gd name="connsiteY197" fmla="*/ 5100953 h 5102540"/>
              <a:gd name="connsiteX198" fmla="*/ 2676788 w 12191996"/>
              <a:gd name="connsiteY198" fmla="*/ 5102540 h 5102540"/>
              <a:gd name="connsiteX199" fmla="*/ 2608526 w 12191996"/>
              <a:gd name="connsiteY199" fmla="*/ 5100953 h 5102540"/>
              <a:gd name="connsiteX200" fmla="*/ 2548201 w 12191996"/>
              <a:gd name="connsiteY200" fmla="*/ 5093015 h 5102540"/>
              <a:gd name="connsiteX201" fmla="*/ 2495813 w 12191996"/>
              <a:gd name="connsiteY201" fmla="*/ 5081903 h 5102540"/>
              <a:gd name="connsiteX202" fmla="*/ 2449776 w 12191996"/>
              <a:gd name="connsiteY202" fmla="*/ 5067615 h 5102540"/>
              <a:gd name="connsiteX203" fmla="*/ 2408501 w 12191996"/>
              <a:gd name="connsiteY203" fmla="*/ 5051740 h 5102540"/>
              <a:gd name="connsiteX204" fmla="*/ 2371988 w 12191996"/>
              <a:gd name="connsiteY204" fmla="*/ 5032690 h 5102540"/>
              <a:gd name="connsiteX205" fmla="*/ 2333888 w 12191996"/>
              <a:gd name="connsiteY205" fmla="*/ 5013640 h 5102540"/>
              <a:gd name="connsiteX206" fmla="*/ 2295788 w 12191996"/>
              <a:gd name="connsiteY206" fmla="*/ 4994590 h 5102540"/>
              <a:gd name="connsiteX207" fmla="*/ 2259276 w 12191996"/>
              <a:gd name="connsiteY207" fmla="*/ 4978715 h 5102540"/>
              <a:gd name="connsiteX208" fmla="*/ 2218001 w 12191996"/>
              <a:gd name="connsiteY208" fmla="*/ 4962840 h 5102540"/>
              <a:gd name="connsiteX209" fmla="*/ 2171963 w 12191996"/>
              <a:gd name="connsiteY209" fmla="*/ 4946965 h 5102540"/>
              <a:gd name="connsiteX210" fmla="*/ 2119576 w 12191996"/>
              <a:gd name="connsiteY210" fmla="*/ 4935853 h 5102540"/>
              <a:gd name="connsiteX211" fmla="*/ 2059251 w 12191996"/>
              <a:gd name="connsiteY211" fmla="*/ 4929503 h 5102540"/>
              <a:gd name="connsiteX212" fmla="*/ 1990988 w 12191996"/>
              <a:gd name="connsiteY212" fmla="*/ 4926328 h 5102540"/>
              <a:gd name="connsiteX213" fmla="*/ 1922726 w 12191996"/>
              <a:gd name="connsiteY213" fmla="*/ 4929503 h 5102540"/>
              <a:gd name="connsiteX214" fmla="*/ 1862401 w 12191996"/>
              <a:gd name="connsiteY214" fmla="*/ 4935853 h 5102540"/>
              <a:gd name="connsiteX215" fmla="*/ 1810013 w 12191996"/>
              <a:gd name="connsiteY215" fmla="*/ 4946965 h 5102540"/>
              <a:gd name="connsiteX216" fmla="*/ 1763976 w 12191996"/>
              <a:gd name="connsiteY216" fmla="*/ 4962840 h 5102540"/>
              <a:gd name="connsiteX217" fmla="*/ 1722701 w 12191996"/>
              <a:gd name="connsiteY217" fmla="*/ 4978715 h 5102540"/>
              <a:gd name="connsiteX218" fmla="*/ 1686188 w 12191996"/>
              <a:gd name="connsiteY218" fmla="*/ 4994590 h 5102540"/>
              <a:gd name="connsiteX219" fmla="*/ 1648088 w 12191996"/>
              <a:gd name="connsiteY219" fmla="*/ 5013640 h 5102540"/>
              <a:gd name="connsiteX220" fmla="*/ 1609988 w 12191996"/>
              <a:gd name="connsiteY220" fmla="*/ 5032690 h 5102540"/>
              <a:gd name="connsiteX221" fmla="*/ 1573476 w 12191996"/>
              <a:gd name="connsiteY221" fmla="*/ 5051740 h 5102540"/>
              <a:gd name="connsiteX222" fmla="*/ 1532201 w 12191996"/>
              <a:gd name="connsiteY222" fmla="*/ 5067615 h 5102540"/>
              <a:gd name="connsiteX223" fmla="*/ 1486163 w 12191996"/>
              <a:gd name="connsiteY223" fmla="*/ 5081903 h 5102540"/>
              <a:gd name="connsiteX224" fmla="*/ 1433776 w 12191996"/>
              <a:gd name="connsiteY224" fmla="*/ 5093015 h 5102540"/>
              <a:gd name="connsiteX225" fmla="*/ 1373451 w 12191996"/>
              <a:gd name="connsiteY225" fmla="*/ 5100953 h 5102540"/>
              <a:gd name="connsiteX226" fmla="*/ 1305188 w 12191996"/>
              <a:gd name="connsiteY226" fmla="*/ 5102540 h 5102540"/>
              <a:gd name="connsiteX227" fmla="*/ 1236926 w 12191996"/>
              <a:gd name="connsiteY227" fmla="*/ 5100953 h 5102540"/>
              <a:gd name="connsiteX228" fmla="*/ 1176601 w 12191996"/>
              <a:gd name="connsiteY228" fmla="*/ 5093015 h 5102540"/>
              <a:gd name="connsiteX229" fmla="*/ 1124213 w 12191996"/>
              <a:gd name="connsiteY229" fmla="*/ 5081903 h 5102540"/>
              <a:gd name="connsiteX230" fmla="*/ 1078176 w 12191996"/>
              <a:gd name="connsiteY230" fmla="*/ 5067615 h 5102540"/>
              <a:gd name="connsiteX231" fmla="*/ 1036901 w 12191996"/>
              <a:gd name="connsiteY231" fmla="*/ 5051740 h 5102540"/>
              <a:gd name="connsiteX232" fmla="*/ 1000388 w 12191996"/>
              <a:gd name="connsiteY232" fmla="*/ 5032690 h 5102540"/>
              <a:gd name="connsiteX233" fmla="*/ 962288 w 12191996"/>
              <a:gd name="connsiteY233" fmla="*/ 5013640 h 5102540"/>
              <a:gd name="connsiteX234" fmla="*/ 924188 w 12191996"/>
              <a:gd name="connsiteY234" fmla="*/ 4994590 h 5102540"/>
              <a:gd name="connsiteX235" fmla="*/ 887676 w 12191996"/>
              <a:gd name="connsiteY235" fmla="*/ 4978715 h 5102540"/>
              <a:gd name="connsiteX236" fmla="*/ 846401 w 12191996"/>
              <a:gd name="connsiteY236" fmla="*/ 4962840 h 5102540"/>
              <a:gd name="connsiteX237" fmla="*/ 800363 w 12191996"/>
              <a:gd name="connsiteY237" fmla="*/ 4946965 h 5102540"/>
              <a:gd name="connsiteX238" fmla="*/ 747976 w 12191996"/>
              <a:gd name="connsiteY238" fmla="*/ 4935853 h 5102540"/>
              <a:gd name="connsiteX239" fmla="*/ 687651 w 12191996"/>
              <a:gd name="connsiteY239" fmla="*/ 4929503 h 5102540"/>
              <a:gd name="connsiteX240" fmla="*/ 619388 w 12191996"/>
              <a:gd name="connsiteY240" fmla="*/ 4926328 h 5102540"/>
              <a:gd name="connsiteX241" fmla="*/ 551126 w 12191996"/>
              <a:gd name="connsiteY241" fmla="*/ 4929503 h 5102540"/>
              <a:gd name="connsiteX242" fmla="*/ 490801 w 12191996"/>
              <a:gd name="connsiteY242" fmla="*/ 4935853 h 5102540"/>
              <a:gd name="connsiteX243" fmla="*/ 438413 w 12191996"/>
              <a:gd name="connsiteY243" fmla="*/ 4946965 h 5102540"/>
              <a:gd name="connsiteX244" fmla="*/ 392376 w 12191996"/>
              <a:gd name="connsiteY244" fmla="*/ 4962840 h 5102540"/>
              <a:gd name="connsiteX245" fmla="*/ 351101 w 12191996"/>
              <a:gd name="connsiteY245" fmla="*/ 4978715 h 5102540"/>
              <a:gd name="connsiteX246" fmla="*/ 314588 w 12191996"/>
              <a:gd name="connsiteY246" fmla="*/ 4994590 h 5102540"/>
              <a:gd name="connsiteX247" fmla="*/ 276488 w 12191996"/>
              <a:gd name="connsiteY247" fmla="*/ 5013640 h 5102540"/>
              <a:gd name="connsiteX248" fmla="*/ 238388 w 12191996"/>
              <a:gd name="connsiteY248" fmla="*/ 5032690 h 5102540"/>
              <a:gd name="connsiteX249" fmla="*/ 201876 w 12191996"/>
              <a:gd name="connsiteY249" fmla="*/ 5051740 h 5102540"/>
              <a:gd name="connsiteX250" fmla="*/ 160601 w 12191996"/>
              <a:gd name="connsiteY250" fmla="*/ 5067615 h 5102540"/>
              <a:gd name="connsiteX251" fmla="*/ 114563 w 12191996"/>
              <a:gd name="connsiteY251" fmla="*/ 5081903 h 5102540"/>
              <a:gd name="connsiteX252" fmla="*/ 62176 w 12191996"/>
              <a:gd name="connsiteY252" fmla="*/ 5093015 h 5102540"/>
              <a:gd name="connsiteX253" fmla="*/ 1851 w 12191996"/>
              <a:gd name="connsiteY253" fmla="*/ 5100953 h 5102540"/>
              <a:gd name="connsiteX254" fmla="*/ 0 w 12191996"/>
              <a:gd name="connsiteY254" fmla="*/ 5100996 h 5102540"/>
              <a:gd name="connsiteX255" fmla="*/ 0 w 12191996"/>
              <a:gd name="connsiteY255" fmla="*/ 0 h 5102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</a:cxnLst>
            <a:rect l="l" t="t" r="r" b="b"/>
            <a:pathLst>
              <a:path w="12191996" h="5102540">
                <a:moveTo>
                  <a:pt x="0" y="0"/>
                </a:moveTo>
                <a:lnTo>
                  <a:pt x="12191996" y="0"/>
                </a:lnTo>
                <a:lnTo>
                  <a:pt x="12191996" y="5100996"/>
                </a:lnTo>
                <a:lnTo>
                  <a:pt x="12190145" y="5100953"/>
                </a:lnTo>
                <a:lnTo>
                  <a:pt x="12129819" y="5093016"/>
                </a:lnTo>
                <a:lnTo>
                  <a:pt x="12077431" y="5081903"/>
                </a:lnTo>
                <a:lnTo>
                  <a:pt x="12031395" y="5067615"/>
                </a:lnTo>
                <a:lnTo>
                  <a:pt x="11990119" y="5051740"/>
                </a:lnTo>
                <a:lnTo>
                  <a:pt x="11953607" y="5032690"/>
                </a:lnTo>
                <a:lnTo>
                  <a:pt x="11915507" y="5013640"/>
                </a:lnTo>
                <a:lnTo>
                  <a:pt x="11877407" y="4994590"/>
                </a:lnTo>
                <a:lnTo>
                  <a:pt x="11840895" y="4978715"/>
                </a:lnTo>
                <a:lnTo>
                  <a:pt x="11799619" y="4962840"/>
                </a:lnTo>
                <a:lnTo>
                  <a:pt x="11753581" y="4946965"/>
                </a:lnTo>
                <a:lnTo>
                  <a:pt x="11701195" y="4935853"/>
                </a:lnTo>
                <a:lnTo>
                  <a:pt x="11640869" y="4929503"/>
                </a:lnTo>
                <a:lnTo>
                  <a:pt x="11572607" y="4926328"/>
                </a:lnTo>
                <a:lnTo>
                  <a:pt x="11504345" y="4929503"/>
                </a:lnTo>
                <a:lnTo>
                  <a:pt x="11444019" y="4935853"/>
                </a:lnTo>
                <a:lnTo>
                  <a:pt x="11391631" y="4946965"/>
                </a:lnTo>
                <a:lnTo>
                  <a:pt x="11345595" y="4962840"/>
                </a:lnTo>
                <a:lnTo>
                  <a:pt x="11304319" y="4978715"/>
                </a:lnTo>
                <a:lnTo>
                  <a:pt x="11267807" y="4994590"/>
                </a:lnTo>
                <a:lnTo>
                  <a:pt x="11229707" y="5013640"/>
                </a:lnTo>
                <a:lnTo>
                  <a:pt x="11191607" y="5032690"/>
                </a:lnTo>
                <a:lnTo>
                  <a:pt x="11155095" y="5051740"/>
                </a:lnTo>
                <a:lnTo>
                  <a:pt x="11113819" y="5067615"/>
                </a:lnTo>
                <a:lnTo>
                  <a:pt x="11067781" y="5081903"/>
                </a:lnTo>
                <a:lnTo>
                  <a:pt x="11015395" y="5093015"/>
                </a:lnTo>
                <a:lnTo>
                  <a:pt x="10955069" y="5100953"/>
                </a:lnTo>
                <a:lnTo>
                  <a:pt x="10886807" y="5102540"/>
                </a:lnTo>
                <a:lnTo>
                  <a:pt x="10818545" y="5100953"/>
                </a:lnTo>
                <a:lnTo>
                  <a:pt x="10758219" y="5093015"/>
                </a:lnTo>
                <a:lnTo>
                  <a:pt x="10705831" y="5081903"/>
                </a:lnTo>
                <a:lnTo>
                  <a:pt x="10659795" y="5067615"/>
                </a:lnTo>
                <a:lnTo>
                  <a:pt x="10618519" y="5051740"/>
                </a:lnTo>
                <a:lnTo>
                  <a:pt x="10582007" y="5032690"/>
                </a:lnTo>
                <a:lnTo>
                  <a:pt x="10543907" y="5013640"/>
                </a:lnTo>
                <a:lnTo>
                  <a:pt x="10505807" y="4994590"/>
                </a:lnTo>
                <a:lnTo>
                  <a:pt x="10469295" y="4978715"/>
                </a:lnTo>
                <a:lnTo>
                  <a:pt x="10428019" y="4962840"/>
                </a:lnTo>
                <a:lnTo>
                  <a:pt x="10381981" y="4946965"/>
                </a:lnTo>
                <a:lnTo>
                  <a:pt x="10329595" y="4935853"/>
                </a:lnTo>
                <a:lnTo>
                  <a:pt x="10269269" y="4929503"/>
                </a:lnTo>
                <a:lnTo>
                  <a:pt x="10201007" y="4926328"/>
                </a:lnTo>
                <a:lnTo>
                  <a:pt x="10132745" y="4929503"/>
                </a:lnTo>
                <a:lnTo>
                  <a:pt x="10072419" y="4935853"/>
                </a:lnTo>
                <a:lnTo>
                  <a:pt x="10020031" y="4946965"/>
                </a:lnTo>
                <a:lnTo>
                  <a:pt x="9973995" y="4962840"/>
                </a:lnTo>
                <a:lnTo>
                  <a:pt x="9932719" y="4978715"/>
                </a:lnTo>
                <a:lnTo>
                  <a:pt x="9896207" y="4994590"/>
                </a:lnTo>
                <a:lnTo>
                  <a:pt x="9820007" y="5032690"/>
                </a:lnTo>
                <a:lnTo>
                  <a:pt x="9783495" y="5051740"/>
                </a:lnTo>
                <a:lnTo>
                  <a:pt x="9742219" y="5067615"/>
                </a:lnTo>
                <a:lnTo>
                  <a:pt x="9696181" y="5081903"/>
                </a:lnTo>
                <a:lnTo>
                  <a:pt x="9643795" y="5093015"/>
                </a:lnTo>
                <a:lnTo>
                  <a:pt x="9583469" y="5100953"/>
                </a:lnTo>
                <a:lnTo>
                  <a:pt x="9515207" y="5102540"/>
                </a:lnTo>
                <a:lnTo>
                  <a:pt x="9446945" y="5100953"/>
                </a:lnTo>
                <a:lnTo>
                  <a:pt x="9386619" y="5093015"/>
                </a:lnTo>
                <a:lnTo>
                  <a:pt x="9334231" y="5081903"/>
                </a:lnTo>
                <a:lnTo>
                  <a:pt x="9288195" y="5067615"/>
                </a:lnTo>
                <a:lnTo>
                  <a:pt x="9246919" y="5051740"/>
                </a:lnTo>
                <a:lnTo>
                  <a:pt x="9210407" y="5032690"/>
                </a:lnTo>
                <a:lnTo>
                  <a:pt x="9172307" y="5013640"/>
                </a:lnTo>
                <a:lnTo>
                  <a:pt x="9134207" y="4994590"/>
                </a:lnTo>
                <a:lnTo>
                  <a:pt x="9097695" y="4978715"/>
                </a:lnTo>
                <a:lnTo>
                  <a:pt x="9056419" y="4962840"/>
                </a:lnTo>
                <a:lnTo>
                  <a:pt x="9010381" y="4946965"/>
                </a:lnTo>
                <a:lnTo>
                  <a:pt x="8957995" y="4935853"/>
                </a:lnTo>
                <a:lnTo>
                  <a:pt x="8897669" y="4929503"/>
                </a:lnTo>
                <a:lnTo>
                  <a:pt x="8827819" y="4926328"/>
                </a:lnTo>
                <a:lnTo>
                  <a:pt x="8761145" y="4929503"/>
                </a:lnTo>
                <a:lnTo>
                  <a:pt x="8700819" y="4935853"/>
                </a:lnTo>
                <a:lnTo>
                  <a:pt x="8648431" y="4946965"/>
                </a:lnTo>
                <a:lnTo>
                  <a:pt x="8602395" y="4962840"/>
                </a:lnTo>
                <a:lnTo>
                  <a:pt x="8561119" y="4978715"/>
                </a:lnTo>
                <a:lnTo>
                  <a:pt x="8524607" y="4994590"/>
                </a:lnTo>
                <a:lnTo>
                  <a:pt x="8486507" y="5013640"/>
                </a:lnTo>
                <a:lnTo>
                  <a:pt x="8448407" y="5032690"/>
                </a:lnTo>
                <a:lnTo>
                  <a:pt x="8411895" y="5051740"/>
                </a:lnTo>
                <a:lnTo>
                  <a:pt x="8370620" y="5067615"/>
                </a:lnTo>
                <a:lnTo>
                  <a:pt x="8324582" y="5081903"/>
                </a:lnTo>
                <a:lnTo>
                  <a:pt x="8272195" y="5093015"/>
                </a:lnTo>
                <a:lnTo>
                  <a:pt x="8211870" y="5100953"/>
                </a:lnTo>
                <a:lnTo>
                  <a:pt x="8143607" y="5102540"/>
                </a:lnTo>
                <a:lnTo>
                  <a:pt x="8075345" y="5100953"/>
                </a:lnTo>
                <a:lnTo>
                  <a:pt x="8015020" y="5093015"/>
                </a:lnTo>
                <a:lnTo>
                  <a:pt x="7962632" y="5081903"/>
                </a:lnTo>
                <a:lnTo>
                  <a:pt x="7916595" y="5067615"/>
                </a:lnTo>
                <a:lnTo>
                  <a:pt x="7875320" y="5051740"/>
                </a:lnTo>
                <a:lnTo>
                  <a:pt x="7838807" y="5032690"/>
                </a:lnTo>
                <a:lnTo>
                  <a:pt x="7800707" y="5013640"/>
                </a:lnTo>
                <a:lnTo>
                  <a:pt x="7762607" y="4994590"/>
                </a:lnTo>
                <a:lnTo>
                  <a:pt x="7726095" y="4978715"/>
                </a:lnTo>
                <a:lnTo>
                  <a:pt x="7684820" y="4962840"/>
                </a:lnTo>
                <a:lnTo>
                  <a:pt x="7638782" y="4946965"/>
                </a:lnTo>
                <a:lnTo>
                  <a:pt x="7586395" y="4935853"/>
                </a:lnTo>
                <a:lnTo>
                  <a:pt x="7526070" y="4929503"/>
                </a:lnTo>
                <a:lnTo>
                  <a:pt x="7457807" y="4926328"/>
                </a:lnTo>
                <a:lnTo>
                  <a:pt x="7389545" y="4929503"/>
                </a:lnTo>
                <a:lnTo>
                  <a:pt x="7329220" y="4935853"/>
                </a:lnTo>
                <a:lnTo>
                  <a:pt x="7276832" y="4946965"/>
                </a:lnTo>
                <a:lnTo>
                  <a:pt x="7230795" y="4962840"/>
                </a:lnTo>
                <a:lnTo>
                  <a:pt x="7189520" y="4978715"/>
                </a:lnTo>
                <a:lnTo>
                  <a:pt x="7153007" y="4994590"/>
                </a:lnTo>
                <a:lnTo>
                  <a:pt x="7114907" y="5013640"/>
                </a:lnTo>
                <a:lnTo>
                  <a:pt x="7076807" y="5032690"/>
                </a:lnTo>
                <a:lnTo>
                  <a:pt x="7040295" y="5051740"/>
                </a:lnTo>
                <a:lnTo>
                  <a:pt x="6999020" y="5067615"/>
                </a:lnTo>
                <a:lnTo>
                  <a:pt x="6952982" y="5081903"/>
                </a:lnTo>
                <a:lnTo>
                  <a:pt x="6900595" y="5093015"/>
                </a:lnTo>
                <a:lnTo>
                  <a:pt x="6840270" y="5100953"/>
                </a:lnTo>
                <a:lnTo>
                  <a:pt x="6781798" y="5102313"/>
                </a:lnTo>
                <a:lnTo>
                  <a:pt x="6723326" y="5100953"/>
                </a:lnTo>
                <a:lnTo>
                  <a:pt x="6663001" y="5093015"/>
                </a:lnTo>
                <a:lnTo>
                  <a:pt x="6610613" y="5081903"/>
                </a:lnTo>
                <a:lnTo>
                  <a:pt x="6564576" y="5067615"/>
                </a:lnTo>
                <a:lnTo>
                  <a:pt x="6523301" y="5051740"/>
                </a:lnTo>
                <a:lnTo>
                  <a:pt x="6486788" y="5032690"/>
                </a:lnTo>
                <a:lnTo>
                  <a:pt x="6448688" y="5013640"/>
                </a:lnTo>
                <a:lnTo>
                  <a:pt x="6410588" y="4994590"/>
                </a:lnTo>
                <a:lnTo>
                  <a:pt x="6374076" y="4978715"/>
                </a:lnTo>
                <a:lnTo>
                  <a:pt x="6332801" y="4962840"/>
                </a:lnTo>
                <a:lnTo>
                  <a:pt x="6286763" y="4946965"/>
                </a:lnTo>
                <a:lnTo>
                  <a:pt x="6234376" y="4935853"/>
                </a:lnTo>
                <a:lnTo>
                  <a:pt x="6174051" y="4929503"/>
                </a:lnTo>
                <a:lnTo>
                  <a:pt x="6105788" y="4926328"/>
                </a:lnTo>
                <a:lnTo>
                  <a:pt x="6095998" y="4926783"/>
                </a:lnTo>
                <a:lnTo>
                  <a:pt x="6086208" y="4926328"/>
                </a:lnTo>
                <a:lnTo>
                  <a:pt x="6017946" y="4929503"/>
                </a:lnTo>
                <a:lnTo>
                  <a:pt x="5957620" y="4935853"/>
                </a:lnTo>
                <a:lnTo>
                  <a:pt x="5905233" y="4946965"/>
                </a:lnTo>
                <a:lnTo>
                  <a:pt x="5859195" y="4962840"/>
                </a:lnTo>
                <a:lnTo>
                  <a:pt x="5817920" y="4978715"/>
                </a:lnTo>
                <a:lnTo>
                  <a:pt x="5781407" y="4994590"/>
                </a:lnTo>
                <a:lnTo>
                  <a:pt x="5743307" y="5013640"/>
                </a:lnTo>
                <a:lnTo>
                  <a:pt x="5705208" y="5032690"/>
                </a:lnTo>
                <a:lnTo>
                  <a:pt x="5668695" y="5051740"/>
                </a:lnTo>
                <a:lnTo>
                  <a:pt x="5627420" y="5067615"/>
                </a:lnTo>
                <a:lnTo>
                  <a:pt x="5581382" y="5081903"/>
                </a:lnTo>
                <a:lnTo>
                  <a:pt x="5528995" y="5093015"/>
                </a:lnTo>
                <a:lnTo>
                  <a:pt x="5468670" y="5100953"/>
                </a:lnTo>
                <a:lnTo>
                  <a:pt x="5410198" y="5102313"/>
                </a:lnTo>
                <a:lnTo>
                  <a:pt x="5351726" y="5100953"/>
                </a:lnTo>
                <a:lnTo>
                  <a:pt x="5291400" y="5093015"/>
                </a:lnTo>
                <a:lnTo>
                  <a:pt x="5239013" y="5081903"/>
                </a:lnTo>
                <a:lnTo>
                  <a:pt x="5192976" y="5067615"/>
                </a:lnTo>
                <a:lnTo>
                  <a:pt x="5151700" y="5051740"/>
                </a:lnTo>
                <a:lnTo>
                  <a:pt x="5115188" y="5032690"/>
                </a:lnTo>
                <a:lnTo>
                  <a:pt x="5077089" y="5013640"/>
                </a:lnTo>
                <a:lnTo>
                  <a:pt x="5038988" y="4994590"/>
                </a:lnTo>
                <a:lnTo>
                  <a:pt x="5002476" y="4978715"/>
                </a:lnTo>
                <a:lnTo>
                  <a:pt x="4961200" y="4962840"/>
                </a:lnTo>
                <a:lnTo>
                  <a:pt x="4915164" y="4946965"/>
                </a:lnTo>
                <a:lnTo>
                  <a:pt x="4862776" y="4935853"/>
                </a:lnTo>
                <a:lnTo>
                  <a:pt x="4802452" y="4929503"/>
                </a:lnTo>
                <a:lnTo>
                  <a:pt x="4734188" y="4926328"/>
                </a:lnTo>
                <a:lnTo>
                  <a:pt x="4665927" y="4929503"/>
                </a:lnTo>
                <a:lnTo>
                  <a:pt x="4605601" y="4935853"/>
                </a:lnTo>
                <a:lnTo>
                  <a:pt x="4553214" y="4946965"/>
                </a:lnTo>
                <a:lnTo>
                  <a:pt x="4507176" y="4962840"/>
                </a:lnTo>
                <a:lnTo>
                  <a:pt x="4465901" y="4978715"/>
                </a:lnTo>
                <a:lnTo>
                  <a:pt x="4429388" y="4994590"/>
                </a:lnTo>
                <a:lnTo>
                  <a:pt x="4353188" y="5032690"/>
                </a:lnTo>
                <a:lnTo>
                  <a:pt x="4316676" y="5051740"/>
                </a:lnTo>
                <a:lnTo>
                  <a:pt x="4275401" y="5067615"/>
                </a:lnTo>
                <a:lnTo>
                  <a:pt x="4229363" y="5081903"/>
                </a:lnTo>
                <a:lnTo>
                  <a:pt x="4176976" y="5093015"/>
                </a:lnTo>
                <a:lnTo>
                  <a:pt x="4116651" y="5100953"/>
                </a:lnTo>
                <a:lnTo>
                  <a:pt x="4048388" y="5102540"/>
                </a:lnTo>
                <a:lnTo>
                  <a:pt x="3980126" y="5100953"/>
                </a:lnTo>
                <a:lnTo>
                  <a:pt x="3919801" y="5093015"/>
                </a:lnTo>
                <a:lnTo>
                  <a:pt x="3867413" y="5081903"/>
                </a:lnTo>
                <a:lnTo>
                  <a:pt x="3821376" y="5067615"/>
                </a:lnTo>
                <a:lnTo>
                  <a:pt x="3780101" y="5051740"/>
                </a:lnTo>
                <a:lnTo>
                  <a:pt x="3743588" y="5032690"/>
                </a:lnTo>
                <a:lnTo>
                  <a:pt x="3705488" y="5013640"/>
                </a:lnTo>
                <a:lnTo>
                  <a:pt x="3667388" y="4994590"/>
                </a:lnTo>
                <a:lnTo>
                  <a:pt x="3630876" y="4978715"/>
                </a:lnTo>
                <a:lnTo>
                  <a:pt x="3589601" y="4962840"/>
                </a:lnTo>
                <a:lnTo>
                  <a:pt x="3543563" y="4946965"/>
                </a:lnTo>
                <a:lnTo>
                  <a:pt x="3491176" y="4935853"/>
                </a:lnTo>
                <a:lnTo>
                  <a:pt x="3430851" y="4929503"/>
                </a:lnTo>
                <a:lnTo>
                  <a:pt x="3361001" y="4926328"/>
                </a:lnTo>
                <a:lnTo>
                  <a:pt x="3294326" y="4929503"/>
                </a:lnTo>
                <a:lnTo>
                  <a:pt x="3234001" y="4935853"/>
                </a:lnTo>
                <a:lnTo>
                  <a:pt x="3181613" y="4946965"/>
                </a:lnTo>
                <a:lnTo>
                  <a:pt x="3135576" y="4962840"/>
                </a:lnTo>
                <a:lnTo>
                  <a:pt x="3094301" y="4978715"/>
                </a:lnTo>
                <a:lnTo>
                  <a:pt x="3057788" y="4994590"/>
                </a:lnTo>
                <a:lnTo>
                  <a:pt x="3019688" y="5013640"/>
                </a:lnTo>
                <a:lnTo>
                  <a:pt x="2981588" y="5032690"/>
                </a:lnTo>
                <a:lnTo>
                  <a:pt x="2945076" y="5051740"/>
                </a:lnTo>
                <a:lnTo>
                  <a:pt x="2903801" y="5067615"/>
                </a:lnTo>
                <a:lnTo>
                  <a:pt x="2857763" y="5081903"/>
                </a:lnTo>
                <a:lnTo>
                  <a:pt x="2805376" y="5093015"/>
                </a:lnTo>
                <a:lnTo>
                  <a:pt x="2745051" y="5100953"/>
                </a:lnTo>
                <a:lnTo>
                  <a:pt x="2676788" y="5102540"/>
                </a:lnTo>
                <a:lnTo>
                  <a:pt x="2608526" y="5100953"/>
                </a:lnTo>
                <a:lnTo>
                  <a:pt x="2548201" y="5093015"/>
                </a:lnTo>
                <a:lnTo>
                  <a:pt x="2495813" y="5081903"/>
                </a:lnTo>
                <a:lnTo>
                  <a:pt x="2449776" y="5067615"/>
                </a:lnTo>
                <a:lnTo>
                  <a:pt x="2408501" y="5051740"/>
                </a:lnTo>
                <a:lnTo>
                  <a:pt x="2371988" y="5032690"/>
                </a:lnTo>
                <a:lnTo>
                  <a:pt x="2333888" y="5013640"/>
                </a:lnTo>
                <a:lnTo>
                  <a:pt x="2295788" y="4994590"/>
                </a:lnTo>
                <a:lnTo>
                  <a:pt x="2259276" y="4978715"/>
                </a:lnTo>
                <a:lnTo>
                  <a:pt x="2218001" y="4962840"/>
                </a:lnTo>
                <a:lnTo>
                  <a:pt x="2171963" y="4946965"/>
                </a:lnTo>
                <a:lnTo>
                  <a:pt x="2119576" y="4935853"/>
                </a:lnTo>
                <a:lnTo>
                  <a:pt x="2059251" y="4929503"/>
                </a:lnTo>
                <a:lnTo>
                  <a:pt x="1990988" y="4926328"/>
                </a:lnTo>
                <a:lnTo>
                  <a:pt x="1922726" y="4929503"/>
                </a:lnTo>
                <a:lnTo>
                  <a:pt x="1862401" y="4935853"/>
                </a:lnTo>
                <a:lnTo>
                  <a:pt x="1810013" y="4946965"/>
                </a:lnTo>
                <a:lnTo>
                  <a:pt x="1763976" y="4962840"/>
                </a:lnTo>
                <a:lnTo>
                  <a:pt x="1722701" y="4978715"/>
                </a:lnTo>
                <a:lnTo>
                  <a:pt x="1686188" y="4994590"/>
                </a:lnTo>
                <a:lnTo>
                  <a:pt x="1648088" y="5013640"/>
                </a:lnTo>
                <a:lnTo>
                  <a:pt x="1609988" y="5032690"/>
                </a:lnTo>
                <a:lnTo>
                  <a:pt x="1573476" y="5051740"/>
                </a:lnTo>
                <a:lnTo>
                  <a:pt x="1532201" y="5067615"/>
                </a:lnTo>
                <a:lnTo>
                  <a:pt x="1486163" y="5081903"/>
                </a:lnTo>
                <a:lnTo>
                  <a:pt x="1433776" y="5093015"/>
                </a:lnTo>
                <a:lnTo>
                  <a:pt x="1373451" y="5100953"/>
                </a:lnTo>
                <a:lnTo>
                  <a:pt x="1305188" y="5102540"/>
                </a:lnTo>
                <a:lnTo>
                  <a:pt x="1236926" y="5100953"/>
                </a:lnTo>
                <a:lnTo>
                  <a:pt x="1176601" y="5093015"/>
                </a:lnTo>
                <a:lnTo>
                  <a:pt x="1124213" y="5081903"/>
                </a:lnTo>
                <a:lnTo>
                  <a:pt x="1078176" y="5067615"/>
                </a:lnTo>
                <a:lnTo>
                  <a:pt x="1036901" y="5051740"/>
                </a:lnTo>
                <a:lnTo>
                  <a:pt x="1000388" y="5032690"/>
                </a:lnTo>
                <a:lnTo>
                  <a:pt x="962288" y="5013640"/>
                </a:lnTo>
                <a:lnTo>
                  <a:pt x="924188" y="4994590"/>
                </a:lnTo>
                <a:lnTo>
                  <a:pt x="887676" y="4978715"/>
                </a:lnTo>
                <a:lnTo>
                  <a:pt x="846401" y="4962840"/>
                </a:lnTo>
                <a:lnTo>
                  <a:pt x="800363" y="4946965"/>
                </a:lnTo>
                <a:lnTo>
                  <a:pt x="747976" y="4935853"/>
                </a:lnTo>
                <a:lnTo>
                  <a:pt x="687651" y="4929503"/>
                </a:lnTo>
                <a:lnTo>
                  <a:pt x="619388" y="4926328"/>
                </a:lnTo>
                <a:lnTo>
                  <a:pt x="551126" y="4929503"/>
                </a:lnTo>
                <a:lnTo>
                  <a:pt x="490801" y="4935853"/>
                </a:lnTo>
                <a:lnTo>
                  <a:pt x="438413" y="4946965"/>
                </a:lnTo>
                <a:lnTo>
                  <a:pt x="392376" y="4962840"/>
                </a:lnTo>
                <a:lnTo>
                  <a:pt x="351101" y="4978715"/>
                </a:lnTo>
                <a:lnTo>
                  <a:pt x="314588" y="4994590"/>
                </a:lnTo>
                <a:lnTo>
                  <a:pt x="276488" y="5013640"/>
                </a:lnTo>
                <a:lnTo>
                  <a:pt x="238388" y="5032690"/>
                </a:lnTo>
                <a:lnTo>
                  <a:pt x="201876" y="5051740"/>
                </a:lnTo>
                <a:lnTo>
                  <a:pt x="160601" y="5067615"/>
                </a:lnTo>
                <a:lnTo>
                  <a:pt x="114563" y="5081903"/>
                </a:lnTo>
                <a:lnTo>
                  <a:pt x="62176" y="5093015"/>
                </a:lnTo>
                <a:lnTo>
                  <a:pt x="1851" y="5100953"/>
                </a:lnTo>
                <a:lnTo>
                  <a:pt x="0" y="510099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60901-216B-996B-90B3-2148A3531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500" kern="1200" dirty="0">
                <a:latin typeface="+mj-lt"/>
                <a:ea typeface="+mj-ea"/>
                <a:cs typeface="+mj-cs"/>
              </a:rPr>
              <a:t>Repeat this process for all the different Views you want to make for each model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C1887B-FB03-4296-8352-8CFA0080FC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4926330"/>
            <a:ext cx="12191996" cy="320591"/>
          </a:xfrm>
          <a:custGeom>
            <a:avLst/>
            <a:gdLst>
              <a:gd name="connsiteX0" fmla="*/ 619389 w 12191996"/>
              <a:gd name="connsiteY0" fmla="*/ 0 h 320591"/>
              <a:gd name="connsiteX1" fmla="*/ 687652 w 12191996"/>
              <a:gd name="connsiteY1" fmla="*/ 3175 h 320591"/>
              <a:gd name="connsiteX2" fmla="*/ 747977 w 12191996"/>
              <a:gd name="connsiteY2" fmla="*/ 9525 h 320591"/>
              <a:gd name="connsiteX3" fmla="*/ 800364 w 12191996"/>
              <a:gd name="connsiteY3" fmla="*/ 20637 h 320591"/>
              <a:gd name="connsiteX4" fmla="*/ 846402 w 12191996"/>
              <a:gd name="connsiteY4" fmla="*/ 36512 h 320591"/>
              <a:gd name="connsiteX5" fmla="*/ 887677 w 12191996"/>
              <a:gd name="connsiteY5" fmla="*/ 52387 h 320591"/>
              <a:gd name="connsiteX6" fmla="*/ 924189 w 12191996"/>
              <a:gd name="connsiteY6" fmla="*/ 68262 h 320591"/>
              <a:gd name="connsiteX7" fmla="*/ 962289 w 12191996"/>
              <a:gd name="connsiteY7" fmla="*/ 87312 h 320591"/>
              <a:gd name="connsiteX8" fmla="*/ 1000389 w 12191996"/>
              <a:gd name="connsiteY8" fmla="*/ 106362 h 320591"/>
              <a:gd name="connsiteX9" fmla="*/ 1036902 w 12191996"/>
              <a:gd name="connsiteY9" fmla="*/ 125412 h 320591"/>
              <a:gd name="connsiteX10" fmla="*/ 1078177 w 12191996"/>
              <a:gd name="connsiteY10" fmla="*/ 141287 h 320591"/>
              <a:gd name="connsiteX11" fmla="*/ 1124214 w 12191996"/>
              <a:gd name="connsiteY11" fmla="*/ 155575 h 320591"/>
              <a:gd name="connsiteX12" fmla="*/ 1176602 w 12191996"/>
              <a:gd name="connsiteY12" fmla="*/ 166687 h 320591"/>
              <a:gd name="connsiteX13" fmla="*/ 1236927 w 12191996"/>
              <a:gd name="connsiteY13" fmla="*/ 174625 h 320591"/>
              <a:gd name="connsiteX14" fmla="*/ 1305189 w 12191996"/>
              <a:gd name="connsiteY14" fmla="*/ 176212 h 320591"/>
              <a:gd name="connsiteX15" fmla="*/ 1373452 w 12191996"/>
              <a:gd name="connsiteY15" fmla="*/ 174625 h 320591"/>
              <a:gd name="connsiteX16" fmla="*/ 1433777 w 12191996"/>
              <a:gd name="connsiteY16" fmla="*/ 166687 h 320591"/>
              <a:gd name="connsiteX17" fmla="*/ 1486164 w 12191996"/>
              <a:gd name="connsiteY17" fmla="*/ 155575 h 320591"/>
              <a:gd name="connsiteX18" fmla="*/ 1532202 w 12191996"/>
              <a:gd name="connsiteY18" fmla="*/ 141287 h 320591"/>
              <a:gd name="connsiteX19" fmla="*/ 1573477 w 12191996"/>
              <a:gd name="connsiteY19" fmla="*/ 125412 h 320591"/>
              <a:gd name="connsiteX20" fmla="*/ 1609989 w 12191996"/>
              <a:gd name="connsiteY20" fmla="*/ 106362 h 320591"/>
              <a:gd name="connsiteX21" fmla="*/ 1648089 w 12191996"/>
              <a:gd name="connsiteY21" fmla="*/ 87312 h 320591"/>
              <a:gd name="connsiteX22" fmla="*/ 1686189 w 12191996"/>
              <a:gd name="connsiteY22" fmla="*/ 68262 h 320591"/>
              <a:gd name="connsiteX23" fmla="*/ 1722702 w 12191996"/>
              <a:gd name="connsiteY23" fmla="*/ 52387 h 320591"/>
              <a:gd name="connsiteX24" fmla="*/ 1763977 w 12191996"/>
              <a:gd name="connsiteY24" fmla="*/ 36512 h 320591"/>
              <a:gd name="connsiteX25" fmla="*/ 1810014 w 12191996"/>
              <a:gd name="connsiteY25" fmla="*/ 20637 h 320591"/>
              <a:gd name="connsiteX26" fmla="*/ 1862402 w 12191996"/>
              <a:gd name="connsiteY26" fmla="*/ 9525 h 320591"/>
              <a:gd name="connsiteX27" fmla="*/ 1922727 w 12191996"/>
              <a:gd name="connsiteY27" fmla="*/ 3175 h 320591"/>
              <a:gd name="connsiteX28" fmla="*/ 1990989 w 12191996"/>
              <a:gd name="connsiteY28" fmla="*/ 0 h 320591"/>
              <a:gd name="connsiteX29" fmla="*/ 2059252 w 12191996"/>
              <a:gd name="connsiteY29" fmla="*/ 3175 h 320591"/>
              <a:gd name="connsiteX30" fmla="*/ 2119577 w 12191996"/>
              <a:gd name="connsiteY30" fmla="*/ 9525 h 320591"/>
              <a:gd name="connsiteX31" fmla="*/ 2171964 w 12191996"/>
              <a:gd name="connsiteY31" fmla="*/ 20637 h 320591"/>
              <a:gd name="connsiteX32" fmla="*/ 2218002 w 12191996"/>
              <a:gd name="connsiteY32" fmla="*/ 36512 h 320591"/>
              <a:gd name="connsiteX33" fmla="*/ 2259277 w 12191996"/>
              <a:gd name="connsiteY33" fmla="*/ 52387 h 320591"/>
              <a:gd name="connsiteX34" fmla="*/ 2295789 w 12191996"/>
              <a:gd name="connsiteY34" fmla="*/ 68262 h 320591"/>
              <a:gd name="connsiteX35" fmla="*/ 2333889 w 12191996"/>
              <a:gd name="connsiteY35" fmla="*/ 87312 h 320591"/>
              <a:gd name="connsiteX36" fmla="*/ 2371989 w 12191996"/>
              <a:gd name="connsiteY36" fmla="*/ 106362 h 320591"/>
              <a:gd name="connsiteX37" fmla="*/ 2408502 w 12191996"/>
              <a:gd name="connsiteY37" fmla="*/ 125412 h 320591"/>
              <a:gd name="connsiteX38" fmla="*/ 2449777 w 12191996"/>
              <a:gd name="connsiteY38" fmla="*/ 141287 h 320591"/>
              <a:gd name="connsiteX39" fmla="*/ 2495814 w 12191996"/>
              <a:gd name="connsiteY39" fmla="*/ 155575 h 320591"/>
              <a:gd name="connsiteX40" fmla="*/ 2548202 w 12191996"/>
              <a:gd name="connsiteY40" fmla="*/ 166687 h 320591"/>
              <a:gd name="connsiteX41" fmla="*/ 2608527 w 12191996"/>
              <a:gd name="connsiteY41" fmla="*/ 174625 h 320591"/>
              <a:gd name="connsiteX42" fmla="*/ 2676789 w 12191996"/>
              <a:gd name="connsiteY42" fmla="*/ 176212 h 320591"/>
              <a:gd name="connsiteX43" fmla="*/ 2745052 w 12191996"/>
              <a:gd name="connsiteY43" fmla="*/ 174625 h 320591"/>
              <a:gd name="connsiteX44" fmla="*/ 2805377 w 12191996"/>
              <a:gd name="connsiteY44" fmla="*/ 166687 h 320591"/>
              <a:gd name="connsiteX45" fmla="*/ 2857764 w 12191996"/>
              <a:gd name="connsiteY45" fmla="*/ 155575 h 320591"/>
              <a:gd name="connsiteX46" fmla="*/ 2903802 w 12191996"/>
              <a:gd name="connsiteY46" fmla="*/ 141287 h 320591"/>
              <a:gd name="connsiteX47" fmla="*/ 2945077 w 12191996"/>
              <a:gd name="connsiteY47" fmla="*/ 125412 h 320591"/>
              <a:gd name="connsiteX48" fmla="*/ 2981589 w 12191996"/>
              <a:gd name="connsiteY48" fmla="*/ 106362 h 320591"/>
              <a:gd name="connsiteX49" fmla="*/ 3019689 w 12191996"/>
              <a:gd name="connsiteY49" fmla="*/ 87312 h 320591"/>
              <a:gd name="connsiteX50" fmla="*/ 3057789 w 12191996"/>
              <a:gd name="connsiteY50" fmla="*/ 68262 h 320591"/>
              <a:gd name="connsiteX51" fmla="*/ 3094302 w 12191996"/>
              <a:gd name="connsiteY51" fmla="*/ 52387 h 320591"/>
              <a:gd name="connsiteX52" fmla="*/ 3135577 w 12191996"/>
              <a:gd name="connsiteY52" fmla="*/ 36512 h 320591"/>
              <a:gd name="connsiteX53" fmla="*/ 3181614 w 12191996"/>
              <a:gd name="connsiteY53" fmla="*/ 20637 h 320591"/>
              <a:gd name="connsiteX54" fmla="*/ 3234002 w 12191996"/>
              <a:gd name="connsiteY54" fmla="*/ 9525 h 320591"/>
              <a:gd name="connsiteX55" fmla="*/ 3294327 w 12191996"/>
              <a:gd name="connsiteY55" fmla="*/ 3175 h 320591"/>
              <a:gd name="connsiteX56" fmla="*/ 3361002 w 12191996"/>
              <a:gd name="connsiteY56" fmla="*/ 0 h 320591"/>
              <a:gd name="connsiteX57" fmla="*/ 3430852 w 12191996"/>
              <a:gd name="connsiteY57" fmla="*/ 3175 h 320591"/>
              <a:gd name="connsiteX58" fmla="*/ 3491177 w 12191996"/>
              <a:gd name="connsiteY58" fmla="*/ 9525 h 320591"/>
              <a:gd name="connsiteX59" fmla="*/ 3543564 w 12191996"/>
              <a:gd name="connsiteY59" fmla="*/ 20637 h 320591"/>
              <a:gd name="connsiteX60" fmla="*/ 3589602 w 12191996"/>
              <a:gd name="connsiteY60" fmla="*/ 36512 h 320591"/>
              <a:gd name="connsiteX61" fmla="*/ 3630877 w 12191996"/>
              <a:gd name="connsiteY61" fmla="*/ 52387 h 320591"/>
              <a:gd name="connsiteX62" fmla="*/ 3667389 w 12191996"/>
              <a:gd name="connsiteY62" fmla="*/ 68262 h 320591"/>
              <a:gd name="connsiteX63" fmla="*/ 3705489 w 12191996"/>
              <a:gd name="connsiteY63" fmla="*/ 87312 h 320591"/>
              <a:gd name="connsiteX64" fmla="*/ 3743589 w 12191996"/>
              <a:gd name="connsiteY64" fmla="*/ 106362 h 320591"/>
              <a:gd name="connsiteX65" fmla="*/ 3780102 w 12191996"/>
              <a:gd name="connsiteY65" fmla="*/ 125412 h 320591"/>
              <a:gd name="connsiteX66" fmla="*/ 3821377 w 12191996"/>
              <a:gd name="connsiteY66" fmla="*/ 141287 h 320591"/>
              <a:gd name="connsiteX67" fmla="*/ 3867414 w 12191996"/>
              <a:gd name="connsiteY67" fmla="*/ 155575 h 320591"/>
              <a:gd name="connsiteX68" fmla="*/ 3919802 w 12191996"/>
              <a:gd name="connsiteY68" fmla="*/ 166687 h 320591"/>
              <a:gd name="connsiteX69" fmla="*/ 3980127 w 12191996"/>
              <a:gd name="connsiteY69" fmla="*/ 174625 h 320591"/>
              <a:gd name="connsiteX70" fmla="*/ 4048389 w 12191996"/>
              <a:gd name="connsiteY70" fmla="*/ 176212 h 320591"/>
              <a:gd name="connsiteX71" fmla="*/ 4116652 w 12191996"/>
              <a:gd name="connsiteY71" fmla="*/ 174625 h 320591"/>
              <a:gd name="connsiteX72" fmla="*/ 4176977 w 12191996"/>
              <a:gd name="connsiteY72" fmla="*/ 166687 h 320591"/>
              <a:gd name="connsiteX73" fmla="*/ 4229364 w 12191996"/>
              <a:gd name="connsiteY73" fmla="*/ 155575 h 320591"/>
              <a:gd name="connsiteX74" fmla="*/ 4275402 w 12191996"/>
              <a:gd name="connsiteY74" fmla="*/ 141287 h 320591"/>
              <a:gd name="connsiteX75" fmla="*/ 4316677 w 12191996"/>
              <a:gd name="connsiteY75" fmla="*/ 125412 h 320591"/>
              <a:gd name="connsiteX76" fmla="*/ 4353189 w 12191996"/>
              <a:gd name="connsiteY76" fmla="*/ 106362 h 320591"/>
              <a:gd name="connsiteX77" fmla="*/ 4429389 w 12191996"/>
              <a:gd name="connsiteY77" fmla="*/ 68262 h 320591"/>
              <a:gd name="connsiteX78" fmla="*/ 4465902 w 12191996"/>
              <a:gd name="connsiteY78" fmla="*/ 52387 h 320591"/>
              <a:gd name="connsiteX79" fmla="*/ 4507177 w 12191996"/>
              <a:gd name="connsiteY79" fmla="*/ 36512 h 320591"/>
              <a:gd name="connsiteX80" fmla="*/ 4553215 w 12191996"/>
              <a:gd name="connsiteY80" fmla="*/ 20637 h 320591"/>
              <a:gd name="connsiteX81" fmla="*/ 4605602 w 12191996"/>
              <a:gd name="connsiteY81" fmla="*/ 9525 h 320591"/>
              <a:gd name="connsiteX82" fmla="*/ 4665928 w 12191996"/>
              <a:gd name="connsiteY82" fmla="*/ 3175 h 320591"/>
              <a:gd name="connsiteX83" fmla="*/ 4734189 w 12191996"/>
              <a:gd name="connsiteY83" fmla="*/ 0 h 320591"/>
              <a:gd name="connsiteX84" fmla="*/ 4802453 w 12191996"/>
              <a:gd name="connsiteY84" fmla="*/ 3175 h 320591"/>
              <a:gd name="connsiteX85" fmla="*/ 4862777 w 12191996"/>
              <a:gd name="connsiteY85" fmla="*/ 9525 h 320591"/>
              <a:gd name="connsiteX86" fmla="*/ 4915165 w 12191996"/>
              <a:gd name="connsiteY86" fmla="*/ 20637 h 320591"/>
              <a:gd name="connsiteX87" fmla="*/ 4961201 w 12191996"/>
              <a:gd name="connsiteY87" fmla="*/ 36512 h 320591"/>
              <a:gd name="connsiteX88" fmla="*/ 5002477 w 12191996"/>
              <a:gd name="connsiteY88" fmla="*/ 52387 h 320591"/>
              <a:gd name="connsiteX89" fmla="*/ 5038989 w 12191996"/>
              <a:gd name="connsiteY89" fmla="*/ 68262 h 320591"/>
              <a:gd name="connsiteX90" fmla="*/ 5077090 w 12191996"/>
              <a:gd name="connsiteY90" fmla="*/ 87312 h 320591"/>
              <a:gd name="connsiteX91" fmla="*/ 5115189 w 12191996"/>
              <a:gd name="connsiteY91" fmla="*/ 106362 h 320591"/>
              <a:gd name="connsiteX92" fmla="*/ 5151701 w 12191996"/>
              <a:gd name="connsiteY92" fmla="*/ 125412 h 320591"/>
              <a:gd name="connsiteX93" fmla="*/ 5192977 w 12191996"/>
              <a:gd name="connsiteY93" fmla="*/ 141287 h 320591"/>
              <a:gd name="connsiteX94" fmla="*/ 5239014 w 12191996"/>
              <a:gd name="connsiteY94" fmla="*/ 155575 h 320591"/>
              <a:gd name="connsiteX95" fmla="*/ 5291401 w 12191996"/>
              <a:gd name="connsiteY95" fmla="*/ 166687 h 320591"/>
              <a:gd name="connsiteX96" fmla="*/ 5351727 w 12191996"/>
              <a:gd name="connsiteY96" fmla="*/ 174625 h 320591"/>
              <a:gd name="connsiteX97" fmla="*/ 5410199 w 12191996"/>
              <a:gd name="connsiteY97" fmla="*/ 175985 h 320591"/>
              <a:gd name="connsiteX98" fmla="*/ 5468671 w 12191996"/>
              <a:gd name="connsiteY98" fmla="*/ 174625 h 320591"/>
              <a:gd name="connsiteX99" fmla="*/ 5528996 w 12191996"/>
              <a:gd name="connsiteY99" fmla="*/ 166687 h 320591"/>
              <a:gd name="connsiteX100" fmla="*/ 5581383 w 12191996"/>
              <a:gd name="connsiteY100" fmla="*/ 155575 h 320591"/>
              <a:gd name="connsiteX101" fmla="*/ 5627421 w 12191996"/>
              <a:gd name="connsiteY101" fmla="*/ 141287 h 320591"/>
              <a:gd name="connsiteX102" fmla="*/ 5668696 w 12191996"/>
              <a:gd name="connsiteY102" fmla="*/ 125412 h 320591"/>
              <a:gd name="connsiteX103" fmla="*/ 5705209 w 12191996"/>
              <a:gd name="connsiteY103" fmla="*/ 106362 h 320591"/>
              <a:gd name="connsiteX104" fmla="*/ 5743308 w 12191996"/>
              <a:gd name="connsiteY104" fmla="*/ 87312 h 320591"/>
              <a:gd name="connsiteX105" fmla="*/ 5781408 w 12191996"/>
              <a:gd name="connsiteY105" fmla="*/ 68262 h 320591"/>
              <a:gd name="connsiteX106" fmla="*/ 5817921 w 12191996"/>
              <a:gd name="connsiteY106" fmla="*/ 52387 h 320591"/>
              <a:gd name="connsiteX107" fmla="*/ 5859196 w 12191996"/>
              <a:gd name="connsiteY107" fmla="*/ 36512 h 320591"/>
              <a:gd name="connsiteX108" fmla="*/ 5905234 w 12191996"/>
              <a:gd name="connsiteY108" fmla="*/ 20637 h 320591"/>
              <a:gd name="connsiteX109" fmla="*/ 5957621 w 12191996"/>
              <a:gd name="connsiteY109" fmla="*/ 9525 h 320591"/>
              <a:gd name="connsiteX110" fmla="*/ 6017947 w 12191996"/>
              <a:gd name="connsiteY110" fmla="*/ 3175 h 320591"/>
              <a:gd name="connsiteX111" fmla="*/ 6086209 w 12191996"/>
              <a:gd name="connsiteY111" fmla="*/ 0 h 320591"/>
              <a:gd name="connsiteX112" fmla="*/ 6095999 w 12191996"/>
              <a:gd name="connsiteY112" fmla="*/ 455 h 320591"/>
              <a:gd name="connsiteX113" fmla="*/ 6105789 w 12191996"/>
              <a:gd name="connsiteY113" fmla="*/ 0 h 320591"/>
              <a:gd name="connsiteX114" fmla="*/ 6174052 w 12191996"/>
              <a:gd name="connsiteY114" fmla="*/ 3175 h 320591"/>
              <a:gd name="connsiteX115" fmla="*/ 6234377 w 12191996"/>
              <a:gd name="connsiteY115" fmla="*/ 9525 h 320591"/>
              <a:gd name="connsiteX116" fmla="*/ 6286764 w 12191996"/>
              <a:gd name="connsiteY116" fmla="*/ 20637 h 320591"/>
              <a:gd name="connsiteX117" fmla="*/ 6332802 w 12191996"/>
              <a:gd name="connsiteY117" fmla="*/ 36512 h 320591"/>
              <a:gd name="connsiteX118" fmla="*/ 6374077 w 12191996"/>
              <a:gd name="connsiteY118" fmla="*/ 52387 h 320591"/>
              <a:gd name="connsiteX119" fmla="*/ 6410589 w 12191996"/>
              <a:gd name="connsiteY119" fmla="*/ 68262 h 320591"/>
              <a:gd name="connsiteX120" fmla="*/ 6448689 w 12191996"/>
              <a:gd name="connsiteY120" fmla="*/ 87312 h 320591"/>
              <a:gd name="connsiteX121" fmla="*/ 6486789 w 12191996"/>
              <a:gd name="connsiteY121" fmla="*/ 106362 h 320591"/>
              <a:gd name="connsiteX122" fmla="*/ 6523302 w 12191996"/>
              <a:gd name="connsiteY122" fmla="*/ 125412 h 320591"/>
              <a:gd name="connsiteX123" fmla="*/ 6564577 w 12191996"/>
              <a:gd name="connsiteY123" fmla="*/ 141287 h 320591"/>
              <a:gd name="connsiteX124" fmla="*/ 6610614 w 12191996"/>
              <a:gd name="connsiteY124" fmla="*/ 155575 h 320591"/>
              <a:gd name="connsiteX125" fmla="*/ 6663002 w 12191996"/>
              <a:gd name="connsiteY125" fmla="*/ 166687 h 320591"/>
              <a:gd name="connsiteX126" fmla="*/ 6723327 w 12191996"/>
              <a:gd name="connsiteY126" fmla="*/ 174625 h 320591"/>
              <a:gd name="connsiteX127" fmla="*/ 6781799 w 12191996"/>
              <a:gd name="connsiteY127" fmla="*/ 175985 h 320591"/>
              <a:gd name="connsiteX128" fmla="*/ 6840271 w 12191996"/>
              <a:gd name="connsiteY128" fmla="*/ 174625 h 320591"/>
              <a:gd name="connsiteX129" fmla="*/ 6900596 w 12191996"/>
              <a:gd name="connsiteY129" fmla="*/ 166687 h 320591"/>
              <a:gd name="connsiteX130" fmla="*/ 6952983 w 12191996"/>
              <a:gd name="connsiteY130" fmla="*/ 155575 h 320591"/>
              <a:gd name="connsiteX131" fmla="*/ 6999021 w 12191996"/>
              <a:gd name="connsiteY131" fmla="*/ 141287 h 320591"/>
              <a:gd name="connsiteX132" fmla="*/ 7040296 w 12191996"/>
              <a:gd name="connsiteY132" fmla="*/ 125412 h 320591"/>
              <a:gd name="connsiteX133" fmla="*/ 7076808 w 12191996"/>
              <a:gd name="connsiteY133" fmla="*/ 106362 h 320591"/>
              <a:gd name="connsiteX134" fmla="*/ 7114908 w 12191996"/>
              <a:gd name="connsiteY134" fmla="*/ 87312 h 320591"/>
              <a:gd name="connsiteX135" fmla="*/ 7153008 w 12191996"/>
              <a:gd name="connsiteY135" fmla="*/ 68262 h 320591"/>
              <a:gd name="connsiteX136" fmla="*/ 7189521 w 12191996"/>
              <a:gd name="connsiteY136" fmla="*/ 52387 h 320591"/>
              <a:gd name="connsiteX137" fmla="*/ 7230796 w 12191996"/>
              <a:gd name="connsiteY137" fmla="*/ 36512 h 320591"/>
              <a:gd name="connsiteX138" fmla="*/ 7276833 w 12191996"/>
              <a:gd name="connsiteY138" fmla="*/ 20637 h 320591"/>
              <a:gd name="connsiteX139" fmla="*/ 7329221 w 12191996"/>
              <a:gd name="connsiteY139" fmla="*/ 9525 h 320591"/>
              <a:gd name="connsiteX140" fmla="*/ 7389546 w 12191996"/>
              <a:gd name="connsiteY140" fmla="*/ 3175 h 320591"/>
              <a:gd name="connsiteX141" fmla="*/ 7457808 w 12191996"/>
              <a:gd name="connsiteY141" fmla="*/ 0 h 320591"/>
              <a:gd name="connsiteX142" fmla="*/ 7526071 w 12191996"/>
              <a:gd name="connsiteY142" fmla="*/ 3175 h 320591"/>
              <a:gd name="connsiteX143" fmla="*/ 7586396 w 12191996"/>
              <a:gd name="connsiteY143" fmla="*/ 9525 h 320591"/>
              <a:gd name="connsiteX144" fmla="*/ 7638783 w 12191996"/>
              <a:gd name="connsiteY144" fmla="*/ 20637 h 320591"/>
              <a:gd name="connsiteX145" fmla="*/ 7684821 w 12191996"/>
              <a:gd name="connsiteY145" fmla="*/ 36512 h 320591"/>
              <a:gd name="connsiteX146" fmla="*/ 7726096 w 12191996"/>
              <a:gd name="connsiteY146" fmla="*/ 52387 h 320591"/>
              <a:gd name="connsiteX147" fmla="*/ 7762608 w 12191996"/>
              <a:gd name="connsiteY147" fmla="*/ 68262 h 320591"/>
              <a:gd name="connsiteX148" fmla="*/ 7800708 w 12191996"/>
              <a:gd name="connsiteY148" fmla="*/ 87312 h 320591"/>
              <a:gd name="connsiteX149" fmla="*/ 7838808 w 12191996"/>
              <a:gd name="connsiteY149" fmla="*/ 106362 h 320591"/>
              <a:gd name="connsiteX150" fmla="*/ 7875321 w 12191996"/>
              <a:gd name="connsiteY150" fmla="*/ 125412 h 320591"/>
              <a:gd name="connsiteX151" fmla="*/ 7916596 w 12191996"/>
              <a:gd name="connsiteY151" fmla="*/ 141287 h 320591"/>
              <a:gd name="connsiteX152" fmla="*/ 7962633 w 12191996"/>
              <a:gd name="connsiteY152" fmla="*/ 155575 h 320591"/>
              <a:gd name="connsiteX153" fmla="*/ 8015021 w 12191996"/>
              <a:gd name="connsiteY153" fmla="*/ 166687 h 320591"/>
              <a:gd name="connsiteX154" fmla="*/ 8075346 w 12191996"/>
              <a:gd name="connsiteY154" fmla="*/ 174625 h 320591"/>
              <a:gd name="connsiteX155" fmla="*/ 8143608 w 12191996"/>
              <a:gd name="connsiteY155" fmla="*/ 176212 h 320591"/>
              <a:gd name="connsiteX156" fmla="*/ 8211871 w 12191996"/>
              <a:gd name="connsiteY156" fmla="*/ 174625 h 320591"/>
              <a:gd name="connsiteX157" fmla="*/ 8272196 w 12191996"/>
              <a:gd name="connsiteY157" fmla="*/ 166687 h 320591"/>
              <a:gd name="connsiteX158" fmla="*/ 8324583 w 12191996"/>
              <a:gd name="connsiteY158" fmla="*/ 155575 h 320591"/>
              <a:gd name="connsiteX159" fmla="*/ 8370621 w 12191996"/>
              <a:gd name="connsiteY159" fmla="*/ 141287 h 320591"/>
              <a:gd name="connsiteX160" fmla="*/ 8411896 w 12191996"/>
              <a:gd name="connsiteY160" fmla="*/ 125412 h 320591"/>
              <a:gd name="connsiteX161" fmla="*/ 8448408 w 12191996"/>
              <a:gd name="connsiteY161" fmla="*/ 106362 h 320591"/>
              <a:gd name="connsiteX162" fmla="*/ 8486508 w 12191996"/>
              <a:gd name="connsiteY162" fmla="*/ 87312 h 320591"/>
              <a:gd name="connsiteX163" fmla="*/ 8524608 w 12191996"/>
              <a:gd name="connsiteY163" fmla="*/ 68262 h 320591"/>
              <a:gd name="connsiteX164" fmla="*/ 8561120 w 12191996"/>
              <a:gd name="connsiteY164" fmla="*/ 52387 h 320591"/>
              <a:gd name="connsiteX165" fmla="*/ 8602396 w 12191996"/>
              <a:gd name="connsiteY165" fmla="*/ 36512 h 320591"/>
              <a:gd name="connsiteX166" fmla="*/ 8648432 w 12191996"/>
              <a:gd name="connsiteY166" fmla="*/ 20637 h 320591"/>
              <a:gd name="connsiteX167" fmla="*/ 8700820 w 12191996"/>
              <a:gd name="connsiteY167" fmla="*/ 9525 h 320591"/>
              <a:gd name="connsiteX168" fmla="*/ 8761146 w 12191996"/>
              <a:gd name="connsiteY168" fmla="*/ 3175 h 320591"/>
              <a:gd name="connsiteX169" fmla="*/ 8827820 w 12191996"/>
              <a:gd name="connsiteY169" fmla="*/ 0 h 320591"/>
              <a:gd name="connsiteX170" fmla="*/ 8897670 w 12191996"/>
              <a:gd name="connsiteY170" fmla="*/ 3175 h 320591"/>
              <a:gd name="connsiteX171" fmla="*/ 8957996 w 12191996"/>
              <a:gd name="connsiteY171" fmla="*/ 9525 h 320591"/>
              <a:gd name="connsiteX172" fmla="*/ 9010382 w 12191996"/>
              <a:gd name="connsiteY172" fmla="*/ 20637 h 320591"/>
              <a:gd name="connsiteX173" fmla="*/ 9056420 w 12191996"/>
              <a:gd name="connsiteY173" fmla="*/ 36512 h 320591"/>
              <a:gd name="connsiteX174" fmla="*/ 9097696 w 12191996"/>
              <a:gd name="connsiteY174" fmla="*/ 52387 h 320591"/>
              <a:gd name="connsiteX175" fmla="*/ 9134208 w 12191996"/>
              <a:gd name="connsiteY175" fmla="*/ 68262 h 320591"/>
              <a:gd name="connsiteX176" fmla="*/ 9172308 w 12191996"/>
              <a:gd name="connsiteY176" fmla="*/ 87312 h 320591"/>
              <a:gd name="connsiteX177" fmla="*/ 9210408 w 12191996"/>
              <a:gd name="connsiteY177" fmla="*/ 106362 h 320591"/>
              <a:gd name="connsiteX178" fmla="*/ 9246920 w 12191996"/>
              <a:gd name="connsiteY178" fmla="*/ 125412 h 320591"/>
              <a:gd name="connsiteX179" fmla="*/ 9288196 w 12191996"/>
              <a:gd name="connsiteY179" fmla="*/ 141287 h 320591"/>
              <a:gd name="connsiteX180" fmla="*/ 9334232 w 12191996"/>
              <a:gd name="connsiteY180" fmla="*/ 155575 h 320591"/>
              <a:gd name="connsiteX181" fmla="*/ 9386620 w 12191996"/>
              <a:gd name="connsiteY181" fmla="*/ 166687 h 320591"/>
              <a:gd name="connsiteX182" fmla="*/ 9446946 w 12191996"/>
              <a:gd name="connsiteY182" fmla="*/ 174625 h 320591"/>
              <a:gd name="connsiteX183" fmla="*/ 9515208 w 12191996"/>
              <a:gd name="connsiteY183" fmla="*/ 176212 h 320591"/>
              <a:gd name="connsiteX184" fmla="*/ 9583470 w 12191996"/>
              <a:gd name="connsiteY184" fmla="*/ 174625 h 320591"/>
              <a:gd name="connsiteX185" fmla="*/ 9643796 w 12191996"/>
              <a:gd name="connsiteY185" fmla="*/ 166687 h 320591"/>
              <a:gd name="connsiteX186" fmla="*/ 9696182 w 12191996"/>
              <a:gd name="connsiteY186" fmla="*/ 155575 h 320591"/>
              <a:gd name="connsiteX187" fmla="*/ 9742220 w 12191996"/>
              <a:gd name="connsiteY187" fmla="*/ 141287 h 320591"/>
              <a:gd name="connsiteX188" fmla="*/ 9783496 w 12191996"/>
              <a:gd name="connsiteY188" fmla="*/ 125412 h 320591"/>
              <a:gd name="connsiteX189" fmla="*/ 9820008 w 12191996"/>
              <a:gd name="connsiteY189" fmla="*/ 106362 h 320591"/>
              <a:gd name="connsiteX190" fmla="*/ 9896208 w 12191996"/>
              <a:gd name="connsiteY190" fmla="*/ 68262 h 320591"/>
              <a:gd name="connsiteX191" fmla="*/ 9932720 w 12191996"/>
              <a:gd name="connsiteY191" fmla="*/ 52387 h 320591"/>
              <a:gd name="connsiteX192" fmla="*/ 9973996 w 12191996"/>
              <a:gd name="connsiteY192" fmla="*/ 36512 h 320591"/>
              <a:gd name="connsiteX193" fmla="*/ 10020032 w 12191996"/>
              <a:gd name="connsiteY193" fmla="*/ 20637 h 320591"/>
              <a:gd name="connsiteX194" fmla="*/ 10072420 w 12191996"/>
              <a:gd name="connsiteY194" fmla="*/ 9525 h 320591"/>
              <a:gd name="connsiteX195" fmla="*/ 10132746 w 12191996"/>
              <a:gd name="connsiteY195" fmla="*/ 3175 h 320591"/>
              <a:gd name="connsiteX196" fmla="*/ 10201008 w 12191996"/>
              <a:gd name="connsiteY196" fmla="*/ 0 h 320591"/>
              <a:gd name="connsiteX197" fmla="*/ 10269270 w 12191996"/>
              <a:gd name="connsiteY197" fmla="*/ 3175 h 320591"/>
              <a:gd name="connsiteX198" fmla="*/ 10329596 w 12191996"/>
              <a:gd name="connsiteY198" fmla="*/ 9525 h 320591"/>
              <a:gd name="connsiteX199" fmla="*/ 10381982 w 12191996"/>
              <a:gd name="connsiteY199" fmla="*/ 20637 h 320591"/>
              <a:gd name="connsiteX200" fmla="*/ 10428020 w 12191996"/>
              <a:gd name="connsiteY200" fmla="*/ 36512 h 320591"/>
              <a:gd name="connsiteX201" fmla="*/ 10469296 w 12191996"/>
              <a:gd name="connsiteY201" fmla="*/ 52387 h 320591"/>
              <a:gd name="connsiteX202" fmla="*/ 10505808 w 12191996"/>
              <a:gd name="connsiteY202" fmla="*/ 68262 h 320591"/>
              <a:gd name="connsiteX203" fmla="*/ 10543908 w 12191996"/>
              <a:gd name="connsiteY203" fmla="*/ 87312 h 320591"/>
              <a:gd name="connsiteX204" fmla="*/ 10582008 w 12191996"/>
              <a:gd name="connsiteY204" fmla="*/ 106362 h 320591"/>
              <a:gd name="connsiteX205" fmla="*/ 10618520 w 12191996"/>
              <a:gd name="connsiteY205" fmla="*/ 125412 h 320591"/>
              <a:gd name="connsiteX206" fmla="*/ 10659796 w 12191996"/>
              <a:gd name="connsiteY206" fmla="*/ 141287 h 320591"/>
              <a:gd name="connsiteX207" fmla="*/ 10705832 w 12191996"/>
              <a:gd name="connsiteY207" fmla="*/ 155575 h 320591"/>
              <a:gd name="connsiteX208" fmla="*/ 10758220 w 12191996"/>
              <a:gd name="connsiteY208" fmla="*/ 166687 h 320591"/>
              <a:gd name="connsiteX209" fmla="*/ 10818546 w 12191996"/>
              <a:gd name="connsiteY209" fmla="*/ 174625 h 320591"/>
              <a:gd name="connsiteX210" fmla="*/ 10886808 w 12191996"/>
              <a:gd name="connsiteY210" fmla="*/ 176212 h 320591"/>
              <a:gd name="connsiteX211" fmla="*/ 10955070 w 12191996"/>
              <a:gd name="connsiteY211" fmla="*/ 174625 h 320591"/>
              <a:gd name="connsiteX212" fmla="*/ 11015396 w 12191996"/>
              <a:gd name="connsiteY212" fmla="*/ 166687 h 320591"/>
              <a:gd name="connsiteX213" fmla="*/ 11067782 w 12191996"/>
              <a:gd name="connsiteY213" fmla="*/ 155575 h 320591"/>
              <a:gd name="connsiteX214" fmla="*/ 11113820 w 12191996"/>
              <a:gd name="connsiteY214" fmla="*/ 141287 h 320591"/>
              <a:gd name="connsiteX215" fmla="*/ 11155096 w 12191996"/>
              <a:gd name="connsiteY215" fmla="*/ 125412 h 320591"/>
              <a:gd name="connsiteX216" fmla="*/ 11191608 w 12191996"/>
              <a:gd name="connsiteY216" fmla="*/ 106362 h 320591"/>
              <a:gd name="connsiteX217" fmla="*/ 11229708 w 12191996"/>
              <a:gd name="connsiteY217" fmla="*/ 87312 h 320591"/>
              <a:gd name="connsiteX218" fmla="*/ 11267808 w 12191996"/>
              <a:gd name="connsiteY218" fmla="*/ 68262 h 320591"/>
              <a:gd name="connsiteX219" fmla="*/ 11304320 w 12191996"/>
              <a:gd name="connsiteY219" fmla="*/ 52387 h 320591"/>
              <a:gd name="connsiteX220" fmla="*/ 11345596 w 12191996"/>
              <a:gd name="connsiteY220" fmla="*/ 36512 h 320591"/>
              <a:gd name="connsiteX221" fmla="*/ 11391632 w 12191996"/>
              <a:gd name="connsiteY221" fmla="*/ 20637 h 320591"/>
              <a:gd name="connsiteX222" fmla="*/ 11444020 w 12191996"/>
              <a:gd name="connsiteY222" fmla="*/ 9525 h 320591"/>
              <a:gd name="connsiteX223" fmla="*/ 11504346 w 12191996"/>
              <a:gd name="connsiteY223" fmla="*/ 3175 h 320591"/>
              <a:gd name="connsiteX224" fmla="*/ 11572608 w 12191996"/>
              <a:gd name="connsiteY224" fmla="*/ 0 h 320591"/>
              <a:gd name="connsiteX225" fmla="*/ 11640870 w 12191996"/>
              <a:gd name="connsiteY225" fmla="*/ 3175 h 320591"/>
              <a:gd name="connsiteX226" fmla="*/ 11701196 w 12191996"/>
              <a:gd name="connsiteY226" fmla="*/ 9525 h 320591"/>
              <a:gd name="connsiteX227" fmla="*/ 11753582 w 12191996"/>
              <a:gd name="connsiteY227" fmla="*/ 20637 h 320591"/>
              <a:gd name="connsiteX228" fmla="*/ 11799620 w 12191996"/>
              <a:gd name="connsiteY228" fmla="*/ 36512 h 320591"/>
              <a:gd name="connsiteX229" fmla="*/ 11840896 w 12191996"/>
              <a:gd name="connsiteY229" fmla="*/ 52387 h 320591"/>
              <a:gd name="connsiteX230" fmla="*/ 11877408 w 12191996"/>
              <a:gd name="connsiteY230" fmla="*/ 68262 h 320591"/>
              <a:gd name="connsiteX231" fmla="*/ 11915508 w 12191996"/>
              <a:gd name="connsiteY231" fmla="*/ 87312 h 320591"/>
              <a:gd name="connsiteX232" fmla="*/ 11953608 w 12191996"/>
              <a:gd name="connsiteY232" fmla="*/ 106362 h 320591"/>
              <a:gd name="connsiteX233" fmla="*/ 11990120 w 12191996"/>
              <a:gd name="connsiteY233" fmla="*/ 125412 h 320591"/>
              <a:gd name="connsiteX234" fmla="*/ 12031396 w 12191996"/>
              <a:gd name="connsiteY234" fmla="*/ 141287 h 320591"/>
              <a:gd name="connsiteX235" fmla="*/ 12077432 w 12191996"/>
              <a:gd name="connsiteY235" fmla="*/ 155575 h 320591"/>
              <a:gd name="connsiteX236" fmla="*/ 12129820 w 12191996"/>
              <a:gd name="connsiteY236" fmla="*/ 166688 h 320591"/>
              <a:gd name="connsiteX237" fmla="*/ 12190146 w 12191996"/>
              <a:gd name="connsiteY237" fmla="*/ 174625 h 320591"/>
              <a:gd name="connsiteX238" fmla="*/ 12191996 w 12191996"/>
              <a:gd name="connsiteY238" fmla="*/ 174668 h 320591"/>
              <a:gd name="connsiteX239" fmla="*/ 12191996 w 12191996"/>
              <a:gd name="connsiteY239" fmla="*/ 319047 h 320591"/>
              <a:gd name="connsiteX240" fmla="*/ 12190146 w 12191996"/>
              <a:gd name="connsiteY240" fmla="*/ 319004 h 320591"/>
              <a:gd name="connsiteX241" fmla="*/ 12129820 w 12191996"/>
              <a:gd name="connsiteY241" fmla="*/ 311067 h 320591"/>
              <a:gd name="connsiteX242" fmla="*/ 12077432 w 12191996"/>
              <a:gd name="connsiteY242" fmla="*/ 299954 h 320591"/>
              <a:gd name="connsiteX243" fmla="*/ 12031396 w 12191996"/>
              <a:gd name="connsiteY243" fmla="*/ 285666 h 320591"/>
              <a:gd name="connsiteX244" fmla="*/ 11990120 w 12191996"/>
              <a:gd name="connsiteY244" fmla="*/ 269791 h 320591"/>
              <a:gd name="connsiteX245" fmla="*/ 11953608 w 12191996"/>
              <a:gd name="connsiteY245" fmla="*/ 250741 h 320591"/>
              <a:gd name="connsiteX246" fmla="*/ 11915508 w 12191996"/>
              <a:gd name="connsiteY246" fmla="*/ 231691 h 320591"/>
              <a:gd name="connsiteX247" fmla="*/ 11877408 w 12191996"/>
              <a:gd name="connsiteY247" fmla="*/ 212641 h 320591"/>
              <a:gd name="connsiteX248" fmla="*/ 11840896 w 12191996"/>
              <a:gd name="connsiteY248" fmla="*/ 196766 h 320591"/>
              <a:gd name="connsiteX249" fmla="*/ 11799620 w 12191996"/>
              <a:gd name="connsiteY249" fmla="*/ 180891 h 320591"/>
              <a:gd name="connsiteX250" fmla="*/ 11753582 w 12191996"/>
              <a:gd name="connsiteY250" fmla="*/ 165016 h 320591"/>
              <a:gd name="connsiteX251" fmla="*/ 11701196 w 12191996"/>
              <a:gd name="connsiteY251" fmla="*/ 153904 h 320591"/>
              <a:gd name="connsiteX252" fmla="*/ 11640870 w 12191996"/>
              <a:gd name="connsiteY252" fmla="*/ 147554 h 320591"/>
              <a:gd name="connsiteX253" fmla="*/ 11572608 w 12191996"/>
              <a:gd name="connsiteY253" fmla="*/ 144379 h 320591"/>
              <a:gd name="connsiteX254" fmla="*/ 11504346 w 12191996"/>
              <a:gd name="connsiteY254" fmla="*/ 147554 h 320591"/>
              <a:gd name="connsiteX255" fmla="*/ 11444020 w 12191996"/>
              <a:gd name="connsiteY255" fmla="*/ 153904 h 320591"/>
              <a:gd name="connsiteX256" fmla="*/ 11391632 w 12191996"/>
              <a:gd name="connsiteY256" fmla="*/ 165016 h 320591"/>
              <a:gd name="connsiteX257" fmla="*/ 11345596 w 12191996"/>
              <a:gd name="connsiteY257" fmla="*/ 180891 h 320591"/>
              <a:gd name="connsiteX258" fmla="*/ 11304320 w 12191996"/>
              <a:gd name="connsiteY258" fmla="*/ 196766 h 320591"/>
              <a:gd name="connsiteX259" fmla="*/ 11267808 w 12191996"/>
              <a:gd name="connsiteY259" fmla="*/ 212641 h 320591"/>
              <a:gd name="connsiteX260" fmla="*/ 11229708 w 12191996"/>
              <a:gd name="connsiteY260" fmla="*/ 231691 h 320591"/>
              <a:gd name="connsiteX261" fmla="*/ 11191608 w 12191996"/>
              <a:gd name="connsiteY261" fmla="*/ 250741 h 320591"/>
              <a:gd name="connsiteX262" fmla="*/ 11155096 w 12191996"/>
              <a:gd name="connsiteY262" fmla="*/ 269791 h 320591"/>
              <a:gd name="connsiteX263" fmla="*/ 11113820 w 12191996"/>
              <a:gd name="connsiteY263" fmla="*/ 285666 h 320591"/>
              <a:gd name="connsiteX264" fmla="*/ 11067782 w 12191996"/>
              <a:gd name="connsiteY264" fmla="*/ 299954 h 320591"/>
              <a:gd name="connsiteX265" fmla="*/ 11015396 w 12191996"/>
              <a:gd name="connsiteY265" fmla="*/ 311066 h 320591"/>
              <a:gd name="connsiteX266" fmla="*/ 10955070 w 12191996"/>
              <a:gd name="connsiteY266" fmla="*/ 319004 h 320591"/>
              <a:gd name="connsiteX267" fmla="*/ 10886808 w 12191996"/>
              <a:gd name="connsiteY267" fmla="*/ 320591 h 320591"/>
              <a:gd name="connsiteX268" fmla="*/ 10818546 w 12191996"/>
              <a:gd name="connsiteY268" fmla="*/ 319004 h 320591"/>
              <a:gd name="connsiteX269" fmla="*/ 10758220 w 12191996"/>
              <a:gd name="connsiteY269" fmla="*/ 311066 h 320591"/>
              <a:gd name="connsiteX270" fmla="*/ 10705832 w 12191996"/>
              <a:gd name="connsiteY270" fmla="*/ 299954 h 320591"/>
              <a:gd name="connsiteX271" fmla="*/ 10659796 w 12191996"/>
              <a:gd name="connsiteY271" fmla="*/ 285666 h 320591"/>
              <a:gd name="connsiteX272" fmla="*/ 10618520 w 12191996"/>
              <a:gd name="connsiteY272" fmla="*/ 269791 h 320591"/>
              <a:gd name="connsiteX273" fmla="*/ 10582008 w 12191996"/>
              <a:gd name="connsiteY273" fmla="*/ 250741 h 320591"/>
              <a:gd name="connsiteX274" fmla="*/ 10543908 w 12191996"/>
              <a:gd name="connsiteY274" fmla="*/ 231691 h 320591"/>
              <a:gd name="connsiteX275" fmla="*/ 10505808 w 12191996"/>
              <a:gd name="connsiteY275" fmla="*/ 212641 h 320591"/>
              <a:gd name="connsiteX276" fmla="*/ 10469296 w 12191996"/>
              <a:gd name="connsiteY276" fmla="*/ 196766 h 320591"/>
              <a:gd name="connsiteX277" fmla="*/ 10428020 w 12191996"/>
              <a:gd name="connsiteY277" fmla="*/ 180891 h 320591"/>
              <a:gd name="connsiteX278" fmla="*/ 10381982 w 12191996"/>
              <a:gd name="connsiteY278" fmla="*/ 165016 h 320591"/>
              <a:gd name="connsiteX279" fmla="*/ 10329596 w 12191996"/>
              <a:gd name="connsiteY279" fmla="*/ 153904 h 320591"/>
              <a:gd name="connsiteX280" fmla="*/ 10269270 w 12191996"/>
              <a:gd name="connsiteY280" fmla="*/ 147554 h 320591"/>
              <a:gd name="connsiteX281" fmla="*/ 10201008 w 12191996"/>
              <a:gd name="connsiteY281" fmla="*/ 144379 h 320591"/>
              <a:gd name="connsiteX282" fmla="*/ 10132746 w 12191996"/>
              <a:gd name="connsiteY282" fmla="*/ 147554 h 320591"/>
              <a:gd name="connsiteX283" fmla="*/ 10072420 w 12191996"/>
              <a:gd name="connsiteY283" fmla="*/ 153904 h 320591"/>
              <a:gd name="connsiteX284" fmla="*/ 10020032 w 12191996"/>
              <a:gd name="connsiteY284" fmla="*/ 165016 h 320591"/>
              <a:gd name="connsiteX285" fmla="*/ 9973996 w 12191996"/>
              <a:gd name="connsiteY285" fmla="*/ 180891 h 320591"/>
              <a:gd name="connsiteX286" fmla="*/ 9932720 w 12191996"/>
              <a:gd name="connsiteY286" fmla="*/ 196766 h 320591"/>
              <a:gd name="connsiteX287" fmla="*/ 9896208 w 12191996"/>
              <a:gd name="connsiteY287" fmla="*/ 212641 h 320591"/>
              <a:gd name="connsiteX288" fmla="*/ 9820008 w 12191996"/>
              <a:gd name="connsiteY288" fmla="*/ 250741 h 320591"/>
              <a:gd name="connsiteX289" fmla="*/ 9783496 w 12191996"/>
              <a:gd name="connsiteY289" fmla="*/ 269791 h 320591"/>
              <a:gd name="connsiteX290" fmla="*/ 9742220 w 12191996"/>
              <a:gd name="connsiteY290" fmla="*/ 285666 h 320591"/>
              <a:gd name="connsiteX291" fmla="*/ 9696182 w 12191996"/>
              <a:gd name="connsiteY291" fmla="*/ 299954 h 320591"/>
              <a:gd name="connsiteX292" fmla="*/ 9643796 w 12191996"/>
              <a:gd name="connsiteY292" fmla="*/ 311066 h 320591"/>
              <a:gd name="connsiteX293" fmla="*/ 9583470 w 12191996"/>
              <a:gd name="connsiteY293" fmla="*/ 319004 h 320591"/>
              <a:gd name="connsiteX294" fmla="*/ 9515208 w 12191996"/>
              <a:gd name="connsiteY294" fmla="*/ 320591 h 320591"/>
              <a:gd name="connsiteX295" fmla="*/ 9446946 w 12191996"/>
              <a:gd name="connsiteY295" fmla="*/ 319004 h 320591"/>
              <a:gd name="connsiteX296" fmla="*/ 9386620 w 12191996"/>
              <a:gd name="connsiteY296" fmla="*/ 311066 h 320591"/>
              <a:gd name="connsiteX297" fmla="*/ 9334232 w 12191996"/>
              <a:gd name="connsiteY297" fmla="*/ 299954 h 320591"/>
              <a:gd name="connsiteX298" fmla="*/ 9288196 w 12191996"/>
              <a:gd name="connsiteY298" fmla="*/ 285666 h 320591"/>
              <a:gd name="connsiteX299" fmla="*/ 9246920 w 12191996"/>
              <a:gd name="connsiteY299" fmla="*/ 269791 h 320591"/>
              <a:gd name="connsiteX300" fmla="*/ 9210408 w 12191996"/>
              <a:gd name="connsiteY300" fmla="*/ 250741 h 320591"/>
              <a:gd name="connsiteX301" fmla="*/ 9172308 w 12191996"/>
              <a:gd name="connsiteY301" fmla="*/ 231691 h 320591"/>
              <a:gd name="connsiteX302" fmla="*/ 9134208 w 12191996"/>
              <a:gd name="connsiteY302" fmla="*/ 212641 h 320591"/>
              <a:gd name="connsiteX303" fmla="*/ 9097696 w 12191996"/>
              <a:gd name="connsiteY303" fmla="*/ 196766 h 320591"/>
              <a:gd name="connsiteX304" fmla="*/ 9056420 w 12191996"/>
              <a:gd name="connsiteY304" fmla="*/ 180891 h 320591"/>
              <a:gd name="connsiteX305" fmla="*/ 9010382 w 12191996"/>
              <a:gd name="connsiteY305" fmla="*/ 165016 h 320591"/>
              <a:gd name="connsiteX306" fmla="*/ 8957996 w 12191996"/>
              <a:gd name="connsiteY306" fmla="*/ 153904 h 320591"/>
              <a:gd name="connsiteX307" fmla="*/ 8897670 w 12191996"/>
              <a:gd name="connsiteY307" fmla="*/ 147554 h 320591"/>
              <a:gd name="connsiteX308" fmla="*/ 8827820 w 12191996"/>
              <a:gd name="connsiteY308" fmla="*/ 144379 h 320591"/>
              <a:gd name="connsiteX309" fmla="*/ 8761146 w 12191996"/>
              <a:gd name="connsiteY309" fmla="*/ 147554 h 320591"/>
              <a:gd name="connsiteX310" fmla="*/ 8700820 w 12191996"/>
              <a:gd name="connsiteY310" fmla="*/ 153904 h 320591"/>
              <a:gd name="connsiteX311" fmla="*/ 8648432 w 12191996"/>
              <a:gd name="connsiteY311" fmla="*/ 165016 h 320591"/>
              <a:gd name="connsiteX312" fmla="*/ 8602396 w 12191996"/>
              <a:gd name="connsiteY312" fmla="*/ 180891 h 320591"/>
              <a:gd name="connsiteX313" fmla="*/ 8561120 w 12191996"/>
              <a:gd name="connsiteY313" fmla="*/ 196766 h 320591"/>
              <a:gd name="connsiteX314" fmla="*/ 8524608 w 12191996"/>
              <a:gd name="connsiteY314" fmla="*/ 212641 h 320591"/>
              <a:gd name="connsiteX315" fmla="*/ 8486508 w 12191996"/>
              <a:gd name="connsiteY315" fmla="*/ 231691 h 320591"/>
              <a:gd name="connsiteX316" fmla="*/ 8448408 w 12191996"/>
              <a:gd name="connsiteY316" fmla="*/ 250741 h 320591"/>
              <a:gd name="connsiteX317" fmla="*/ 8411896 w 12191996"/>
              <a:gd name="connsiteY317" fmla="*/ 269791 h 320591"/>
              <a:gd name="connsiteX318" fmla="*/ 8370621 w 12191996"/>
              <a:gd name="connsiteY318" fmla="*/ 285666 h 320591"/>
              <a:gd name="connsiteX319" fmla="*/ 8324583 w 12191996"/>
              <a:gd name="connsiteY319" fmla="*/ 299954 h 320591"/>
              <a:gd name="connsiteX320" fmla="*/ 8272196 w 12191996"/>
              <a:gd name="connsiteY320" fmla="*/ 311066 h 320591"/>
              <a:gd name="connsiteX321" fmla="*/ 8211871 w 12191996"/>
              <a:gd name="connsiteY321" fmla="*/ 319004 h 320591"/>
              <a:gd name="connsiteX322" fmla="*/ 8143608 w 12191996"/>
              <a:gd name="connsiteY322" fmla="*/ 320591 h 320591"/>
              <a:gd name="connsiteX323" fmla="*/ 8075346 w 12191996"/>
              <a:gd name="connsiteY323" fmla="*/ 319004 h 320591"/>
              <a:gd name="connsiteX324" fmla="*/ 8015021 w 12191996"/>
              <a:gd name="connsiteY324" fmla="*/ 311066 h 320591"/>
              <a:gd name="connsiteX325" fmla="*/ 7962633 w 12191996"/>
              <a:gd name="connsiteY325" fmla="*/ 299954 h 320591"/>
              <a:gd name="connsiteX326" fmla="*/ 7916596 w 12191996"/>
              <a:gd name="connsiteY326" fmla="*/ 285666 h 320591"/>
              <a:gd name="connsiteX327" fmla="*/ 7875321 w 12191996"/>
              <a:gd name="connsiteY327" fmla="*/ 269791 h 320591"/>
              <a:gd name="connsiteX328" fmla="*/ 7838808 w 12191996"/>
              <a:gd name="connsiteY328" fmla="*/ 250741 h 320591"/>
              <a:gd name="connsiteX329" fmla="*/ 7800708 w 12191996"/>
              <a:gd name="connsiteY329" fmla="*/ 231691 h 320591"/>
              <a:gd name="connsiteX330" fmla="*/ 7762608 w 12191996"/>
              <a:gd name="connsiteY330" fmla="*/ 212641 h 320591"/>
              <a:gd name="connsiteX331" fmla="*/ 7726096 w 12191996"/>
              <a:gd name="connsiteY331" fmla="*/ 196766 h 320591"/>
              <a:gd name="connsiteX332" fmla="*/ 7684821 w 12191996"/>
              <a:gd name="connsiteY332" fmla="*/ 180891 h 320591"/>
              <a:gd name="connsiteX333" fmla="*/ 7638783 w 12191996"/>
              <a:gd name="connsiteY333" fmla="*/ 165016 h 320591"/>
              <a:gd name="connsiteX334" fmla="*/ 7586396 w 12191996"/>
              <a:gd name="connsiteY334" fmla="*/ 153904 h 320591"/>
              <a:gd name="connsiteX335" fmla="*/ 7526071 w 12191996"/>
              <a:gd name="connsiteY335" fmla="*/ 147554 h 320591"/>
              <a:gd name="connsiteX336" fmla="*/ 7457808 w 12191996"/>
              <a:gd name="connsiteY336" fmla="*/ 144379 h 320591"/>
              <a:gd name="connsiteX337" fmla="*/ 7389546 w 12191996"/>
              <a:gd name="connsiteY337" fmla="*/ 147554 h 320591"/>
              <a:gd name="connsiteX338" fmla="*/ 7329221 w 12191996"/>
              <a:gd name="connsiteY338" fmla="*/ 153904 h 320591"/>
              <a:gd name="connsiteX339" fmla="*/ 7276833 w 12191996"/>
              <a:gd name="connsiteY339" fmla="*/ 165016 h 320591"/>
              <a:gd name="connsiteX340" fmla="*/ 7230796 w 12191996"/>
              <a:gd name="connsiteY340" fmla="*/ 180891 h 320591"/>
              <a:gd name="connsiteX341" fmla="*/ 7189521 w 12191996"/>
              <a:gd name="connsiteY341" fmla="*/ 196766 h 320591"/>
              <a:gd name="connsiteX342" fmla="*/ 7153008 w 12191996"/>
              <a:gd name="connsiteY342" fmla="*/ 212641 h 320591"/>
              <a:gd name="connsiteX343" fmla="*/ 7114908 w 12191996"/>
              <a:gd name="connsiteY343" fmla="*/ 231691 h 320591"/>
              <a:gd name="connsiteX344" fmla="*/ 7076808 w 12191996"/>
              <a:gd name="connsiteY344" fmla="*/ 250741 h 320591"/>
              <a:gd name="connsiteX345" fmla="*/ 7040296 w 12191996"/>
              <a:gd name="connsiteY345" fmla="*/ 269791 h 320591"/>
              <a:gd name="connsiteX346" fmla="*/ 6999021 w 12191996"/>
              <a:gd name="connsiteY346" fmla="*/ 285666 h 320591"/>
              <a:gd name="connsiteX347" fmla="*/ 6952983 w 12191996"/>
              <a:gd name="connsiteY347" fmla="*/ 299954 h 320591"/>
              <a:gd name="connsiteX348" fmla="*/ 6900596 w 12191996"/>
              <a:gd name="connsiteY348" fmla="*/ 311066 h 320591"/>
              <a:gd name="connsiteX349" fmla="*/ 6840271 w 12191996"/>
              <a:gd name="connsiteY349" fmla="*/ 319004 h 320591"/>
              <a:gd name="connsiteX350" fmla="*/ 6781799 w 12191996"/>
              <a:gd name="connsiteY350" fmla="*/ 320364 h 320591"/>
              <a:gd name="connsiteX351" fmla="*/ 6723327 w 12191996"/>
              <a:gd name="connsiteY351" fmla="*/ 319004 h 320591"/>
              <a:gd name="connsiteX352" fmla="*/ 6663002 w 12191996"/>
              <a:gd name="connsiteY352" fmla="*/ 311066 h 320591"/>
              <a:gd name="connsiteX353" fmla="*/ 6610614 w 12191996"/>
              <a:gd name="connsiteY353" fmla="*/ 299954 h 320591"/>
              <a:gd name="connsiteX354" fmla="*/ 6564577 w 12191996"/>
              <a:gd name="connsiteY354" fmla="*/ 285666 h 320591"/>
              <a:gd name="connsiteX355" fmla="*/ 6523302 w 12191996"/>
              <a:gd name="connsiteY355" fmla="*/ 269791 h 320591"/>
              <a:gd name="connsiteX356" fmla="*/ 6486789 w 12191996"/>
              <a:gd name="connsiteY356" fmla="*/ 250741 h 320591"/>
              <a:gd name="connsiteX357" fmla="*/ 6448689 w 12191996"/>
              <a:gd name="connsiteY357" fmla="*/ 231691 h 320591"/>
              <a:gd name="connsiteX358" fmla="*/ 6410589 w 12191996"/>
              <a:gd name="connsiteY358" fmla="*/ 212641 h 320591"/>
              <a:gd name="connsiteX359" fmla="*/ 6374077 w 12191996"/>
              <a:gd name="connsiteY359" fmla="*/ 196766 h 320591"/>
              <a:gd name="connsiteX360" fmla="*/ 6332802 w 12191996"/>
              <a:gd name="connsiteY360" fmla="*/ 180891 h 320591"/>
              <a:gd name="connsiteX361" fmla="*/ 6286764 w 12191996"/>
              <a:gd name="connsiteY361" fmla="*/ 165016 h 320591"/>
              <a:gd name="connsiteX362" fmla="*/ 6234377 w 12191996"/>
              <a:gd name="connsiteY362" fmla="*/ 153904 h 320591"/>
              <a:gd name="connsiteX363" fmla="*/ 6174052 w 12191996"/>
              <a:gd name="connsiteY363" fmla="*/ 147554 h 320591"/>
              <a:gd name="connsiteX364" fmla="*/ 6105789 w 12191996"/>
              <a:gd name="connsiteY364" fmla="*/ 144379 h 320591"/>
              <a:gd name="connsiteX365" fmla="*/ 6095999 w 12191996"/>
              <a:gd name="connsiteY365" fmla="*/ 144834 h 320591"/>
              <a:gd name="connsiteX366" fmla="*/ 6086208 w 12191996"/>
              <a:gd name="connsiteY366" fmla="*/ 144379 h 320591"/>
              <a:gd name="connsiteX367" fmla="*/ 6017947 w 12191996"/>
              <a:gd name="connsiteY367" fmla="*/ 147554 h 320591"/>
              <a:gd name="connsiteX368" fmla="*/ 5957621 w 12191996"/>
              <a:gd name="connsiteY368" fmla="*/ 153904 h 320591"/>
              <a:gd name="connsiteX369" fmla="*/ 5905234 w 12191996"/>
              <a:gd name="connsiteY369" fmla="*/ 165016 h 320591"/>
              <a:gd name="connsiteX370" fmla="*/ 5859196 w 12191996"/>
              <a:gd name="connsiteY370" fmla="*/ 180891 h 320591"/>
              <a:gd name="connsiteX371" fmla="*/ 5817921 w 12191996"/>
              <a:gd name="connsiteY371" fmla="*/ 196766 h 320591"/>
              <a:gd name="connsiteX372" fmla="*/ 5781408 w 12191996"/>
              <a:gd name="connsiteY372" fmla="*/ 212641 h 320591"/>
              <a:gd name="connsiteX373" fmla="*/ 5743308 w 12191996"/>
              <a:gd name="connsiteY373" fmla="*/ 231691 h 320591"/>
              <a:gd name="connsiteX374" fmla="*/ 5705209 w 12191996"/>
              <a:gd name="connsiteY374" fmla="*/ 250741 h 320591"/>
              <a:gd name="connsiteX375" fmla="*/ 5668696 w 12191996"/>
              <a:gd name="connsiteY375" fmla="*/ 269791 h 320591"/>
              <a:gd name="connsiteX376" fmla="*/ 5627421 w 12191996"/>
              <a:gd name="connsiteY376" fmla="*/ 285666 h 320591"/>
              <a:gd name="connsiteX377" fmla="*/ 5581383 w 12191996"/>
              <a:gd name="connsiteY377" fmla="*/ 299954 h 320591"/>
              <a:gd name="connsiteX378" fmla="*/ 5528996 w 12191996"/>
              <a:gd name="connsiteY378" fmla="*/ 311066 h 320591"/>
              <a:gd name="connsiteX379" fmla="*/ 5468671 w 12191996"/>
              <a:gd name="connsiteY379" fmla="*/ 319004 h 320591"/>
              <a:gd name="connsiteX380" fmla="*/ 5410199 w 12191996"/>
              <a:gd name="connsiteY380" fmla="*/ 320364 h 320591"/>
              <a:gd name="connsiteX381" fmla="*/ 5351727 w 12191996"/>
              <a:gd name="connsiteY381" fmla="*/ 319004 h 320591"/>
              <a:gd name="connsiteX382" fmla="*/ 5291401 w 12191996"/>
              <a:gd name="connsiteY382" fmla="*/ 311066 h 320591"/>
              <a:gd name="connsiteX383" fmla="*/ 5239014 w 12191996"/>
              <a:gd name="connsiteY383" fmla="*/ 299954 h 320591"/>
              <a:gd name="connsiteX384" fmla="*/ 5192976 w 12191996"/>
              <a:gd name="connsiteY384" fmla="*/ 285666 h 320591"/>
              <a:gd name="connsiteX385" fmla="*/ 5151701 w 12191996"/>
              <a:gd name="connsiteY385" fmla="*/ 269791 h 320591"/>
              <a:gd name="connsiteX386" fmla="*/ 5115189 w 12191996"/>
              <a:gd name="connsiteY386" fmla="*/ 250741 h 320591"/>
              <a:gd name="connsiteX387" fmla="*/ 5077089 w 12191996"/>
              <a:gd name="connsiteY387" fmla="*/ 231691 h 320591"/>
              <a:gd name="connsiteX388" fmla="*/ 5038989 w 12191996"/>
              <a:gd name="connsiteY388" fmla="*/ 212641 h 320591"/>
              <a:gd name="connsiteX389" fmla="*/ 5002476 w 12191996"/>
              <a:gd name="connsiteY389" fmla="*/ 196766 h 320591"/>
              <a:gd name="connsiteX390" fmla="*/ 4961201 w 12191996"/>
              <a:gd name="connsiteY390" fmla="*/ 180891 h 320591"/>
              <a:gd name="connsiteX391" fmla="*/ 4915165 w 12191996"/>
              <a:gd name="connsiteY391" fmla="*/ 165016 h 320591"/>
              <a:gd name="connsiteX392" fmla="*/ 4862777 w 12191996"/>
              <a:gd name="connsiteY392" fmla="*/ 153904 h 320591"/>
              <a:gd name="connsiteX393" fmla="*/ 4802453 w 12191996"/>
              <a:gd name="connsiteY393" fmla="*/ 147554 h 320591"/>
              <a:gd name="connsiteX394" fmla="*/ 4734189 w 12191996"/>
              <a:gd name="connsiteY394" fmla="*/ 144379 h 320591"/>
              <a:gd name="connsiteX395" fmla="*/ 4665928 w 12191996"/>
              <a:gd name="connsiteY395" fmla="*/ 147554 h 320591"/>
              <a:gd name="connsiteX396" fmla="*/ 4605602 w 12191996"/>
              <a:gd name="connsiteY396" fmla="*/ 153904 h 320591"/>
              <a:gd name="connsiteX397" fmla="*/ 4553214 w 12191996"/>
              <a:gd name="connsiteY397" fmla="*/ 165016 h 320591"/>
              <a:gd name="connsiteX398" fmla="*/ 4507177 w 12191996"/>
              <a:gd name="connsiteY398" fmla="*/ 180891 h 320591"/>
              <a:gd name="connsiteX399" fmla="*/ 4465902 w 12191996"/>
              <a:gd name="connsiteY399" fmla="*/ 196766 h 320591"/>
              <a:gd name="connsiteX400" fmla="*/ 4429389 w 12191996"/>
              <a:gd name="connsiteY400" fmla="*/ 212641 h 320591"/>
              <a:gd name="connsiteX401" fmla="*/ 4353189 w 12191996"/>
              <a:gd name="connsiteY401" fmla="*/ 250741 h 320591"/>
              <a:gd name="connsiteX402" fmla="*/ 4316677 w 12191996"/>
              <a:gd name="connsiteY402" fmla="*/ 269791 h 320591"/>
              <a:gd name="connsiteX403" fmla="*/ 4275402 w 12191996"/>
              <a:gd name="connsiteY403" fmla="*/ 285666 h 320591"/>
              <a:gd name="connsiteX404" fmla="*/ 4229364 w 12191996"/>
              <a:gd name="connsiteY404" fmla="*/ 299954 h 320591"/>
              <a:gd name="connsiteX405" fmla="*/ 4176977 w 12191996"/>
              <a:gd name="connsiteY405" fmla="*/ 311066 h 320591"/>
              <a:gd name="connsiteX406" fmla="*/ 4116652 w 12191996"/>
              <a:gd name="connsiteY406" fmla="*/ 319004 h 320591"/>
              <a:gd name="connsiteX407" fmla="*/ 4048389 w 12191996"/>
              <a:gd name="connsiteY407" fmla="*/ 320591 h 320591"/>
              <a:gd name="connsiteX408" fmla="*/ 3980127 w 12191996"/>
              <a:gd name="connsiteY408" fmla="*/ 319004 h 320591"/>
              <a:gd name="connsiteX409" fmla="*/ 3919802 w 12191996"/>
              <a:gd name="connsiteY409" fmla="*/ 311066 h 320591"/>
              <a:gd name="connsiteX410" fmla="*/ 3867414 w 12191996"/>
              <a:gd name="connsiteY410" fmla="*/ 299954 h 320591"/>
              <a:gd name="connsiteX411" fmla="*/ 3821377 w 12191996"/>
              <a:gd name="connsiteY411" fmla="*/ 285666 h 320591"/>
              <a:gd name="connsiteX412" fmla="*/ 3780102 w 12191996"/>
              <a:gd name="connsiteY412" fmla="*/ 269791 h 320591"/>
              <a:gd name="connsiteX413" fmla="*/ 3743589 w 12191996"/>
              <a:gd name="connsiteY413" fmla="*/ 250741 h 320591"/>
              <a:gd name="connsiteX414" fmla="*/ 3705489 w 12191996"/>
              <a:gd name="connsiteY414" fmla="*/ 231691 h 320591"/>
              <a:gd name="connsiteX415" fmla="*/ 3667389 w 12191996"/>
              <a:gd name="connsiteY415" fmla="*/ 212641 h 320591"/>
              <a:gd name="connsiteX416" fmla="*/ 3630877 w 12191996"/>
              <a:gd name="connsiteY416" fmla="*/ 196766 h 320591"/>
              <a:gd name="connsiteX417" fmla="*/ 3589602 w 12191996"/>
              <a:gd name="connsiteY417" fmla="*/ 180891 h 320591"/>
              <a:gd name="connsiteX418" fmla="*/ 3543564 w 12191996"/>
              <a:gd name="connsiteY418" fmla="*/ 165016 h 320591"/>
              <a:gd name="connsiteX419" fmla="*/ 3491177 w 12191996"/>
              <a:gd name="connsiteY419" fmla="*/ 153904 h 320591"/>
              <a:gd name="connsiteX420" fmla="*/ 3430852 w 12191996"/>
              <a:gd name="connsiteY420" fmla="*/ 147554 h 320591"/>
              <a:gd name="connsiteX421" fmla="*/ 3361002 w 12191996"/>
              <a:gd name="connsiteY421" fmla="*/ 144379 h 320591"/>
              <a:gd name="connsiteX422" fmla="*/ 3294327 w 12191996"/>
              <a:gd name="connsiteY422" fmla="*/ 147554 h 320591"/>
              <a:gd name="connsiteX423" fmla="*/ 3234002 w 12191996"/>
              <a:gd name="connsiteY423" fmla="*/ 153904 h 320591"/>
              <a:gd name="connsiteX424" fmla="*/ 3181614 w 12191996"/>
              <a:gd name="connsiteY424" fmla="*/ 165016 h 320591"/>
              <a:gd name="connsiteX425" fmla="*/ 3135577 w 12191996"/>
              <a:gd name="connsiteY425" fmla="*/ 180891 h 320591"/>
              <a:gd name="connsiteX426" fmla="*/ 3094302 w 12191996"/>
              <a:gd name="connsiteY426" fmla="*/ 196766 h 320591"/>
              <a:gd name="connsiteX427" fmla="*/ 3057789 w 12191996"/>
              <a:gd name="connsiteY427" fmla="*/ 212641 h 320591"/>
              <a:gd name="connsiteX428" fmla="*/ 3019689 w 12191996"/>
              <a:gd name="connsiteY428" fmla="*/ 231691 h 320591"/>
              <a:gd name="connsiteX429" fmla="*/ 2981589 w 12191996"/>
              <a:gd name="connsiteY429" fmla="*/ 250741 h 320591"/>
              <a:gd name="connsiteX430" fmla="*/ 2945077 w 12191996"/>
              <a:gd name="connsiteY430" fmla="*/ 269791 h 320591"/>
              <a:gd name="connsiteX431" fmla="*/ 2903802 w 12191996"/>
              <a:gd name="connsiteY431" fmla="*/ 285666 h 320591"/>
              <a:gd name="connsiteX432" fmla="*/ 2857764 w 12191996"/>
              <a:gd name="connsiteY432" fmla="*/ 299954 h 320591"/>
              <a:gd name="connsiteX433" fmla="*/ 2805377 w 12191996"/>
              <a:gd name="connsiteY433" fmla="*/ 311066 h 320591"/>
              <a:gd name="connsiteX434" fmla="*/ 2745052 w 12191996"/>
              <a:gd name="connsiteY434" fmla="*/ 319004 h 320591"/>
              <a:gd name="connsiteX435" fmla="*/ 2676789 w 12191996"/>
              <a:gd name="connsiteY435" fmla="*/ 320591 h 320591"/>
              <a:gd name="connsiteX436" fmla="*/ 2608527 w 12191996"/>
              <a:gd name="connsiteY436" fmla="*/ 319004 h 320591"/>
              <a:gd name="connsiteX437" fmla="*/ 2548202 w 12191996"/>
              <a:gd name="connsiteY437" fmla="*/ 311066 h 320591"/>
              <a:gd name="connsiteX438" fmla="*/ 2495814 w 12191996"/>
              <a:gd name="connsiteY438" fmla="*/ 299954 h 320591"/>
              <a:gd name="connsiteX439" fmla="*/ 2449777 w 12191996"/>
              <a:gd name="connsiteY439" fmla="*/ 285666 h 320591"/>
              <a:gd name="connsiteX440" fmla="*/ 2408502 w 12191996"/>
              <a:gd name="connsiteY440" fmla="*/ 269791 h 320591"/>
              <a:gd name="connsiteX441" fmla="*/ 2371989 w 12191996"/>
              <a:gd name="connsiteY441" fmla="*/ 250741 h 320591"/>
              <a:gd name="connsiteX442" fmla="*/ 2333889 w 12191996"/>
              <a:gd name="connsiteY442" fmla="*/ 231691 h 320591"/>
              <a:gd name="connsiteX443" fmla="*/ 2295789 w 12191996"/>
              <a:gd name="connsiteY443" fmla="*/ 212641 h 320591"/>
              <a:gd name="connsiteX444" fmla="*/ 2259277 w 12191996"/>
              <a:gd name="connsiteY444" fmla="*/ 196766 h 320591"/>
              <a:gd name="connsiteX445" fmla="*/ 2218002 w 12191996"/>
              <a:gd name="connsiteY445" fmla="*/ 180891 h 320591"/>
              <a:gd name="connsiteX446" fmla="*/ 2171964 w 12191996"/>
              <a:gd name="connsiteY446" fmla="*/ 165016 h 320591"/>
              <a:gd name="connsiteX447" fmla="*/ 2119577 w 12191996"/>
              <a:gd name="connsiteY447" fmla="*/ 153904 h 320591"/>
              <a:gd name="connsiteX448" fmla="*/ 2059252 w 12191996"/>
              <a:gd name="connsiteY448" fmla="*/ 147554 h 320591"/>
              <a:gd name="connsiteX449" fmla="*/ 1990989 w 12191996"/>
              <a:gd name="connsiteY449" fmla="*/ 144379 h 320591"/>
              <a:gd name="connsiteX450" fmla="*/ 1922727 w 12191996"/>
              <a:gd name="connsiteY450" fmla="*/ 147554 h 320591"/>
              <a:gd name="connsiteX451" fmla="*/ 1862402 w 12191996"/>
              <a:gd name="connsiteY451" fmla="*/ 153904 h 320591"/>
              <a:gd name="connsiteX452" fmla="*/ 1810014 w 12191996"/>
              <a:gd name="connsiteY452" fmla="*/ 165016 h 320591"/>
              <a:gd name="connsiteX453" fmla="*/ 1763977 w 12191996"/>
              <a:gd name="connsiteY453" fmla="*/ 180891 h 320591"/>
              <a:gd name="connsiteX454" fmla="*/ 1722702 w 12191996"/>
              <a:gd name="connsiteY454" fmla="*/ 196766 h 320591"/>
              <a:gd name="connsiteX455" fmla="*/ 1686189 w 12191996"/>
              <a:gd name="connsiteY455" fmla="*/ 212641 h 320591"/>
              <a:gd name="connsiteX456" fmla="*/ 1648089 w 12191996"/>
              <a:gd name="connsiteY456" fmla="*/ 231691 h 320591"/>
              <a:gd name="connsiteX457" fmla="*/ 1609989 w 12191996"/>
              <a:gd name="connsiteY457" fmla="*/ 250741 h 320591"/>
              <a:gd name="connsiteX458" fmla="*/ 1573477 w 12191996"/>
              <a:gd name="connsiteY458" fmla="*/ 269791 h 320591"/>
              <a:gd name="connsiteX459" fmla="*/ 1532202 w 12191996"/>
              <a:gd name="connsiteY459" fmla="*/ 285666 h 320591"/>
              <a:gd name="connsiteX460" fmla="*/ 1486164 w 12191996"/>
              <a:gd name="connsiteY460" fmla="*/ 299954 h 320591"/>
              <a:gd name="connsiteX461" fmla="*/ 1433777 w 12191996"/>
              <a:gd name="connsiteY461" fmla="*/ 311066 h 320591"/>
              <a:gd name="connsiteX462" fmla="*/ 1373452 w 12191996"/>
              <a:gd name="connsiteY462" fmla="*/ 319004 h 320591"/>
              <a:gd name="connsiteX463" fmla="*/ 1305189 w 12191996"/>
              <a:gd name="connsiteY463" fmla="*/ 320591 h 320591"/>
              <a:gd name="connsiteX464" fmla="*/ 1236927 w 12191996"/>
              <a:gd name="connsiteY464" fmla="*/ 319004 h 320591"/>
              <a:gd name="connsiteX465" fmla="*/ 1176602 w 12191996"/>
              <a:gd name="connsiteY465" fmla="*/ 311066 h 320591"/>
              <a:gd name="connsiteX466" fmla="*/ 1124214 w 12191996"/>
              <a:gd name="connsiteY466" fmla="*/ 299954 h 320591"/>
              <a:gd name="connsiteX467" fmla="*/ 1078177 w 12191996"/>
              <a:gd name="connsiteY467" fmla="*/ 285666 h 320591"/>
              <a:gd name="connsiteX468" fmla="*/ 1036902 w 12191996"/>
              <a:gd name="connsiteY468" fmla="*/ 269791 h 320591"/>
              <a:gd name="connsiteX469" fmla="*/ 1000389 w 12191996"/>
              <a:gd name="connsiteY469" fmla="*/ 250741 h 320591"/>
              <a:gd name="connsiteX470" fmla="*/ 962289 w 12191996"/>
              <a:gd name="connsiteY470" fmla="*/ 231691 h 320591"/>
              <a:gd name="connsiteX471" fmla="*/ 924189 w 12191996"/>
              <a:gd name="connsiteY471" fmla="*/ 212641 h 320591"/>
              <a:gd name="connsiteX472" fmla="*/ 887677 w 12191996"/>
              <a:gd name="connsiteY472" fmla="*/ 196766 h 320591"/>
              <a:gd name="connsiteX473" fmla="*/ 846402 w 12191996"/>
              <a:gd name="connsiteY473" fmla="*/ 180891 h 320591"/>
              <a:gd name="connsiteX474" fmla="*/ 800364 w 12191996"/>
              <a:gd name="connsiteY474" fmla="*/ 165016 h 320591"/>
              <a:gd name="connsiteX475" fmla="*/ 747977 w 12191996"/>
              <a:gd name="connsiteY475" fmla="*/ 153904 h 320591"/>
              <a:gd name="connsiteX476" fmla="*/ 687652 w 12191996"/>
              <a:gd name="connsiteY476" fmla="*/ 147554 h 320591"/>
              <a:gd name="connsiteX477" fmla="*/ 619389 w 12191996"/>
              <a:gd name="connsiteY477" fmla="*/ 144379 h 320591"/>
              <a:gd name="connsiteX478" fmla="*/ 551127 w 12191996"/>
              <a:gd name="connsiteY478" fmla="*/ 147554 h 320591"/>
              <a:gd name="connsiteX479" fmla="*/ 490802 w 12191996"/>
              <a:gd name="connsiteY479" fmla="*/ 153904 h 320591"/>
              <a:gd name="connsiteX480" fmla="*/ 438414 w 12191996"/>
              <a:gd name="connsiteY480" fmla="*/ 165016 h 320591"/>
              <a:gd name="connsiteX481" fmla="*/ 392377 w 12191996"/>
              <a:gd name="connsiteY481" fmla="*/ 180891 h 320591"/>
              <a:gd name="connsiteX482" fmla="*/ 351102 w 12191996"/>
              <a:gd name="connsiteY482" fmla="*/ 196766 h 320591"/>
              <a:gd name="connsiteX483" fmla="*/ 314589 w 12191996"/>
              <a:gd name="connsiteY483" fmla="*/ 212641 h 320591"/>
              <a:gd name="connsiteX484" fmla="*/ 276489 w 12191996"/>
              <a:gd name="connsiteY484" fmla="*/ 231691 h 320591"/>
              <a:gd name="connsiteX485" fmla="*/ 238389 w 12191996"/>
              <a:gd name="connsiteY485" fmla="*/ 250741 h 320591"/>
              <a:gd name="connsiteX486" fmla="*/ 201877 w 12191996"/>
              <a:gd name="connsiteY486" fmla="*/ 269791 h 320591"/>
              <a:gd name="connsiteX487" fmla="*/ 160602 w 12191996"/>
              <a:gd name="connsiteY487" fmla="*/ 285666 h 320591"/>
              <a:gd name="connsiteX488" fmla="*/ 114564 w 12191996"/>
              <a:gd name="connsiteY488" fmla="*/ 299954 h 320591"/>
              <a:gd name="connsiteX489" fmla="*/ 62177 w 12191996"/>
              <a:gd name="connsiteY489" fmla="*/ 311066 h 320591"/>
              <a:gd name="connsiteX490" fmla="*/ 1852 w 12191996"/>
              <a:gd name="connsiteY490" fmla="*/ 319004 h 320591"/>
              <a:gd name="connsiteX491" fmla="*/ 0 w 12191996"/>
              <a:gd name="connsiteY491" fmla="*/ 319047 h 320591"/>
              <a:gd name="connsiteX492" fmla="*/ 0 w 12191996"/>
              <a:gd name="connsiteY492" fmla="*/ 174668 h 320591"/>
              <a:gd name="connsiteX493" fmla="*/ 1852 w 12191996"/>
              <a:gd name="connsiteY493" fmla="*/ 174625 h 320591"/>
              <a:gd name="connsiteX494" fmla="*/ 62177 w 12191996"/>
              <a:gd name="connsiteY494" fmla="*/ 166687 h 320591"/>
              <a:gd name="connsiteX495" fmla="*/ 114564 w 12191996"/>
              <a:gd name="connsiteY495" fmla="*/ 155575 h 320591"/>
              <a:gd name="connsiteX496" fmla="*/ 160602 w 12191996"/>
              <a:gd name="connsiteY496" fmla="*/ 141287 h 320591"/>
              <a:gd name="connsiteX497" fmla="*/ 201877 w 12191996"/>
              <a:gd name="connsiteY497" fmla="*/ 125412 h 320591"/>
              <a:gd name="connsiteX498" fmla="*/ 238389 w 12191996"/>
              <a:gd name="connsiteY498" fmla="*/ 106362 h 320591"/>
              <a:gd name="connsiteX499" fmla="*/ 276489 w 12191996"/>
              <a:gd name="connsiteY499" fmla="*/ 87312 h 320591"/>
              <a:gd name="connsiteX500" fmla="*/ 314589 w 12191996"/>
              <a:gd name="connsiteY500" fmla="*/ 68262 h 320591"/>
              <a:gd name="connsiteX501" fmla="*/ 351102 w 12191996"/>
              <a:gd name="connsiteY501" fmla="*/ 52387 h 320591"/>
              <a:gd name="connsiteX502" fmla="*/ 392377 w 12191996"/>
              <a:gd name="connsiteY502" fmla="*/ 36512 h 320591"/>
              <a:gd name="connsiteX503" fmla="*/ 438414 w 12191996"/>
              <a:gd name="connsiteY503" fmla="*/ 20637 h 320591"/>
              <a:gd name="connsiteX504" fmla="*/ 490802 w 12191996"/>
              <a:gd name="connsiteY504" fmla="*/ 9525 h 320591"/>
              <a:gd name="connsiteX505" fmla="*/ 551127 w 12191996"/>
              <a:gd name="connsiteY505" fmla="*/ 3175 h 320591"/>
              <a:gd name="connsiteX506" fmla="*/ 619389 w 12191996"/>
              <a:gd name="connsiteY506" fmla="*/ 0 h 320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</a:cxnLst>
            <a:rect l="l" t="t" r="r" b="b"/>
            <a:pathLst>
              <a:path w="12191996" h="320591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5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7" y="52387"/>
                </a:lnTo>
                <a:lnTo>
                  <a:pt x="5038989" y="68262"/>
                </a:lnTo>
                <a:lnTo>
                  <a:pt x="5077090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7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9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1996" y="174668"/>
                </a:lnTo>
                <a:lnTo>
                  <a:pt x="12191996" y="319047"/>
                </a:lnTo>
                <a:lnTo>
                  <a:pt x="12190146" y="319004"/>
                </a:lnTo>
                <a:lnTo>
                  <a:pt x="12129820" y="311067"/>
                </a:lnTo>
                <a:lnTo>
                  <a:pt x="12077432" y="299954"/>
                </a:lnTo>
                <a:lnTo>
                  <a:pt x="12031396" y="285666"/>
                </a:lnTo>
                <a:lnTo>
                  <a:pt x="11990120" y="269791"/>
                </a:lnTo>
                <a:lnTo>
                  <a:pt x="11953608" y="250741"/>
                </a:lnTo>
                <a:lnTo>
                  <a:pt x="11915508" y="231691"/>
                </a:lnTo>
                <a:lnTo>
                  <a:pt x="11877408" y="212641"/>
                </a:lnTo>
                <a:lnTo>
                  <a:pt x="11840896" y="196766"/>
                </a:lnTo>
                <a:lnTo>
                  <a:pt x="11799620" y="180891"/>
                </a:lnTo>
                <a:lnTo>
                  <a:pt x="11753582" y="165016"/>
                </a:lnTo>
                <a:lnTo>
                  <a:pt x="11701196" y="153904"/>
                </a:lnTo>
                <a:lnTo>
                  <a:pt x="11640870" y="147554"/>
                </a:lnTo>
                <a:lnTo>
                  <a:pt x="11572608" y="144379"/>
                </a:lnTo>
                <a:lnTo>
                  <a:pt x="11504346" y="147554"/>
                </a:lnTo>
                <a:lnTo>
                  <a:pt x="11444020" y="153904"/>
                </a:lnTo>
                <a:lnTo>
                  <a:pt x="11391632" y="165016"/>
                </a:lnTo>
                <a:lnTo>
                  <a:pt x="11345596" y="180891"/>
                </a:lnTo>
                <a:lnTo>
                  <a:pt x="11304320" y="196766"/>
                </a:lnTo>
                <a:lnTo>
                  <a:pt x="11267808" y="212641"/>
                </a:lnTo>
                <a:lnTo>
                  <a:pt x="11229708" y="231691"/>
                </a:lnTo>
                <a:lnTo>
                  <a:pt x="11191608" y="250741"/>
                </a:lnTo>
                <a:lnTo>
                  <a:pt x="11155096" y="269791"/>
                </a:lnTo>
                <a:lnTo>
                  <a:pt x="11113820" y="285666"/>
                </a:lnTo>
                <a:lnTo>
                  <a:pt x="11067782" y="299954"/>
                </a:lnTo>
                <a:lnTo>
                  <a:pt x="11015396" y="311066"/>
                </a:lnTo>
                <a:lnTo>
                  <a:pt x="10955070" y="319004"/>
                </a:lnTo>
                <a:lnTo>
                  <a:pt x="10886808" y="320591"/>
                </a:lnTo>
                <a:lnTo>
                  <a:pt x="10818546" y="319004"/>
                </a:lnTo>
                <a:lnTo>
                  <a:pt x="10758220" y="311066"/>
                </a:lnTo>
                <a:lnTo>
                  <a:pt x="10705832" y="299954"/>
                </a:lnTo>
                <a:lnTo>
                  <a:pt x="10659796" y="285666"/>
                </a:lnTo>
                <a:lnTo>
                  <a:pt x="10618520" y="269791"/>
                </a:lnTo>
                <a:lnTo>
                  <a:pt x="10582008" y="250741"/>
                </a:lnTo>
                <a:lnTo>
                  <a:pt x="10543908" y="231691"/>
                </a:lnTo>
                <a:lnTo>
                  <a:pt x="10505808" y="212641"/>
                </a:lnTo>
                <a:lnTo>
                  <a:pt x="10469296" y="196766"/>
                </a:lnTo>
                <a:lnTo>
                  <a:pt x="10428020" y="180891"/>
                </a:lnTo>
                <a:lnTo>
                  <a:pt x="10381982" y="165016"/>
                </a:lnTo>
                <a:lnTo>
                  <a:pt x="10329596" y="153904"/>
                </a:lnTo>
                <a:lnTo>
                  <a:pt x="10269270" y="147554"/>
                </a:lnTo>
                <a:lnTo>
                  <a:pt x="10201008" y="144379"/>
                </a:lnTo>
                <a:lnTo>
                  <a:pt x="10132746" y="147554"/>
                </a:lnTo>
                <a:lnTo>
                  <a:pt x="10072420" y="153904"/>
                </a:lnTo>
                <a:lnTo>
                  <a:pt x="10020032" y="165016"/>
                </a:lnTo>
                <a:lnTo>
                  <a:pt x="9973996" y="180891"/>
                </a:lnTo>
                <a:lnTo>
                  <a:pt x="9932720" y="196766"/>
                </a:lnTo>
                <a:lnTo>
                  <a:pt x="9896208" y="212641"/>
                </a:lnTo>
                <a:lnTo>
                  <a:pt x="9820008" y="250741"/>
                </a:lnTo>
                <a:lnTo>
                  <a:pt x="9783496" y="269791"/>
                </a:lnTo>
                <a:lnTo>
                  <a:pt x="9742220" y="285666"/>
                </a:lnTo>
                <a:lnTo>
                  <a:pt x="9696182" y="299954"/>
                </a:lnTo>
                <a:lnTo>
                  <a:pt x="9643796" y="311066"/>
                </a:lnTo>
                <a:lnTo>
                  <a:pt x="9583470" y="319004"/>
                </a:lnTo>
                <a:lnTo>
                  <a:pt x="9515208" y="320591"/>
                </a:lnTo>
                <a:lnTo>
                  <a:pt x="9446946" y="319004"/>
                </a:lnTo>
                <a:lnTo>
                  <a:pt x="9386620" y="311066"/>
                </a:lnTo>
                <a:lnTo>
                  <a:pt x="9334232" y="299954"/>
                </a:lnTo>
                <a:lnTo>
                  <a:pt x="9288196" y="285666"/>
                </a:lnTo>
                <a:lnTo>
                  <a:pt x="9246920" y="269791"/>
                </a:lnTo>
                <a:lnTo>
                  <a:pt x="9210408" y="250741"/>
                </a:lnTo>
                <a:lnTo>
                  <a:pt x="9172308" y="231691"/>
                </a:lnTo>
                <a:lnTo>
                  <a:pt x="9134208" y="212641"/>
                </a:lnTo>
                <a:lnTo>
                  <a:pt x="9097696" y="196766"/>
                </a:lnTo>
                <a:lnTo>
                  <a:pt x="9056420" y="180891"/>
                </a:lnTo>
                <a:lnTo>
                  <a:pt x="9010382" y="165016"/>
                </a:lnTo>
                <a:lnTo>
                  <a:pt x="8957996" y="153904"/>
                </a:lnTo>
                <a:lnTo>
                  <a:pt x="8897670" y="147554"/>
                </a:lnTo>
                <a:lnTo>
                  <a:pt x="8827820" y="144379"/>
                </a:lnTo>
                <a:lnTo>
                  <a:pt x="8761146" y="147554"/>
                </a:lnTo>
                <a:lnTo>
                  <a:pt x="8700820" y="153904"/>
                </a:lnTo>
                <a:lnTo>
                  <a:pt x="8648432" y="165016"/>
                </a:lnTo>
                <a:lnTo>
                  <a:pt x="8602396" y="180891"/>
                </a:lnTo>
                <a:lnTo>
                  <a:pt x="8561120" y="196766"/>
                </a:lnTo>
                <a:lnTo>
                  <a:pt x="8524608" y="212641"/>
                </a:lnTo>
                <a:lnTo>
                  <a:pt x="8486508" y="231691"/>
                </a:lnTo>
                <a:lnTo>
                  <a:pt x="8448408" y="250741"/>
                </a:lnTo>
                <a:lnTo>
                  <a:pt x="8411896" y="269791"/>
                </a:lnTo>
                <a:lnTo>
                  <a:pt x="8370621" y="285666"/>
                </a:lnTo>
                <a:lnTo>
                  <a:pt x="8324583" y="299954"/>
                </a:lnTo>
                <a:lnTo>
                  <a:pt x="8272196" y="311066"/>
                </a:lnTo>
                <a:lnTo>
                  <a:pt x="8211871" y="319004"/>
                </a:lnTo>
                <a:lnTo>
                  <a:pt x="8143608" y="320591"/>
                </a:lnTo>
                <a:lnTo>
                  <a:pt x="8075346" y="319004"/>
                </a:lnTo>
                <a:lnTo>
                  <a:pt x="8015021" y="311066"/>
                </a:lnTo>
                <a:lnTo>
                  <a:pt x="7962633" y="299954"/>
                </a:lnTo>
                <a:lnTo>
                  <a:pt x="7916596" y="285666"/>
                </a:lnTo>
                <a:lnTo>
                  <a:pt x="7875321" y="269791"/>
                </a:lnTo>
                <a:lnTo>
                  <a:pt x="7838808" y="250741"/>
                </a:lnTo>
                <a:lnTo>
                  <a:pt x="7800708" y="231691"/>
                </a:lnTo>
                <a:lnTo>
                  <a:pt x="7762608" y="212641"/>
                </a:lnTo>
                <a:lnTo>
                  <a:pt x="7726096" y="196766"/>
                </a:lnTo>
                <a:lnTo>
                  <a:pt x="7684821" y="180891"/>
                </a:lnTo>
                <a:lnTo>
                  <a:pt x="7638783" y="165016"/>
                </a:lnTo>
                <a:lnTo>
                  <a:pt x="7586396" y="153904"/>
                </a:lnTo>
                <a:lnTo>
                  <a:pt x="7526071" y="147554"/>
                </a:lnTo>
                <a:lnTo>
                  <a:pt x="7457808" y="144379"/>
                </a:lnTo>
                <a:lnTo>
                  <a:pt x="7389546" y="147554"/>
                </a:lnTo>
                <a:lnTo>
                  <a:pt x="7329221" y="153904"/>
                </a:lnTo>
                <a:lnTo>
                  <a:pt x="7276833" y="165016"/>
                </a:lnTo>
                <a:lnTo>
                  <a:pt x="7230796" y="180891"/>
                </a:lnTo>
                <a:lnTo>
                  <a:pt x="7189521" y="196766"/>
                </a:lnTo>
                <a:lnTo>
                  <a:pt x="7153008" y="212641"/>
                </a:lnTo>
                <a:lnTo>
                  <a:pt x="7114908" y="231691"/>
                </a:lnTo>
                <a:lnTo>
                  <a:pt x="7076808" y="250741"/>
                </a:lnTo>
                <a:lnTo>
                  <a:pt x="7040296" y="269791"/>
                </a:lnTo>
                <a:lnTo>
                  <a:pt x="6999021" y="285666"/>
                </a:lnTo>
                <a:lnTo>
                  <a:pt x="6952983" y="299954"/>
                </a:lnTo>
                <a:lnTo>
                  <a:pt x="6900596" y="311066"/>
                </a:lnTo>
                <a:lnTo>
                  <a:pt x="6840271" y="319004"/>
                </a:lnTo>
                <a:lnTo>
                  <a:pt x="6781799" y="320364"/>
                </a:lnTo>
                <a:lnTo>
                  <a:pt x="6723327" y="319004"/>
                </a:lnTo>
                <a:lnTo>
                  <a:pt x="6663002" y="311066"/>
                </a:lnTo>
                <a:lnTo>
                  <a:pt x="6610614" y="299954"/>
                </a:lnTo>
                <a:lnTo>
                  <a:pt x="6564577" y="285666"/>
                </a:lnTo>
                <a:lnTo>
                  <a:pt x="6523302" y="269791"/>
                </a:lnTo>
                <a:lnTo>
                  <a:pt x="6486789" y="250741"/>
                </a:lnTo>
                <a:lnTo>
                  <a:pt x="6448689" y="231691"/>
                </a:lnTo>
                <a:lnTo>
                  <a:pt x="6410589" y="212641"/>
                </a:lnTo>
                <a:lnTo>
                  <a:pt x="6374077" y="196766"/>
                </a:lnTo>
                <a:lnTo>
                  <a:pt x="6332802" y="180891"/>
                </a:lnTo>
                <a:lnTo>
                  <a:pt x="6286764" y="165016"/>
                </a:lnTo>
                <a:lnTo>
                  <a:pt x="6234377" y="153904"/>
                </a:lnTo>
                <a:lnTo>
                  <a:pt x="6174052" y="147554"/>
                </a:lnTo>
                <a:lnTo>
                  <a:pt x="6105789" y="144379"/>
                </a:lnTo>
                <a:lnTo>
                  <a:pt x="6095999" y="144834"/>
                </a:lnTo>
                <a:lnTo>
                  <a:pt x="6086208" y="144379"/>
                </a:lnTo>
                <a:lnTo>
                  <a:pt x="6017947" y="147554"/>
                </a:lnTo>
                <a:lnTo>
                  <a:pt x="5957621" y="153904"/>
                </a:lnTo>
                <a:lnTo>
                  <a:pt x="5905234" y="165016"/>
                </a:lnTo>
                <a:lnTo>
                  <a:pt x="5859196" y="180891"/>
                </a:lnTo>
                <a:lnTo>
                  <a:pt x="5817921" y="196766"/>
                </a:lnTo>
                <a:lnTo>
                  <a:pt x="5781408" y="212641"/>
                </a:lnTo>
                <a:lnTo>
                  <a:pt x="5743308" y="231691"/>
                </a:lnTo>
                <a:lnTo>
                  <a:pt x="5705209" y="250741"/>
                </a:lnTo>
                <a:lnTo>
                  <a:pt x="5668696" y="269791"/>
                </a:lnTo>
                <a:lnTo>
                  <a:pt x="5627421" y="285666"/>
                </a:lnTo>
                <a:lnTo>
                  <a:pt x="5581383" y="299954"/>
                </a:lnTo>
                <a:lnTo>
                  <a:pt x="5528996" y="311066"/>
                </a:lnTo>
                <a:lnTo>
                  <a:pt x="5468671" y="319004"/>
                </a:lnTo>
                <a:lnTo>
                  <a:pt x="5410199" y="320364"/>
                </a:lnTo>
                <a:lnTo>
                  <a:pt x="5351727" y="319004"/>
                </a:lnTo>
                <a:lnTo>
                  <a:pt x="5291401" y="311066"/>
                </a:lnTo>
                <a:lnTo>
                  <a:pt x="5239014" y="299954"/>
                </a:lnTo>
                <a:lnTo>
                  <a:pt x="5192976" y="285666"/>
                </a:lnTo>
                <a:lnTo>
                  <a:pt x="5151701" y="269791"/>
                </a:lnTo>
                <a:lnTo>
                  <a:pt x="5115189" y="250741"/>
                </a:lnTo>
                <a:lnTo>
                  <a:pt x="5077089" y="231691"/>
                </a:lnTo>
                <a:lnTo>
                  <a:pt x="5038989" y="212641"/>
                </a:lnTo>
                <a:lnTo>
                  <a:pt x="5002476" y="196766"/>
                </a:lnTo>
                <a:lnTo>
                  <a:pt x="4961201" y="180891"/>
                </a:lnTo>
                <a:lnTo>
                  <a:pt x="4915165" y="165016"/>
                </a:lnTo>
                <a:lnTo>
                  <a:pt x="4862777" y="153904"/>
                </a:lnTo>
                <a:lnTo>
                  <a:pt x="4802453" y="147554"/>
                </a:lnTo>
                <a:lnTo>
                  <a:pt x="4734189" y="144379"/>
                </a:lnTo>
                <a:lnTo>
                  <a:pt x="4665928" y="147554"/>
                </a:lnTo>
                <a:lnTo>
                  <a:pt x="4605602" y="153904"/>
                </a:lnTo>
                <a:lnTo>
                  <a:pt x="4553214" y="165016"/>
                </a:lnTo>
                <a:lnTo>
                  <a:pt x="4507177" y="180891"/>
                </a:lnTo>
                <a:lnTo>
                  <a:pt x="4465902" y="196766"/>
                </a:lnTo>
                <a:lnTo>
                  <a:pt x="4429389" y="212641"/>
                </a:lnTo>
                <a:lnTo>
                  <a:pt x="4353189" y="250741"/>
                </a:lnTo>
                <a:lnTo>
                  <a:pt x="4316677" y="269791"/>
                </a:lnTo>
                <a:lnTo>
                  <a:pt x="4275402" y="285666"/>
                </a:lnTo>
                <a:lnTo>
                  <a:pt x="4229364" y="299954"/>
                </a:lnTo>
                <a:lnTo>
                  <a:pt x="4176977" y="311066"/>
                </a:lnTo>
                <a:lnTo>
                  <a:pt x="4116652" y="319004"/>
                </a:lnTo>
                <a:lnTo>
                  <a:pt x="4048389" y="320591"/>
                </a:lnTo>
                <a:lnTo>
                  <a:pt x="3980127" y="319004"/>
                </a:lnTo>
                <a:lnTo>
                  <a:pt x="3919802" y="311066"/>
                </a:lnTo>
                <a:lnTo>
                  <a:pt x="3867414" y="299954"/>
                </a:lnTo>
                <a:lnTo>
                  <a:pt x="3821377" y="285666"/>
                </a:lnTo>
                <a:lnTo>
                  <a:pt x="3780102" y="269791"/>
                </a:lnTo>
                <a:lnTo>
                  <a:pt x="3743589" y="250741"/>
                </a:lnTo>
                <a:lnTo>
                  <a:pt x="3705489" y="231691"/>
                </a:lnTo>
                <a:lnTo>
                  <a:pt x="3667389" y="212641"/>
                </a:lnTo>
                <a:lnTo>
                  <a:pt x="3630877" y="196766"/>
                </a:lnTo>
                <a:lnTo>
                  <a:pt x="3589602" y="180891"/>
                </a:lnTo>
                <a:lnTo>
                  <a:pt x="3543564" y="165016"/>
                </a:lnTo>
                <a:lnTo>
                  <a:pt x="3491177" y="153904"/>
                </a:lnTo>
                <a:lnTo>
                  <a:pt x="3430852" y="147554"/>
                </a:lnTo>
                <a:lnTo>
                  <a:pt x="3361002" y="144379"/>
                </a:lnTo>
                <a:lnTo>
                  <a:pt x="3294327" y="147554"/>
                </a:lnTo>
                <a:lnTo>
                  <a:pt x="3234002" y="153904"/>
                </a:lnTo>
                <a:lnTo>
                  <a:pt x="3181614" y="165016"/>
                </a:lnTo>
                <a:lnTo>
                  <a:pt x="3135577" y="180891"/>
                </a:lnTo>
                <a:lnTo>
                  <a:pt x="3094302" y="196766"/>
                </a:lnTo>
                <a:lnTo>
                  <a:pt x="3057789" y="212641"/>
                </a:lnTo>
                <a:lnTo>
                  <a:pt x="3019689" y="231691"/>
                </a:lnTo>
                <a:lnTo>
                  <a:pt x="2981589" y="250741"/>
                </a:lnTo>
                <a:lnTo>
                  <a:pt x="2945077" y="269791"/>
                </a:lnTo>
                <a:lnTo>
                  <a:pt x="2903802" y="285666"/>
                </a:lnTo>
                <a:lnTo>
                  <a:pt x="2857764" y="299954"/>
                </a:lnTo>
                <a:lnTo>
                  <a:pt x="2805377" y="311066"/>
                </a:lnTo>
                <a:lnTo>
                  <a:pt x="2745052" y="319004"/>
                </a:lnTo>
                <a:lnTo>
                  <a:pt x="2676789" y="320591"/>
                </a:lnTo>
                <a:lnTo>
                  <a:pt x="2608527" y="319004"/>
                </a:lnTo>
                <a:lnTo>
                  <a:pt x="2548202" y="311066"/>
                </a:lnTo>
                <a:lnTo>
                  <a:pt x="2495814" y="299954"/>
                </a:lnTo>
                <a:lnTo>
                  <a:pt x="2449777" y="285666"/>
                </a:lnTo>
                <a:lnTo>
                  <a:pt x="2408502" y="269791"/>
                </a:lnTo>
                <a:lnTo>
                  <a:pt x="2371989" y="250741"/>
                </a:lnTo>
                <a:lnTo>
                  <a:pt x="2333889" y="231691"/>
                </a:lnTo>
                <a:lnTo>
                  <a:pt x="2295789" y="212641"/>
                </a:lnTo>
                <a:lnTo>
                  <a:pt x="2259277" y="196766"/>
                </a:lnTo>
                <a:lnTo>
                  <a:pt x="2218002" y="180891"/>
                </a:lnTo>
                <a:lnTo>
                  <a:pt x="2171964" y="165016"/>
                </a:lnTo>
                <a:lnTo>
                  <a:pt x="2119577" y="153904"/>
                </a:lnTo>
                <a:lnTo>
                  <a:pt x="2059252" y="147554"/>
                </a:lnTo>
                <a:lnTo>
                  <a:pt x="1990989" y="144379"/>
                </a:lnTo>
                <a:lnTo>
                  <a:pt x="1922727" y="147554"/>
                </a:lnTo>
                <a:lnTo>
                  <a:pt x="1862402" y="153904"/>
                </a:lnTo>
                <a:lnTo>
                  <a:pt x="1810014" y="165016"/>
                </a:lnTo>
                <a:lnTo>
                  <a:pt x="1763977" y="180891"/>
                </a:lnTo>
                <a:lnTo>
                  <a:pt x="1722702" y="196766"/>
                </a:lnTo>
                <a:lnTo>
                  <a:pt x="1686189" y="212641"/>
                </a:lnTo>
                <a:lnTo>
                  <a:pt x="1648089" y="231691"/>
                </a:lnTo>
                <a:lnTo>
                  <a:pt x="1609989" y="250741"/>
                </a:lnTo>
                <a:lnTo>
                  <a:pt x="1573477" y="269791"/>
                </a:lnTo>
                <a:lnTo>
                  <a:pt x="1532202" y="285666"/>
                </a:lnTo>
                <a:lnTo>
                  <a:pt x="1486164" y="299954"/>
                </a:lnTo>
                <a:lnTo>
                  <a:pt x="1433777" y="311066"/>
                </a:lnTo>
                <a:lnTo>
                  <a:pt x="1373452" y="319004"/>
                </a:lnTo>
                <a:lnTo>
                  <a:pt x="1305189" y="320591"/>
                </a:lnTo>
                <a:lnTo>
                  <a:pt x="1236927" y="319004"/>
                </a:lnTo>
                <a:lnTo>
                  <a:pt x="1176602" y="311066"/>
                </a:lnTo>
                <a:lnTo>
                  <a:pt x="1124214" y="299954"/>
                </a:lnTo>
                <a:lnTo>
                  <a:pt x="1078177" y="285666"/>
                </a:lnTo>
                <a:lnTo>
                  <a:pt x="1036902" y="269791"/>
                </a:lnTo>
                <a:lnTo>
                  <a:pt x="1000389" y="250741"/>
                </a:lnTo>
                <a:lnTo>
                  <a:pt x="962289" y="231691"/>
                </a:lnTo>
                <a:lnTo>
                  <a:pt x="924189" y="212641"/>
                </a:lnTo>
                <a:lnTo>
                  <a:pt x="887677" y="196766"/>
                </a:lnTo>
                <a:lnTo>
                  <a:pt x="846402" y="180891"/>
                </a:lnTo>
                <a:lnTo>
                  <a:pt x="800364" y="165016"/>
                </a:lnTo>
                <a:lnTo>
                  <a:pt x="747977" y="153904"/>
                </a:lnTo>
                <a:lnTo>
                  <a:pt x="687652" y="147554"/>
                </a:lnTo>
                <a:lnTo>
                  <a:pt x="619389" y="144379"/>
                </a:lnTo>
                <a:lnTo>
                  <a:pt x="551127" y="147554"/>
                </a:lnTo>
                <a:lnTo>
                  <a:pt x="490802" y="153904"/>
                </a:lnTo>
                <a:lnTo>
                  <a:pt x="438414" y="165016"/>
                </a:lnTo>
                <a:lnTo>
                  <a:pt x="392377" y="180891"/>
                </a:lnTo>
                <a:lnTo>
                  <a:pt x="351102" y="196766"/>
                </a:lnTo>
                <a:lnTo>
                  <a:pt x="314589" y="212641"/>
                </a:lnTo>
                <a:lnTo>
                  <a:pt x="276489" y="231691"/>
                </a:lnTo>
                <a:lnTo>
                  <a:pt x="238389" y="250741"/>
                </a:lnTo>
                <a:lnTo>
                  <a:pt x="201877" y="269791"/>
                </a:lnTo>
                <a:lnTo>
                  <a:pt x="160602" y="285666"/>
                </a:lnTo>
                <a:lnTo>
                  <a:pt x="114564" y="299954"/>
                </a:lnTo>
                <a:lnTo>
                  <a:pt x="62177" y="311066"/>
                </a:lnTo>
                <a:lnTo>
                  <a:pt x="1852" y="319004"/>
                </a:lnTo>
                <a:lnTo>
                  <a:pt x="0" y="319047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lnTo>
                  <a:pt x="619389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wrap="square" rtlCol="0" anchor="ctr">
            <a:noAutofit/>
          </a:bodyPr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4099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1A871F-7CC3-43F0-9EB9-52C603EEB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EA17DF-8D42-4599-A066-12036B429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6" cy="6858000"/>
            <a:chOff x="1" y="0"/>
            <a:chExt cx="12191996" cy="6858000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7D8DB204-7B58-4A19-827A-914E5542B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88DBA6-392D-4BB3-9B59-8EBA44B24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12191996" cy="6858000"/>
            </a:xfrm>
            <a:prstGeom prst="rect">
              <a:avLst/>
            </a:pr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tlCol="0" anchor="ctr"/>
            <a:lstStyle/>
            <a:p>
              <a:pPr algn="ctr" defTabSz="457200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3DD59D-15E4-E05E-E656-04B89546E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589" y="3105274"/>
            <a:ext cx="10153650" cy="25815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500"/>
              <a:t>Edit the pre-made view, delete them and create new ones where you see fit. </a:t>
            </a:r>
          </a:p>
        </p:txBody>
      </p:sp>
      <p:pic>
        <p:nvPicPr>
          <p:cNvPr id="4" name="Picture 3" descr="Desk with stethoscope and computer keyboard">
            <a:extLst>
              <a:ext uri="{FF2B5EF4-FFF2-40B4-BE49-F238E27FC236}">
                <a16:creationId xmlns:a16="http://schemas.microsoft.com/office/drawing/2014/main" id="{A123E372-2D65-51FE-1702-07F7F75B0B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320" r="-2" b="40922"/>
          <a:stretch/>
        </p:blipFill>
        <p:spPr>
          <a:xfrm>
            <a:off x="1" y="10"/>
            <a:ext cx="12192000" cy="282848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0483D03-B230-4400-8301-33F341282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ECADAA64-BE10-4EAD-A7DA-F601862B9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7A478424-EC38-4BA6-B5A6-C2EF42F5E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4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93054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Creating Web Applications(MVC)</vt:lpstr>
      <vt:lpstr>Tutorial</vt:lpstr>
      <vt:lpstr>Step 1- Open Visual Studio – Create a New Project</vt:lpstr>
      <vt:lpstr>Select ASP.Net Core Web App (Model-View-Controller)</vt:lpstr>
      <vt:lpstr>Name the Project Appropriately </vt:lpstr>
      <vt:lpstr>Change Authentication Type to Individual Accounts and Framework to .NET 7.0</vt:lpstr>
      <vt:lpstr>Click Create</vt:lpstr>
      <vt:lpstr>New MVC Solution Created</vt:lpstr>
      <vt:lpstr>Open Package Manager Console</vt:lpstr>
      <vt:lpstr>In the Console, Install the Packages</vt:lpstr>
      <vt:lpstr>Now run your first migration to set up the login system</vt:lpstr>
      <vt:lpstr>Open PMC (Package Manager Console)</vt:lpstr>
      <vt:lpstr>Run the Following Command -&gt; Add-Migration InitialCreate</vt:lpstr>
      <vt:lpstr>Now run the Update Database Command</vt:lpstr>
      <vt:lpstr>Open the Database Design using the SqlServerExplorer to check if it has been made</vt:lpstr>
      <vt:lpstr>SQL Server Object Explorer</vt:lpstr>
      <vt:lpstr>Run the Application and test the Register and Login Pages. Accept and select yes to the following warnings.</vt:lpstr>
      <vt:lpstr>Register Page</vt:lpstr>
      <vt:lpstr>Login Page</vt:lpstr>
      <vt:lpstr>Now before we can edit these 2 pages, we need to Scaffold the Identity</vt:lpstr>
      <vt:lpstr>Right Click the Areas Folder -&gt; Add New Scaffolded Item</vt:lpstr>
      <vt:lpstr>Select Identity    -&gt; Add</vt:lpstr>
      <vt:lpstr>Should have this screen</vt:lpstr>
      <vt:lpstr>Select Override all files and then select the DbContext class that you have already made</vt:lpstr>
      <vt:lpstr>Click Add and let it run </vt:lpstr>
      <vt:lpstr>Areas Folder should now have more pages and for each page have the cshtml file and inside that the C# file</vt:lpstr>
      <vt:lpstr>You can now edit these pages as you see fit, if you want to add customized CSS, then do so in the cshtml file in a style tag at the top like below</vt:lpstr>
      <vt:lpstr>Creating Models, Controllers and Views</vt:lpstr>
      <vt:lpstr>For any views, that will not have a backend -&gt; create a new folder inside the Views Folder and create normal html files inside as you would </vt:lpstr>
      <vt:lpstr>Creating Views with a Backend</vt:lpstr>
      <vt:lpstr>First Create the Models</vt:lpstr>
      <vt:lpstr>Right Click the Model Folder -&gt; Add new Class</vt:lpstr>
      <vt:lpstr>Name the Model</vt:lpstr>
      <vt:lpstr>Fill and Complete the Model -&gt; Make sure it has an ID</vt:lpstr>
      <vt:lpstr>Once the Models are completed, ready to scaffold</vt:lpstr>
      <vt:lpstr>Right Click Controllers Folder -&gt; Add New Scaffolded Item</vt:lpstr>
      <vt:lpstr>Select MVC on the left, then MVC Controller with Views, using Entity Framework. Select Add</vt:lpstr>
      <vt:lpstr>Should be presented with this screen</vt:lpstr>
      <vt:lpstr>Select the Model in the first dropdown, select the DbContext in the second. Leave the rest as it is, and press Add</vt:lpstr>
      <vt:lpstr>This will Create all the files, but the link is not made yet. Must Migrate and Update Database First</vt:lpstr>
      <vt:lpstr>Open Package Manager Console</vt:lpstr>
      <vt:lpstr>Run the Add Migration Command </vt:lpstr>
      <vt:lpstr>Run the Update Database Command </vt:lpstr>
      <vt:lpstr>Double check in the SQL Server Object Explorer to ensure tables are made</vt:lpstr>
      <vt:lpstr>Create the Navigation Button in the layout page</vt:lpstr>
      <vt:lpstr>Run the Web Application and test the page</vt:lpstr>
      <vt:lpstr>Repeat this process for all the different Views you want to make for each model</vt:lpstr>
      <vt:lpstr>Edit the pre-made view, delete them and create new ones where you see fit.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278</cp:revision>
  <dcterms:created xsi:type="dcterms:W3CDTF">2023-02-26T01:30:59Z</dcterms:created>
  <dcterms:modified xsi:type="dcterms:W3CDTF">2023-02-26T02:21:26Z</dcterms:modified>
</cp:coreProperties>
</file>