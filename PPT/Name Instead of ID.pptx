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A9BBA1-9A68-FD45-3188-77EB24223C92}" v="169" dt="2025-03-09T13:27:41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21" d="100"/>
          <a:sy n="21" d="100"/>
        </p:scale>
        <p:origin x="39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A79C-E945-FACE-54D7-FB5EC401B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1243B-4938-1EF6-00C0-4D2CCAC16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C7791-687B-C41B-3EEA-78C1F7924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C0299-6751-1601-CBAA-68A2315C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FA7AC-B79A-3E47-BC54-A88A1EAC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47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6D340-7599-94B5-559B-F4DCC393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45ED-7A01-614A-C38D-3C5CE8929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8B918-D193-2617-332D-B203DA4C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2F827-7212-5DFE-1222-327553C8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E2F4-5D09-D409-CFC9-CBAC4898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36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E9B4A-5483-DAE0-EFCA-6816E958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BC812-226B-2BCC-2073-9B8B59654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E8311-598A-465C-81A8-C6B8A528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A868F-FAA3-CE6C-8030-D7FF8598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307EA-A3D1-BAA1-6DB7-FD6B2F35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50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449D-5DE0-FFFE-6ACB-ACDB544F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46C6-6394-06F0-B736-E1E3E9731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82454-BFC3-391C-A23F-95CD5E6E4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E6E57-1182-B384-038A-0133E94B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092DD-128E-C285-C01D-F3A2FD5E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532B4-3E42-7AFF-4344-65731C5D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79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E716-C43B-4ED9-D22E-6EFFFCA7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FCC69-00A3-0D87-30E7-ECF0A2BEF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D18B5-DB58-0927-6C8A-E4A5EC982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2BCA36-64F9-7555-1DAC-65B00AC68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07D61-3B8D-AD5A-FDAF-C68739DC9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535F53-E445-75A4-9768-6EF93E57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A4057C-3D37-4A8D-84B8-D5EF9952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ADF30-10F9-8241-3E59-E40FB081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62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A668-2EE4-AA18-8ABA-23783A15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C3F65-C105-7A2F-3852-858985D4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6277B-ABEF-C951-3846-1902AEC5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0A74A-4231-CF27-8F00-CFB42D1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50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9CD70-D139-8971-A227-99DE9D7C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F4D40-4946-9FEF-26C5-F6BB8C38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74CCF-541A-0389-C1F7-0E451FFD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57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BB11-FBE6-BD61-3E09-0717CBB0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2E2C-7A53-2BC0-3AD2-3075320BE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E8DBB-E655-6294-5BAC-C72980E94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12719-DCAC-B211-C268-4A872EC1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6AA2B-0778-94AB-73CD-850BE710B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3855E-BE93-B4C7-7347-165C9BE2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8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B391-00F7-57E7-DD7B-BE6116AD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B9300F-20ED-2C78-95BE-279B44F75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B08F2-E345-A85A-5427-F623765C9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4BB53-56F0-AE28-7C62-C1CECA3A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6BDBC-69C5-7E7E-0230-8BE11FD23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E85CC-C7B4-94D3-A523-5F02C05A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594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DC94-429B-F345-F03B-5AF1B7958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E31B-EA37-3CD8-6929-F52EC4DD1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218D6-0051-1801-46C7-B9091D8B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06A82-DEBE-EAEB-28BF-202FD413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3213C-42EC-2E72-F27C-2D8DFDDA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72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81EB16-DE9E-1E9E-737E-ED9C64E4B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DA632-FFA5-027A-8F2A-975B15C22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1BC82-C68A-FCF6-3C58-C04FCD12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B5255-1E23-8742-C15E-2033A0C3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97D81-6744-CEF3-9C30-79381B95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99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F5507-4188-53C7-37C8-65E04F92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C782E-B767-BB96-C96A-D31E85C28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4C12F-E094-F1F3-67AB-A84B72715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EF405-70D8-4BB9-9692-D18F785479E4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6BAED-85A9-FB89-385D-99AB89FAB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B9D18-7883-2A60-1EC0-586FD968B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36665-B930-4087-9D14-A1515DC0D8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474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54DE3-6730-A1DC-53A8-E832477F0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GB" sz="7200"/>
              <a:t>Using the name in the form instead of the ID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71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B1DF9-1833-AB61-B669-710DC2323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1384" y="679730"/>
            <a:ext cx="4171994" cy="48627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latin typeface="+mj-lt"/>
                <a:ea typeface="+mj-ea"/>
                <a:cs typeface="+mj-cs"/>
              </a:rPr>
              <a:t>Currently, when you create a new Rental, you </a:t>
            </a:r>
            <a:r>
              <a:rPr lang="en-US" sz="3800"/>
              <a:t>must</a:t>
            </a:r>
            <a:r>
              <a:rPr lang="en-US" sz="3800" kern="1200" dirty="0">
                <a:latin typeface="+mj-lt"/>
                <a:ea typeface="+mj-ea"/>
                <a:cs typeface="+mj-cs"/>
              </a:rPr>
              <a:t> select the Book </a:t>
            </a:r>
            <a:r>
              <a:rPr lang="en-US" sz="3800" dirty="0"/>
              <a:t>ID</a:t>
            </a:r>
            <a:r>
              <a:rPr lang="en-US" sz="3800" kern="1200" dirty="0">
                <a:latin typeface="+mj-lt"/>
                <a:ea typeface="+mj-ea"/>
                <a:cs typeface="+mj-cs"/>
              </a:rPr>
              <a:t>. </a:t>
            </a:r>
            <a:br>
              <a:rPr lang="en-US" sz="3800" dirty="0"/>
            </a:br>
            <a:br>
              <a:rPr lang="en-US" sz="3800" dirty="0"/>
            </a:br>
            <a:r>
              <a:rPr lang="en-US" sz="3800" kern="1200" dirty="0">
                <a:latin typeface="+mj-lt"/>
                <a:ea typeface="+mj-ea"/>
                <a:cs typeface="+mj-cs"/>
              </a:rPr>
              <a:t>We want to change this</a:t>
            </a:r>
            <a:r>
              <a:rPr lang="en-US" sz="3800" dirty="0"/>
              <a:t>,</a:t>
            </a:r>
            <a:r>
              <a:rPr lang="en-US" sz="3800" kern="1200" dirty="0">
                <a:latin typeface="+mj-lt"/>
                <a:ea typeface="+mj-ea"/>
                <a:cs typeface="+mj-cs"/>
              </a:rPr>
              <a:t> so they select the book name.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F599A8-3448-E4E4-EE5B-7C05E80D0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97" y="989159"/>
            <a:ext cx="5608830" cy="487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833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15FF8-F80B-3585-68DD-A02E79B4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Don't need to make changes to the model, Just change the dropdown list.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62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10DA2-6192-3C90-A3E4-01F7386D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GB" sz="3200"/>
              <a:t>New GET Create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15AA0-01AD-604C-D996-A8AECDC1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1468567"/>
            <a:ext cx="10369645" cy="16591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12698-990E-365B-F8DC-3F782D08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/>
              <a:t>Changed the drop down list ViewBag items so it still links the Id but it displays the title.</a:t>
            </a:r>
          </a:p>
        </p:txBody>
      </p:sp>
    </p:spTree>
    <p:extLst>
      <p:ext uri="{BB962C8B-B14F-4D97-AF65-F5344CB8AC3E}">
        <p14:creationId xmlns:p14="http://schemas.microsoft.com/office/powerpoint/2010/main" val="105001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ED45F-9EF9-85FC-F14C-BC81256C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GB" sz="3200"/>
              <a:t>Update the Viewbag in the Create HTML Page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D42B9C-C7F0-F5FC-B120-BE62E061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1662998"/>
            <a:ext cx="10369645" cy="127028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1FC590-7328-2CCE-A120-C2437EEE1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Changed the asp-items in the view to match the new </a:t>
            </a:r>
            <a:r>
              <a:rPr lang="en-US" sz="1800" dirty="0" err="1"/>
              <a:t>viewBag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480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7A9C92-D42D-00DE-E6D1-CB3ACCAA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000" y="1206907"/>
            <a:ext cx="4036334" cy="423212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3800" dirty="0"/>
              <a:t>Now we can select the Book Title instead of the Book ID.</a:t>
            </a:r>
            <a:br>
              <a:rPr lang="en-US" sz="3800" dirty="0"/>
            </a:br>
            <a:br>
              <a:rPr lang="en-US" sz="3800" dirty="0"/>
            </a:br>
            <a:r>
              <a:rPr lang="en-US" sz="3800" dirty="0"/>
              <a:t>Can update the label for the form if you want. </a:t>
            </a:r>
            <a:endParaRPr lang="en-US" sz="3800" kern="1200" dirty="0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FEC6AA-C321-1D68-2BFC-23AF1AAE4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039903"/>
            <a:ext cx="5536001" cy="471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29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DD39FE071D564795067ADFDB96A36A" ma:contentTypeVersion="17" ma:contentTypeDescription="Create a new document." ma:contentTypeScope="" ma:versionID="bda3f28456a59b603796b53fa3956e20">
  <xsd:schema xmlns:xsd="http://www.w3.org/2001/XMLSchema" xmlns:xs="http://www.w3.org/2001/XMLSchema" xmlns:p="http://schemas.microsoft.com/office/2006/metadata/properties" xmlns:ns3="0399ea55-a39e-4834-8b03-d5f211c695e6" xmlns:ns4="e0aebca0-090b-4af8-98ba-5797179d3e9a" targetNamespace="http://schemas.microsoft.com/office/2006/metadata/properties" ma:root="true" ma:fieldsID="9c15a7cb593d8d0dbff9bf05870a18c6" ns3:_="" ns4:_="">
    <xsd:import namespace="0399ea55-a39e-4834-8b03-d5f211c695e6"/>
    <xsd:import namespace="e0aebca0-090b-4af8-98ba-5797179d3e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3:MediaServiceSystemTag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9ea55-a39e-4834-8b03-d5f211c695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aebca0-090b-4af8-98ba-5797179d3e9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99ea55-a39e-4834-8b03-d5f211c695e6" xsi:nil="true"/>
  </documentManagement>
</p:properties>
</file>

<file path=customXml/itemProps1.xml><?xml version="1.0" encoding="utf-8"?>
<ds:datastoreItem xmlns:ds="http://schemas.openxmlformats.org/officeDocument/2006/customXml" ds:itemID="{E32C1ED1-FDFF-4E54-B58A-F18916A924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2174D7-8F40-407C-AB23-54C082349F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99ea55-a39e-4834-8b03-d5f211c695e6"/>
    <ds:schemaRef ds:uri="e0aebca0-090b-4af8-98ba-5797179d3e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B88250-ACED-4412-8835-75F443730055}">
  <ds:schemaRefs>
    <ds:schemaRef ds:uri="http://schemas.microsoft.com/office/2006/documentManagement/types"/>
    <ds:schemaRef ds:uri="http://purl.org/dc/elements/1.1/"/>
    <ds:schemaRef ds:uri="http://purl.org/dc/terms/"/>
    <ds:schemaRef ds:uri="0399ea55-a39e-4834-8b03-d5f211c695e6"/>
    <ds:schemaRef ds:uri="http://purl.org/dc/dcmitype/"/>
    <ds:schemaRef ds:uri="http://schemas.microsoft.com/office/infopath/2007/PartnerControls"/>
    <ds:schemaRef ds:uri="e0aebca0-090b-4af8-98ba-5797179d3e9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38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Using the name in the form instead of the ID</vt:lpstr>
      <vt:lpstr>Currently, when you create a new Rental, you must select the Book ID.   We want to change this, so they select the book name.</vt:lpstr>
      <vt:lpstr>Don't need to make changes to the model, Just change the dropdown list.</vt:lpstr>
      <vt:lpstr>New GET Create </vt:lpstr>
      <vt:lpstr>Update the Viewbag in the Create HTML Page</vt:lpstr>
      <vt:lpstr>Now we can select the Book Title instead of the Book ID.  Can update the label for the form if you want.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Muhammed Miah</dc:creator>
  <cp:lastModifiedBy>Muhammed Miah</cp:lastModifiedBy>
  <cp:revision>39</cp:revision>
  <dcterms:created xsi:type="dcterms:W3CDTF">2025-03-09T01:07:45Z</dcterms:created>
  <dcterms:modified xsi:type="dcterms:W3CDTF">2025-03-09T13:27:49Z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0x010100EADD39FE071D564795067ADFDB96A36A</vt:lpwstr>
  </property>
</Properties>
</file>